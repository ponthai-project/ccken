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handoutMasterIdLst>
    <p:handoutMasterId r:id="rId16"/>
  </p:handoutMasterIdLst>
  <p:sldIdLst>
    <p:sldId id="674" r:id="rId5"/>
    <p:sldId id="636" r:id="rId6"/>
    <p:sldId id="1016" r:id="rId7"/>
    <p:sldId id="925" r:id="rId8"/>
    <p:sldId id="1017" r:id="rId9"/>
    <p:sldId id="773" r:id="rId10"/>
    <p:sldId id="1018" r:id="rId11"/>
    <p:sldId id="471" r:id="rId12"/>
    <p:sldId id="1026" r:id="rId13"/>
    <p:sldId id="727" r:id="rId14"/>
  </p:sldIdLst>
  <p:sldSz cx="9144000" cy="5143500" type="screen16x9"/>
  <p:notesSz cx="6735763" cy="9866313"/>
  <p:defaultTex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129" userDrawn="1">
          <p15:clr>
            <a:srgbClr val="A4A3A4"/>
          </p15:clr>
        </p15:guide>
        <p15:guide id="3" orient="horz" pos="1620" userDrawn="1">
          <p15:clr>
            <a:srgbClr val="A4A3A4"/>
          </p15:clr>
        </p15:guide>
        <p15:guide id="4" pos="2857" userDrawn="1">
          <p15:clr>
            <a:srgbClr val="A4A3A4"/>
          </p15:clr>
        </p15:guide>
        <p15:guide id="5" orient="horz" pos="259" userDrawn="1">
          <p15:clr>
            <a:srgbClr val="A4A3A4"/>
          </p15:clr>
        </p15:guide>
        <p15:guide id="6" pos="90" userDrawn="1">
          <p15:clr>
            <a:srgbClr val="A4A3A4"/>
          </p15:clr>
        </p15:guide>
        <p15:guide id="7" pos="56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C990B-BEFF-BAE3-5654-0D38332743EB}" name="東京海上日動システムズ　川又 聖史" initials="東聖" userId="S::kawamata374512_gmail.com#ext#@ccken.onmicrosoft.com::08ddaa4a-df89-4426-a5e8-4dbd2fe77e14" providerId="AD"/>
  <p188:author id="{0A023718-A7DA-549E-1F85-440238F48675}" name="Yasui Nami" initials="七安" userId="S::nami.yasui@mitsubishi-motors.com::37845c90-73a4-4678-84e9-93efd868711b" providerId="AD"/>
  <p188:author id="{6152A327-DEC0-E040-C314-C42B77E52218}" name="mayu.yokoyama(NYKJP)" initials="my" userId="S::mayu.yokoyama@nykgroup.com::4fbecc71-71c2-4a30-a5a6-6f7c4432fe53" providerId="AD"/>
  <p188:author id="{3C6ED52C-F7BB-D178-D3E6-B3A1872876F4}" name="嵩 小林" initials="嵩小" userId="1758831be2507584" providerId="Windows Live"/>
  <p188:author id="{4B547632-43D2-86FC-4BB6-8555A3E3B7B5}" name="masazaki yoshihiro/6201258/昌崎　良浩" initials="my" userId="S::yoshihiro.masazaki.mk_mcgc.com#ext#@ccken.onmicrosoft.com::338b9127-7fcd-4e96-b095-c08a802489d5" providerId="AD"/>
  <p188:author id="{B985FB69-0709-A737-1582-0F97846F695E}" name="HIRATA Ryutaro/平田龍太郎(IT戦略 アジャイル開発推進)" initials="龍平" userId="S::1170943@eneos.net::507136aa-d256-4356-96ad-f4031455413d" providerId="AD"/>
  <p188:author id="{07B64575-60C8-0644-BB49-D067F001A1FF}" name="SOTA UENO (MC-TOK/PW)" initials="SU" userId="S::sota.ueno@mitsubishicorp.com::1cd39bfe-2c13-4d1e-9169-059e09dcc08c" providerId="AD"/>
  <p188:author id="{42EC498F-BDD2-485A-2C68-025B5DE24C15}" name="桑野 陽介／kuwano,yosuke IT部" initials="陽桑" userId="S::yosuke.kuwano@mitsubishi-hc-capital.com::0390b73e-bb27-4327-9ae0-a07abe663ffc" providerId="AD"/>
  <p188:author id="{50E3E993-1844-7EC9-97C1-F3D7D5B73B11}" name="村上　淳" initials="村上　淳" userId="S::ji-murakami@ccken.onmicrosoft.com::0b8e6a16-2353-4e90-9a7d-8e4f0d078fbd" providerId="AD"/>
  <p188:author id="{9D3AE4AB-D390-AA52-DADC-40EF798EBB3A}" name="明治安田　荻野 純平" initials="明純" userId="S::jy-ogino@ccken.onmicrosoft.com::27cba3d8-e4d3-428c-9353-43187c47438c" providerId="AD"/>
  <p188:author id="{1704C9B4-B088-10A1-6384-98FDAAF491F4}" name="主査　福島 直人" initials="主直" userId="S::naoto_2_fukushima@ccken.onmicrosoft.com::8f548a50-3d4a-4660-b17c-82fdb2003fd5" providerId="AD"/>
  <p188:author id="{FAFEB0BF-184E-72D0-81BC-197EE4AA025E}" name="MUIT　土屋 遼太郎" initials="M遼" userId="S::ryoukunjajaan4127_gmail.com#ext#@ccken.onmicrosoft.com::fd1358ce-a2d5-4118-97fd-140e7e3174f1" providerId="AD"/>
  <p188:author id="{0FCA48C6-583B-BBA4-92E6-41B70CB24D6C}" name="三菱UFJ銀行　佐藤 慶彦" initials="三慶" userId="S::stsy441030_gmail.com#ext#@ccken.onmicrosoft.com::0bf3436e-58e3-4080-af77-4a98278a9ac3" providerId="AD"/>
  <p188:author id="{723B64CA-FDC0-5BC3-7FC1-B0C21ADA0A4A}" name="MUIT　髙橋 博実" initials="M博" userId="S::hiromix222_msn.com#ext#@ccken.onmicrosoft.com::9d572560-7f87-4d11-90b9-a0fc016bcb45" providerId="AD"/>
  <p188:author id="{638171DA-A3F4-A5BC-3168-2341B54B14ED}" name="三菱UFJモルガン・スタンレー証券　中川 このみ" initials="三こ" userId="S::nakagawakonomi.cc.kenkyukai_gmail.com#ext#@ccken.onmicrosoft.com::449cad5c-e2b6-4374-82cf-c006f203c156" providerId="AD"/>
  <p188:author id="{80A4C3EB-0746-02B3-FDB2-A7FA8345B06C}" name="三菱UFJ信託銀行　網野 智仁" initials="三智" userId="S::tomohito_amino@ccken.onmicrosoft.com::f8474316-ab6c-4136-bc0a-a68b4c48cb80" providerId="AD"/>
  <p188:author id="{48A49CFE-3BB2-BCB6-A108-2858607AC22A}" name="辻 隆嗣" initials="辻" userId="辻 隆嗣"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4472C4"/>
    <a:srgbClr val="D9D9D9"/>
    <a:srgbClr val="DAE3F3"/>
    <a:srgbClr val="404040"/>
    <a:srgbClr val="D6F5FF"/>
    <a:srgbClr val="F7F8FB"/>
    <a:srgbClr val="DAE0EF"/>
    <a:srgbClr val="000000"/>
    <a:srgbClr val="FC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08"/>
      </p:cViewPr>
      <p:guideLst>
        <p:guide orient="horz" pos="2164"/>
        <p:guide pos="3129"/>
        <p:guide orient="horz" pos="1620"/>
        <p:guide pos="2857"/>
        <p:guide orient="horz" pos="259"/>
        <p:guide pos="90"/>
        <p:guide pos="56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明治安田　荻野 純平" userId="S::jy-ogino@ccken.onmicrosoft.com::27cba3d8-e4d3-428c-9353-43187c47438c" providerId="AD" clId="Web-{34A585A1-7C62-53BB-D53E-13DF0CB21B01}"/>
    <pc:docChg chg="delSld modSld modSection">
      <pc:chgData name="明治安田　荻野 純平" userId="S::jy-ogino@ccken.onmicrosoft.com::27cba3d8-e4d3-428c-9353-43187c47438c" providerId="AD" clId="Web-{34A585A1-7C62-53BB-D53E-13DF0CB21B01}" dt="2026-02-19T05:00:54.204" v="297" actId="20577"/>
      <pc:docMkLst>
        <pc:docMk/>
      </pc:docMkLst>
    </pc:docChg>
  </pc:docChgLst>
  <pc:docChgLst>
    <pc:chgData name="明治安田　荻野 純平" userId="S::jy-ogino@ccken.onmicrosoft.com::27cba3d8-e4d3-428c-9353-43187c47438c" providerId="AD" clId="Web-{8867B5F1-3B97-C419-0D0E-F260279D75CF}"/>
    <pc:docChg chg="modSld">
      <pc:chgData name="明治安田　荻野 純平" userId="S::jy-ogino@ccken.onmicrosoft.com::27cba3d8-e4d3-428c-9353-43187c47438c" providerId="AD" clId="Web-{8867B5F1-3B97-C419-0D0E-F260279D75CF}" dt="2026-02-26T14:48:07.618" v="160" actId="20577"/>
      <pc:docMkLst>
        <pc:docMk/>
      </pc:docMkLst>
      <pc:sldChg chg="modSp">
        <pc:chgData name="明治安田　荻野 純平" userId="S::jy-ogino@ccken.onmicrosoft.com::27cba3d8-e4d3-428c-9353-43187c47438c" providerId="AD" clId="Web-{8867B5F1-3B97-C419-0D0E-F260279D75CF}" dt="2026-02-26T14:42:08.991" v="98" actId="20577"/>
        <pc:sldMkLst>
          <pc:docMk/>
          <pc:sldMk cId="3546692421" sldId="980"/>
        </pc:sldMkLst>
      </pc:sldChg>
      <pc:sldChg chg="modSp">
        <pc:chgData name="明治安田　荻野 純平" userId="S::jy-ogino@ccken.onmicrosoft.com::27cba3d8-e4d3-428c-9353-43187c47438c" providerId="AD" clId="Web-{8867B5F1-3B97-C419-0D0E-F260279D75CF}" dt="2026-02-26T14:38:03.305" v="43" actId="14100"/>
        <pc:sldMkLst>
          <pc:docMk/>
          <pc:sldMk cId="426927151" sldId="994"/>
        </pc:sldMkLst>
      </pc:sldChg>
      <pc:sldChg chg="modSp">
        <pc:chgData name="明治安田　荻野 純平" userId="S::jy-ogino@ccken.onmicrosoft.com::27cba3d8-e4d3-428c-9353-43187c47438c" providerId="AD" clId="Web-{8867B5F1-3B97-C419-0D0E-F260279D75CF}" dt="2026-02-26T14:39:05.822" v="65" actId="20577"/>
        <pc:sldMkLst>
          <pc:docMk/>
          <pc:sldMk cId="1557085014" sldId="1005"/>
        </pc:sldMkLst>
      </pc:sldChg>
      <pc:sldChg chg="modSp">
        <pc:chgData name="明治安田　荻野 純平" userId="S::jy-ogino@ccken.onmicrosoft.com::27cba3d8-e4d3-428c-9353-43187c47438c" providerId="AD" clId="Web-{8867B5F1-3B97-C419-0D0E-F260279D75CF}" dt="2026-02-26T14:40:01.029" v="87" actId="20577"/>
        <pc:sldMkLst>
          <pc:docMk/>
          <pc:sldMk cId="433359686" sldId="1008"/>
        </pc:sldMkLst>
      </pc:sldChg>
    </pc:docChg>
  </pc:docChgLst>
  <pc:docChgLst>
    <pc:chgData name="masazaki yoshihiro/6201258/昌崎　良浩" userId="S::yoshihiro.masazaki.mk_mcgc.com#ext#@ccken.onmicrosoft.com::338b9127-7fcd-4e96-b095-c08a802489d5" providerId="AD" clId="Web-{FA778B56-13E9-B636-2992-C7234DABD891}"/>
    <pc:docChg chg="addSld modSld modSection">
      <pc:chgData name="masazaki yoshihiro/6201258/昌崎　良浩" userId="S::yoshihiro.masazaki.mk_mcgc.com#ext#@ccken.onmicrosoft.com::338b9127-7fcd-4e96-b095-c08a802489d5" providerId="AD" clId="Web-{FA778B56-13E9-B636-2992-C7234DABD891}" dt="2026-02-06T00:00:40.078" v="12" actId="20577"/>
      <pc:docMkLst>
        <pc:docMk/>
      </pc:docMkLst>
    </pc:docChg>
  </pc:docChgLst>
  <pc:docChgLst>
    <pc:chgData name="明治安田　荻野 純平" userId="S::jy-ogino@ccken.onmicrosoft.com::27cba3d8-e4d3-428c-9353-43187c47438c" providerId="AD" clId="Web-{C9CD1186-4A2D-DB1F-647E-38F8D4DD1E2B}"/>
    <pc:docChg chg="addSld modSld modSection">
      <pc:chgData name="明治安田　荻野 純平" userId="S::jy-ogino@ccken.onmicrosoft.com::27cba3d8-e4d3-428c-9353-43187c47438c" providerId="AD" clId="Web-{C9CD1186-4A2D-DB1F-647E-38F8D4DD1E2B}" dt="2026-02-26T06:02:30.414" v="296" actId="1076"/>
      <pc:docMkLst>
        <pc:docMk/>
      </pc:docMkLst>
    </pc:docChg>
  </pc:docChgLst>
  <pc:docChgLst>
    <pc:chgData name="明治安田　荻野 純平" userId="S::jy-ogino@ccken.onmicrosoft.com::27cba3d8-e4d3-428c-9353-43187c47438c" providerId="AD" clId="Web-{7D068458-584F-714A-BDF9-21BE62BA9D2E}"/>
    <pc:docChg chg="modSld">
      <pc:chgData name="明治安田　荻野 純平" userId="S::jy-ogino@ccken.onmicrosoft.com::27cba3d8-e4d3-428c-9353-43187c47438c" providerId="AD" clId="Web-{7D068458-584F-714A-BDF9-21BE62BA9D2E}" dt="2026-02-25T14:55:02.060" v="3" actId="20577"/>
      <pc:docMkLst>
        <pc:docMk/>
      </pc:docMkLst>
    </pc:docChg>
  </pc:docChgLst>
  <pc:docChgLst>
    <pc:chgData name="masazaki yoshihiro/6201258/昌崎　良浩" userId="S::yoshihiro.masazaki.mk_mcgc.com#ext#@ccken.onmicrosoft.com::338b9127-7fcd-4e96-b095-c08a802489d5" providerId="AD" clId="Web-{9AB253B2-CD01-CC49-58A7-3401390A37DB}"/>
    <pc:docChg chg="modSld">
      <pc:chgData name="masazaki yoshihiro/6201258/昌崎　良浩" userId="S::yoshihiro.masazaki.mk_mcgc.com#ext#@ccken.onmicrosoft.com::338b9127-7fcd-4e96-b095-c08a802489d5" providerId="AD" clId="Web-{9AB253B2-CD01-CC49-58A7-3401390A37DB}" dt="2026-02-20T06:05:40.149" v="434" actId="20577"/>
      <pc:docMkLst>
        <pc:docMk/>
      </pc:docMkLst>
    </pc:docChg>
  </pc:docChgLst>
  <pc:docChgLst>
    <pc:chgData name="主査　福島 直人" userId="S::naoto_2_fukushima@ccken.onmicrosoft.com::8f548a50-3d4a-4660-b17c-82fdb2003fd5" providerId="AD" clId="Web-{6CD2E70D-4EA3-AF56-EAC3-D43A22C4DC4F}"/>
    <pc:docChg chg="modSld">
      <pc:chgData name="主査　福島 直人" userId="S::naoto_2_fukushima@ccken.onmicrosoft.com::8f548a50-3d4a-4660-b17c-82fdb2003fd5" providerId="AD" clId="Web-{6CD2E70D-4EA3-AF56-EAC3-D43A22C4DC4F}" dt="2026-02-25T10:25:31.461" v="41"/>
      <pc:docMkLst>
        <pc:docMk/>
      </pc:docMkLst>
    </pc:docChg>
  </pc:docChgLst>
  <pc:docChgLst>
    <pc:chgData name="主査　福島 直人" userId="S::naoto_2_fukushima@ccken.onmicrosoft.com::8f548a50-3d4a-4660-b17c-82fdb2003fd5" providerId="AD" clId="Web-{874795AB-4E81-F842-FA1B-60F6926E24EB}"/>
    <pc:docChg chg="addSld delSld modSld modSection">
      <pc:chgData name="主査　福島 直人" userId="S::naoto_2_fukushima@ccken.onmicrosoft.com::8f548a50-3d4a-4660-b17c-82fdb2003fd5" providerId="AD" clId="Web-{874795AB-4E81-F842-FA1B-60F6926E24EB}" dt="2026-02-28T13:02:07.777" v="235" actId="20577"/>
      <pc:docMkLst>
        <pc:docMk/>
      </pc:docMkLst>
      <pc:sldChg chg="modSp">
        <pc:chgData name="主査　福島 直人" userId="S::naoto_2_fukushima@ccken.onmicrosoft.com::8f548a50-3d4a-4660-b17c-82fdb2003fd5" providerId="AD" clId="Web-{874795AB-4E81-F842-FA1B-60F6926E24EB}" dt="2026-02-28T12:26:20.831" v="4"/>
        <pc:sldMkLst>
          <pc:docMk/>
          <pc:sldMk cId="468256319" sldId="471"/>
        </pc:sldMkLst>
      </pc:sldChg>
      <pc:sldChg chg="modSp">
        <pc:chgData name="主査　福島 直人" userId="S::naoto_2_fukushima@ccken.onmicrosoft.com::8f548a50-3d4a-4660-b17c-82fdb2003fd5" providerId="AD" clId="Web-{874795AB-4E81-F842-FA1B-60F6926E24EB}" dt="2026-02-28T12:59:53.564" v="204" actId="20577"/>
        <pc:sldMkLst>
          <pc:docMk/>
          <pc:sldMk cId="2863164929" sldId="773"/>
        </pc:sldMkLst>
      </pc:sldChg>
      <pc:sldChg chg="modSp">
        <pc:chgData name="主査　福島 直人" userId="S::naoto_2_fukushima@ccken.onmicrosoft.com::8f548a50-3d4a-4660-b17c-82fdb2003fd5" providerId="AD" clId="Web-{874795AB-4E81-F842-FA1B-60F6926E24EB}" dt="2026-02-28T13:00:08.800" v="208" actId="20577"/>
        <pc:sldMkLst>
          <pc:docMk/>
          <pc:sldMk cId="3496318797" sldId="954"/>
        </pc:sldMkLst>
      </pc:sldChg>
      <pc:sldChg chg="modSp">
        <pc:chgData name="主査　福島 直人" userId="S::naoto_2_fukushima@ccken.onmicrosoft.com::8f548a50-3d4a-4660-b17c-82fdb2003fd5" providerId="AD" clId="Web-{874795AB-4E81-F842-FA1B-60F6926E24EB}" dt="2026-02-28T13:00:17.863" v="211" actId="20577"/>
        <pc:sldMkLst>
          <pc:docMk/>
          <pc:sldMk cId="20629679" sldId="955"/>
        </pc:sldMkLst>
      </pc:sldChg>
      <pc:sldChg chg="modSp">
        <pc:chgData name="主査　福島 直人" userId="S::naoto_2_fukushima@ccken.onmicrosoft.com::8f548a50-3d4a-4660-b17c-82fdb2003fd5" providerId="AD" clId="Web-{874795AB-4E81-F842-FA1B-60F6926E24EB}" dt="2026-02-28T13:00:59.116" v="218" actId="20577"/>
        <pc:sldMkLst>
          <pc:docMk/>
          <pc:sldMk cId="2802704857" sldId="956"/>
        </pc:sldMkLst>
      </pc:sldChg>
      <pc:sldChg chg="modSp">
        <pc:chgData name="主査　福島 直人" userId="S::naoto_2_fukushima@ccken.onmicrosoft.com::8f548a50-3d4a-4660-b17c-82fdb2003fd5" providerId="AD" clId="Web-{874795AB-4E81-F842-FA1B-60F6926E24EB}" dt="2026-02-28T13:01:13.774" v="221" actId="20577"/>
        <pc:sldMkLst>
          <pc:docMk/>
          <pc:sldMk cId="1984299581" sldId="957"/>
        </pc:sldMkLst>
      </pc:sldChg>
      <pc:sldChg chg="modSp">
        <pc:chgData name="主査　福島 直人" userId="S::naoto_2_fukushima@ccken.onmicrosoft.com::8f548a50-3d4a-4660-b17c-82fdb2003fd5" providerId="AD" clId="Web-{874795AB-4E81-F842-FA1B-60F6926E24EB}" dt="2026-02-28T13:01:19.446" v="223" actId="20577"/>
        <pc:sldMkLst>
          <pc:docMk/>
          <pc:sldMk cId="2575810299" sldId="958"/>
        </pc:sldMkLst>
      </pc:sldChg>
      <pc:sldChg chg="addSp delSp modSp">
        <pc:chgData name="主査　福島 直人" userId="S::naoto_2_fukushima@ccken.onmicrosoft.com::8f548a50-3d4a-4660-b17c-82fdb2003fd5" providerId="AD" clId="Web-{874795AB-4E81-F842-FA1B-60F6926E24EB}" dt="2026-02-28T13:01:33.416" v="225" actId="20577"/>
        <pc:sldMkLst>
          <pc:docMk/>
          <pc:sldMk cId="4077408376" sldId="962"/>
        </pc:sldMkLst>
      </pc:sldChg>
      <pc:sldChg chg="addSp modSp">
        <pc:chgData name="主査　福島 直人" userId="S::naoto_2_fukushima@ccken.onmicrosoft.com::8f548a50-3d4a-4660-b17c-82fdb2003fd5" providerId="AD" clId="Web-{874795AB-4E81-F842-FA1B-60F6926E24EB}" dt="2026-02-28T13:01:36.463" v="228" actId="20577"/>
        <pc:sldMkLst>
          <pc:docMk/>
          <pc:sldMk cId="3913572286" sldId="963"/>
        </pc:sldMkLst>
      </pc:sldChg>
      <pc:sldChg chg="modSp">
        <pc:chgData name="主査　福島 直人" userId="S::naoto_2_fukushima@ccken.onmicrosoft.com::8f548a50-3d4a-4660-b17c-82fdb2003fd5" providerId="AD" clId="Web-{874795AB-4E81-F842-FA1B-60F6926E24EB}" dt="2026-02-28T13:01:51.823" v="232" actId="20577"/>
        <pc:sldMkLst>
          <pc:docMk/>
          <pc:sldMk cId="3211560190" sldId="974"/>
        </pc:sldMkLst>
      </pc:sldChg>
      <pc:sldChg chg="modSp">
        <pc:chgData name="主査　福島 直人" userId="S::naoto_2_fukushima@ccken.onmicrosoft.com::8f548a50-3d4a-4660-b17c-82fdb2003fd5" providerId="AD" clId="Web-{874795AB-4E81-F842-FA1B-60F6926E24EB}" dt="2026-02-28T13:02:02.761" v="233" actId="20577"/>
        <pc:sldMkLst>
          <pc:docMk/>
          <pc:sldMk cId="995557494" sldId="986"/>
        </pc:sldMkLst>
      </pc:sldChg>
      <pc:sldChg chg="modSp">
        <pc:chgData name="主査　福島 直人" userId="S::naoto_2_fukushima@ccken.onmicrosoft.com::8f548a50-3d4a-4660-b17c-82fdb2003fd5" providerId="AD" clId="Web-{874795AB-4E81-F842-FA1B-60F6926E24EB}" dt="2026-02-28T13:02:07.777" v="235" actId="20577"/>
        <pc:sldMkLst>
          <pc:docMk/>
          <pc:sldMk cId="3851575879" sldId="988"/>
        </pc:sldMkLst>
      </pc:sldChg>
      <pc:sldChg chg="modSp">
        <pc:chgData name="主査　福島 直人" userId="S::naoto_2_fukushima@ccken.onmicrosoft.com::8f548a50-3d4a-4660-b17c-82fdb2003fd5" providerId="AD" clId="Web-{874795AB-4E81-F842-FA1B-60F6926E24EB}" dt="2026-02-28T12:58:50.204" v="201"/>
        <pc:sldMkLst>
          <pc:docMk/>
          <pc:sldMk cId="865026807" sldId="1010"/>
        </pc:sldMkLst>
      </pc:sldChg>
      <pc:sldChg chg="modSp">
        <pc:chgData name="主査　福島 直人" userId="S::naoto_2_fukushima@ccken.onmicrosoft.com::8f548a50-3d4a-4660-b17c-82fdb2003fd5" providerId="AD" clId="Web-{874795AB-4E81-F842-FA1B-60F6926E24EB}" dt="2026-02-28T12:59:18.923" v="202"/>
        <pc:sldMkLst>
          <pc:docMk/>
          <pc:sldMk cId="3418834785" sldId="1011"/>
        </pc:sldMkLst>
      </pc:sldChg>
    </pc:docChg>
  </pc:docChgLst>
  <pc:docChgLst>
    <pc:chgData name="masazaki yoshihiro/6201258/昌崎　良浩" userId="S::yoshihiro.masazaki.mk_mcgc.com#ext#@ccken.onmicrosoft.com::338b9127-7fcd-4e96-b095-c08a802489d5" providerId="AD" clId="Web-{C856557D-112D-267B-5A3E-C69F926EE081}"/>
    <pc:docChg chg="addSld delSld modSld sldOrd modSection">
      <pc:chgData name="masazaki yoshihiro/6201258/昌崎　良浩" userId="S::yoshihiro.masazaki.mk_mcgc.com#ext#@ccken.onmicrosoft.com::338b9127-7fcd-4e96-b095-c08a802489d5" providerId="AD" clId="Web-{C856557D-112D-267B-5A3E-C69F926EE081}" dt="2026-02-19T08:36:40.153" v="408" actId="1076"/>
      <pc:docMkLst>
        <pc:docMk/>
      </pc:docMkLst>
    </pc:docChg>
  </pc:docChgLst>
  <pc:docChgLst>
    <pc:chgData name="主査　福島 直人" userId="S::naoto_2_fukushima@ccken.onmicrosoft.com::8f548a50-3d4a-4660-b17c-82fdb2003fd5" providerId="AD" clId="Web-{28F07BA1-D4AC-4852-5565-6DE8BCD3BFDB}"/>
    <pc:docChg chg="delSld modSld delSection modSection">
      <pc:chgData name="主査　福島 直人" userId="S::naoto_2_fukushima@ccken.onmicrosoft.com::8f548a50-3d4a-4660-b17c-82fdb2003fd5" providerId="AD" clId="Web-{28F07BA1-D4AC-4852-5565-6DE8BCD3BFDB}" dt="2026-02-19T01:02:00.411" v="68" actId="1076"/>
      <pc:docMkLst>
        <pc:docMk/>
      </pc:docMkLst>
      <pc:sldChg chg="addSp modSp">
        <pc:chgData name="主査　福島 直人" userId="S::naoto_2_fukushima@ccken.onmicrosoft.com::8f548a50-3d4a-4660-b17c-82fdb2003fd5" providerId="AD" clId="Web-{28F07BA1-D4AC-4852-5565-6DE8BCD3BFDB}" dt="2026-02-19T00:31:19.192" v="42" actId="14100"/>
        <pc:sldMkLst>
          <pc:docMk/>
          <pc:sldMk cId="4049209207" sldId="636"/>
        </pc:sldMkLst>
      </pc:sldChg>
      <pc:sldChg chg="modSp">
        <pc:chgData name="主査　福島 直人" userId="S::naoto_2_fukushima@ccken.onmicrosoft.com::8f548a50-3d4a-4660-b17c-82fdb2003fd5" providerId="AD" clId="Web-{28F07BA1-D4AC-4852-5565-6DE8BCD3BFDB}" dt="2026-02-19T00:07:27.081" v="11" actId="20577"/>
        <pc:sldMkLst>
          <pc:docMk/>
          <pc:sldMk cId="2104226278" sldId="925"/>
        </pc:sldMkLst>
      </pc:sldChg>
      <pc:sldChg chg="modSp">
        <pc:chgData name="主査　福島 直人" userId="S::naoto_2_fukushima@ccken.onmicrosoft.com::8f548a50-3d4a-4660-b17c-82fdb2003fd5" providerId="AD" clId="Web-{28F07BA1-D4AC-4852-5565-6DE8BCD3BFDB}" dt="2026-02-19T00:52:47.559" v="49" actId="20577"/>
        <pc:sldMkLst>
          <pc:docMk/>
          <pc:sldMk cId="3496318797" sldId="954"/>
        </pc:sldMkLst>
      </pc:sldChg>
      <pc:sldChg chg="addSp delSp modSp">
        <pc:chgData name="主査　福島 直人" userId="S::naoto_2_fukushima@ccken.onmicrosoft.com::8f548a50-3d4a-4660-b17c-82fdb2003fd5" providerId="AD" clId="Web-{28F07BA1-D4AC-4852-5565-6DE8BCD3BFDB}" dt="2026-02-19T00:30:42.357" v="31"/>
        <pc:sldMkLst>
          <pc:docMk/>
          <pc:sldMk cId="1984299581" sldId="957"/>
        </pc:sldMkLst>
      </pc:sldChg>
      <pc:sldChg chg="modSp modCm">
        <pc:chgData name="主査　福島 直人" userId="S::naoto_2_fukushima@ccken.onmicrosoft.com::8f548a50-3d4a-4660-b17c-82fdb2003fd5" providerId="AD" clId="Web-{28F07BA1-D4AC-4852-5565-6DE8BCD3BFDB}" dt="2026-02-19T00:59:58.689" v="67" actId="20577"/>
        <pc:sldMkLst>
          <pc:docMk/>
          <pc:sldMk cId="4077408376" sldId="962"/>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8F07BA1-D4AC-4852-5565-6DE8BCD3BFDB}" dt="2026-02-19T00:59:58.689" v="67" actId="20577"/>
              <pc2:cmMkLst xmlns:pc2="http://schemas.microsoft.com/office/powerpoint/2019/9/main/command">
                <pc:docMk/>
                <pc:sldMk cId="4077408376" sldId="962"/>
                <pc2:cmMk id="{6D97F101-5591-432D-ACF5-45C2DDF31A80}"/>
              </pc2:cmMkLst>
            </pc226:cmChg>
          </p:ext>
        </pc:extLst>
      </pc:sldChg>
      <pc:sldChg chg="modSp">
        <pc:chgData name="主査　福島 直人" userId="S::naoto_2_fukushima@ccken.onmicrosoft.com::8f548a50-3d4a-4660-b17c-82fdb2003fd5" providerId="AD" clId="Web-{28F07BA1-D4AC-4852-5565-6DE8BCD3BFDB}" dt="2026-02-19T01:02:00.411" v="68" actId="1076"/>
        <pc:sldMkLst>
          <pc:docMk/>
          <pc:sldMk cId="3913572286" sldId="963"/>
        </pc:sldMkLst>
      </pc:sldChg>
    </pc:docChg>
  </pc:docChgLst>
  <pc:docChgLst>
    <pc:chgData name="MUIT　土屋 遼太郎" userId="S::ryoukunjajaan4127_gmail.com#ext#@ccken.onmicrosoft.com::fd1358ce-a2d5-4118-97fd-140e7e3174f1" providerId="AD" clId="Web-{6A6AE7B6-6B83-8E6A-21E8-16A96DC7EF47}"/>
    <pc:docChg chg="modSld">
      <pc:chgData name="MUIT　土屋 遼太郎" userId="S::ryoukunjajaan4127_gmail.com#ext#@ccken.onmicrosoft.com::fd1358ce-a2d5-4118-97fd-140e7e3174f1" providerId="AD" clId="Web-{6A6AE7B6-6B83-8E6A-21E8-16A96DC7EF47}" dt="2026-02-05T07:29:16.048" v="1" actId="20577"/>
      <pc:docMkLst>
        <pc:docMk/>
      </pc:docMkLst>
    </pc:docChg>
  </pc:docChgLst>
  <pc:docChgLst>
    <pc:chgData name="三菱UFJ銀行　佐藤 慶彦" userId="S::stsy441030_gmail.com#ext#@ccken.onmicrosoft.com::0bf3436e-58e3-4080-af77-4a98278a9ac3" providerId="AD" clId="Web-{41E63574-AD8B-573C-617D-E8C76D62BF85}"/>
    <pc:docChg chg="modSld sldOrd">
      <pc:chgData name="三菱UFJ銀行　佐藤 慶彦" userId="S::stsy441030_gmail.com#ext#@ccken.onmicrosoft.com::0bf3436e-58e3-4080-af77-4a98278a9ac3" providerId="AD" clId="Web-{41E63574-AD8B-573C-617D-E8C76D62BF85}" dt="2026-02-05T07:40:17.755" v="4"/>
      <pc:docMkLst>
        <pc:docMk/>
      </pc:docMkLst>
    </pc:docChg>
  </pc:docChgLst>
  <pc:docChgLst>
    <pc:chgData name="三菱UFJモルガン・スタンレー証券　中川 このみ" userId="S::nakagawakonomi.cc.kenkyukai_gmail.com#ext#@ccken.onmicrosoft.com::449cad5c-e2b6-4374-82cf-c006f203c156" providerId="AD" clId="Web-{6E8668E5-FD9F-F333-095C-44AA75BE143C}"/>
    <pc:docChg chg="modSld">
      <pc:chgData name="三菱UFJモルガン・スタンレー証券　中川 このみ" userId="S::nakagawakonomi.cc.kenkyukai_gmail.com#ext#@ccken.onmicrosoft.com::449cad5c-e2b6-4374-82cf-c006f203c156" providerId="AD" clId="Web-{6E8668E5-FD9F-F333-095C-44AA75BE143C}" dt="2026-02-12T07:56:52.036" v="68"/>
      <pc:docMkLst>
        <pc:docMk/>
      </pc:docMkLst>
    </pc:docChg>
  </pc:docChgLst>
  <pc:docChgLst>
    <pc:chgData name="明治安田　荻野 純平" userId="S::jy-ogino@ccken.onmicrosoft.com::27cba3d8-e4d3-428c-9353-43187c47438c" providerId="AD" clId="Web-{7D4CAB96-F6EE-81CD-81B5-A3CCA589775E}"/>
    <pc:docChg chg="addSld delSld modSld modSection">
      <pc:chgData name="明治安田　荻野 純平" userId="S::jy-ogino@ccken.onmicrosoft.com::27cba3d8-e4d3-428c-9353-43187c47438c" providerId="AD" clId="Web-{7D4CAB96-F6EE-81CD-81B5-A3CCA589775E}" dt="2026-02-11T17:42:05.399" v="520" actId="14100"/>
      <pc:docMkLst>
        <pc:docMk/>
      </pc:docMkLst>
    </pc:docChg>
  </pc:docChgLst>
  <pc:docChgLst>
    <pc:chgData name="MUS情報システム　山脇 美結" userId="S::miyu.120112.pine_gmail.com#ext#@ccken.onmicrosoft.com::fd8ccd46-d71f-4364-8690-15c60a2853cf" providerId="AD" clId="Web-{4FC9D120-3F9A-04DD-63D9-07ED21BF8963}"/>
    <pc:docChg chg="modSld">
      <pc:chgData name="MUS情報システム　山脇 美結" userId="S::miyu.120112.pine_gmail.com#ext#@ccken.onmicrosoft.com::fd8ccd46-d71f-4364-8690-15c60a2853cf" providerId="AD" clId="Web-{4FC9D120-3F9A-04DD-63D9-07ED21BF8963}" dt="2026-02-05T08:23:07.698" v="17" actId="20577"/>
      <pc:docMkLst>
        <pc:docMk/>
      </pc:docMkLst>
    </pc:docChg>
  </pc:docChgLst>
  <pc:docChgLst>
    <pc:chgData name="MUIT　土屋 遼太郎" userId="S::ryoukunjajaan4127_gmail.com#ext#@ccken.onmicrosoft.com::fd1358ce-a2d5-4118-97fd-140e7e3174f1" providerId="AD" clId="Web-{D01BAC71-663D-0429-F0E0-A7B5A5699245}"/>
    <pc:docChg chg="addSld modSld modSection">
      <pc:chgData name="MUIT　土屋 遼太郎" userId="S::ryoukunjajaan4127_gmail.com#ext#@ccken.onmicrosoft.com::fd1358ce-a2d5-4118-97fd-140e7e3174f1" providerId="AD" clId="Web-{D01BAC71-663D-0429-F0E0-A7B5A5699245}" dt="2026-02-07T03:51:53.529" v="399" actId="1076"/>
      <pc:docMkLst>
        <pc:docMk/>
      </pc:docMkLst>
    </pc:docChg>
  </pc:docChgLst>
  <pc:docChgLst>
    <pc:chgData name="三菱UFJ信託銀行　網野 智仁" userId="S::tomohito_amino@ccken.onmicrosoft.com::f8474316-ab6c-4136-bc0a-a68b4c48cb80" providerId="AD" clId="Web-{BEFB0014-9DD0-B0D5-9DE1-3F3D83A81AC1}"/>
    <pc:docChg chg="modSld">
      <pc:chgData name="三菱UFJ信託銀行　網野 智仁" userId="S::tomohito_amino@ccken.onmicrosoft.com::f8474316-ab6c-4136-bc0a-a68b4c48cb80" providerId="AD" clId="Web-{BEFB0014-9DD0-B0D5-9DE1-3F3D83A81AC1}" dt="2026-02-18T15:02:32.148" v="301" actId="20577"/>
      <pc:docMkLst>
        <pc:docMk/>
      </pc:docMkLst>
      <pc:sldChg chg="modSp">
        <pc:chgData name="三菱UFJ信託銀行　網野 智仁" userId="S::tomohito_amino@ccken.onmicrosoft.com::f8474316-ab6c-4136-bc0a-a68b4c48cb80" providerId="AD" clId="Web-{BEFB0014-9DD0-B0D5-9DE1-3F3D83A81AC1}" dt="2026-02-18T14:35:33.889" v="20" actId="20577"/>
        <pc:sldMkLst>
          <pc:docMk/>
          <pc:sldMk cId="4077408376" sldId="962"/>
        </pc:sldMkLst>
      </pc:sldChg>
      <pc:sldChg chg="modSp">
        <pc:chgData name="三菱UFJ信託銀行　網野 智仁" userId="S::tomohito_amino@ccken.onmicrosoft.com::f8474316-ab6c-4136-bc0a-a68b4c48cb80" providerId="AD" clId="Web-{BEFB0014-9DD0-B0D5-9DE1-3F3D83A81AC1}" dt="2026-02-18T14:34:56.964" v="17" actId="20577"/>
        <pc:sldMkLst>
          <pc:docMk/>
          <pc:sldMk cId="3913572286" sldId="963"/>
        </pc:sldMkLst>
      </pc:sldChg>
    </pc:docChg>
  </pc:docChgLst>
  <pc:docChgLst>
    <pc:chgData name="一成 本多" userId="106a17ecfda0c2b1" providerId="LiveId" clId="{799C7C9F-AE79-4430-BE4D-453A60B54C30}"/>
    <pc:docChg chg="custSel modSld">
      <pc:chgData name="一成 本多" userId="106a17ecfda0c2b1" providerId="LiveId" clId="{799C7C9F-AE79-4430-BE4D-453A60B54C30}" dt="2026-08-27T03:11:59.934" v="34" actId="6549"/>
      <pc:docMkLst>
        <pc:docMk/>
      </pc:docMkLst>
      <pc:sldChg chg="delSp modSp mod">
        <pc:chgData name="一成 本多" userId="106a17ecfda0c2b1" providerId="LiveId" clId="{799C7C9F-AE79-4430-BE4D-453A60B54C30}" dt="2026-08-27T03:11:59.934" v="34" actId="6549"/>
        <pc:sldMkLst>
          <pc:docMk/>
          <pc:sldMk cId="2863164929" sldId="773"/>
        </pc:sldMkLst>
        <pc:spChg chg="mod">
          <ac:chgData name="一成 本多" userId="106a17ecfda0c2b1" providerId="LiveId" clId="{799C7C9F-AE79-4430-BE4D-453A60B54C30}" dt="2026-08-27T03:11:59.934" v="34" actId="6549"/>
          <ac:spMkLst>
            <pc:docMk/>
            <pc:sldMk cId="2863164929" sldId="773"/>
            <ac:spMk id="4" creationId="{7FF48C40-2ACA-16A9-FA39-AA402A56C1E1}"/>
          </ac:spMkLst>
        </pc:spChg>
        <pc:spChg chg="del">
          <ac:chgData name="一成 本多" userId="106a17ecfda0c2b1" providerId="LiveId" clId="{799C7C9F-AE79-4430-BE4D-453A60B54C30}" dt="2026-08-27T03:11:26.710" v="0" actId="478"/>
          <ac:spMkLst>
            <pc:docMk/>
            <pc:sldMk cId="2863164929" sldId="773"/>
            <ac:spMk id="7" creationId="{8A340280-F7BF-69FD-F5AE-E412EAB29720}"/>
          </ac:spMkLst>
        </pc:spChg>
      </pc:sldChg>
    </pc:docChg>
  </pc:docChgLst>
  <pc:docChgLst>
    <pc:chgData name="masazaki yoshihiro/6201258/昌崎　良浩" userId="S::yoshihiro.masazaki.mk_mcgc.com#ext#@ccken.onmicrosoft.com::338b9127-7fcd-4e96-b095-c08a802489d5" providerId="AD" clId="Web-{87A401B8-BF73-9E35-79AE-B446947A0768}"/>
    <pc:docChg chg="modSld">
      <pc:chgData name="masazaki yoshihiro/6201258/昌崎　良浩" userId="S::yoshihiro.masazaki.mk_mcgc.com#ext#@ccken.onmicrosoft.com::338b9127-7fcd-4e96-b095-c08a802489d5" providerId="AD" clId="Web-{87A401B8-BF73-9E35-79AE-B446947A0768}" dt="2026-02-26T05:52:29.870" v="239"/>
      <pc:docMkLst>
        <pc:docMk/>
      </pc:docMkLst>
    </pc:docChg>
  </pc:docChgLst>
  <pc:docChgLst>
    <pc:chgData name="masazaki yoshihiro/6201258/昌崎　良浩" userId="S::yoshihiro.masazaki.mk_mcgc.com#ext#@ccken.onmicrosoft.com::338b9127-7fcd-4e96-b095-c08a802489d5" providerId="AD" clId="Web-{E4E12434-E0D5-C538-0E72-D651F69DF734}"/>
    <pc:docChg chg="addSld modSld sldOrd modSection">
      <pc:chgData name="masazaki yoshihiro/6201258/昌崎　良浩" userId="S::yoshihiro.masazaki.mk_mcgc.com#ext#@ccken.onmicrosoft.com::338b9127-7fcd-4e96-b095-c08a802489d5" providerId="AD" clId="Web-{E4E12434-E0D5-C538-0E72-D651F69DF734}" dt="2026-02-12T09:10:59.165" v="43" actId="20577"/>
      <pc:docMkLst>
        <pc:docMk/>
      </pc:docMkLst>
    </pc:docChg>
  </pc:docChgLst>
  <pc:docChgLst>
    <pc:chgData name="masazaki yoshihiro/6201258/昌崎　良浩" userId="S::yoshihiro.masazaki.mk_mcgc.com#ext#@ccken.onmicrosoft.com::338b9127-7fcd-4e96-b095-c08a802489d5" providerId="AD" clId="Web-{8D911D70-489E-CCEB-19A9-A32951C71FA8}"/>
    <pc:docChg chg="modSld">
      <pc:chgData name="masazaki yoshihiro/6201258/昌崎　良浩" userId="S::yoshihiro.masazaki.mk_mcgc.com#ext#@ccken.onmicrosoft.com::338b9127-7fcd-4e96-b095-c08a802489d5" providerId="AD" clId="Web-{8D911D70-489E-CCEB-19A9-A32951C71FA8}" dt="2026-02-23T23:44:44.886" v="2"/>
      <pc:docMkLst>
        <pc:docMk/>
      </pc:docMkLst>
    </pc:docChg>
  </pc:docChgLst>
  <pc:docChgLst>
    <pc:chgData name="明治安田　荻野 純平" userId="S::jy-ogino@ccken.onmicrosoft.com::27cba3d8-e4d3-428c-9353-43187c47438c" providerId="AD" clId="Web-{E0FEEB17-A4E3-C948-6284-032574EFD8DB}"/>
    <pc:docChg chg="addSld delSld modSld modSection">
      <pc:chgData name="明治安田　荻野 純平" userId="S::jy-ogino@ccken.onmicrosoft.com::27cba3d8-e4d3-428c-9353-43187c47438c" providerId="AD" clId="Web-{E0FEEB17-A4E3-C948-6284-032574EFD8DB}" dt="2026-03-01T16:39:42.591" v="564" actId="1076"/>
      <pc:docMkLst>
        <pc:docMk/>
      </pc:docMkLst>
      <pc:sldChg chg="modSp">
        <pc:chgData name="明治安田　荻野 純平" userId="S::jy-ogino@ccken.onmicrosoft.com::27cba3d8-e4d3-428c-9353-43187c47438c" providerId="AD" clId="Web-{E0FEEB17-A4E3-C948-6284-032574EFD8DB}" dt="2026-03-01T16:24:33.609" v="381"/>
        <pc:sldMkLst>
          <pc:docMk/>
          <pc:sldMk cId="2104226278" sldId="925"/>
        </pc:sldMkLst>
      </pc:sldChg>
      <pc:sldChg chg="modSp">
        <pc:chgData name="明治安田　荻野 純平" userId="S::jy-ogino@ccken.onmicrosoft.com::27cba3d8-e4d3-428c-9353-43187c47438c" providerId="AD" clId="Web-{E0FEEB17-A4E3-C948-6284-032574EFD8DB}" dt="2026-03-01T16:37:10.838" v="533" actId="20577"/>
        <pc:sldMkLst>
          <pc:docMk/>
          <pc:sldMk cId="20629679" sldId="955"/>
        </pc:sldMkLst>
      </pc:sldChg>
      <pc:sldChg chg="modSp">
        <pc:chgData name="明治安田　荻野 純平" userId="S::jy-ogino@ccken.onmicrosoft.com::27cba3d8-e4d3-428c-9353-43187c47438c" providerId="AD" clId="Web-{E0FEEB17-A4E3-C948-6284-032574EFD8DB}" dt="2026-03-01T16:37:46.870" v="534" actId="1076"/>
        <pc:sldMkLst>
          <pc:docMk/>
          <pc:sldMk cId="3913572286" sldId="963"/>
        </pc:sldMkLst>
      </pc:sldChg>
      <pc:sldChg chg="modSp">
        <pc:chgData name="明治安田　荻野 純平" userId="S::jy-ogino@ccken.onmicrosoft.com::27cba3d8-e4d3-428c-9353-43187c47438c" providerId="AD" clId="Web-{E0FEEB17-A4E3-C948-6284-032574EFD8DB}" dt="2026-03-01T16:23:46.781" v="377"/>
        <pc:sldMkLst>
          <pc:docMk/>
          <pc:sldMk cId="3211560190" sldId="974"/>
        </pc:sldMkLst>
      </pc:sldChg>
      <pc:sldChg chg="modSp">
        <pc:chgData name="明治安田　荻野 純平" userId="S::jy-ogino@ccken.onmicrosoft.com::27cba3d8-e4d3-428c-9353-43187c47438c" providerId="AD" clId="Web-{E0FEEB17-A4E3-C948-6284-032574EFD8DB}" dt="2026-03-01T16:38:37.403" v="548"/>
        <pc:sldMkLst>
          <pc:docMk/>
          <pc:sldMk cId="3546692421" sldId="980"/>
        </pc:sldMkLst>
      </pc:sldChg>
      <pc:sldChg chg="delSp modSp">
        <pc:chgData name="明治安田　荻野 純平" userId="S::jy-ogino@ccken.onmicrosoft.com::27cba3d8-e4d3-428c-9353-43187c47438c" providerId="AD" clId="Web-{E0FEEB17-A4E3-C948-6284-032574EFD8DB}" dt="2026-03-01T16:39:28.654" v="562"/>
        <pc:sldMkLst>
          <pc:docMk/>
          <pc:sldMk cId="2912982522" sldId="983"/>
        </pc:sldMkLst>
      </pc:sldChg>
      <pc:sldChg chg="modSp">
        <pc:chgData name="明治安田　荻野 純平" userId="S::jy-ogino@ccken.onmicrosoft.com::27cba3d8-e4d3-428c-9353-43187c47438c" providerId="AD" clId="Web-{E0FEEB17-A4E3-C948-6284-032574EFD8DB}" dt="2026-03-01T16:26:01.564" v="410"/>
        <pc:sldMkLst>
          <pc:docMk/>
          <pc:sldMk cId="995557494" sldId="986"/>
        </pc:sldMkLst>
      </pc:sldChg>
      <pc:sldChg chg="modSp">
        <pc:chgData name="明治安田　荻野 純平" userId="S::jy-ogino@ccken.onmicrosoft.com::27cba3d8-e4d3-428c-9353-43187c47438c" providerId="AD" clId="Web-{E0FEEB17-A4E3-C948-6284-032574EFD8DB}" dt="2026-03-01T16:37:57.948" v="535"/>
        <pc:sldMkLst>
          <pc:docMk/>
          <pc:sldMk cId="426927151" sldId="994"/>
        </pc:sldMkLst>
      </pc:sldChg>
      <pc:sldChg chg="modSp">
        <pc:chgData name="明治安田　荻野 純平" userId="S::jy-ogino@ccken.onmicrosoft.com::27cba3d8-e4d3-428c-9353-43187c47438c" providerId="AD" clId="Web-{E0FEEB17-A4E3-C948-6284-032574EFD8DB}" dt="2026-03-01T16:38:17.090" v="545"/>
        <pc:sldMkLst>
          <pc:docMk/>
          <pc:sldMk cId="1557085014" sldId="1005"/>
        </pc:sldMkLst>
      </pc:sldChg>
      <pc:sldChg chg="modSp">
        <pc:chgData name="明治安田　荻野 純平" userId="S::jy-ogino@ccken.onmicrosoft.com::27cba3d8-e4d3-428c-9353-43187c47438c" providerId="AD" clId="Web-{E0FEEB17-A4E3-C948-6284-032574EFD8DB}" dt="2026-03-01T16:39:09.153" v="557"/>
        <pc:sldMkLst>
          <pc:docMk/>
          <pc:sldMk cId="433359686" sldId="1008"/>
        </pc:sldMkLst>
      </pc:sldChg>
      <pc:sldChg chg="addSp delSp modSp add replId">
        <pc:chgData name="明治安田　荻野 純平" userId="S::jy-ogino@ccken.onmicrosoft.com::27cba3d8-e4d3-428c-9353-43187c47438c" providerId="AD" clId="Web-{E0FEEB17-A4E3-C948-6284-032574EFD8DB}" dt="2026-03-01T16:39:42.591" v="564" actId="1076"/>
        <pc:sldMkLst>
          <pc:docMk/>
          <pc:sldMk cId="3141537626" sldId="1012"/>
        </pc:sldMkLst>
      </pc:sldChg>
    </pc:docChg>
  </pc:docChgLst>
  <pc:docChgLst>
    <pc:chgData name="主査　福島 直人" userId="S::naoto_2_fukushima@ccken.onmicrosoft.com::8f548a50-3d4a-4660-b17c-82fdb2003fd5" providerId="AD" clId="Web-{742EC931-7F23-F540-8770-02DCB5851FA3}"/>
    <pc:docChg chg="modSld">
      <pc:chgData name="主査　福島 直人" userId="S::naoto_2_fukushima@ccken.onmicrosoft.com::8f548a50-3d4a-4660-b17c-82fdb2003fd5" providerId="AD" clId="Web-{742EC931-7F23-F540-8770-02DCB5851FA3}" dt="2026-02-28T14:10:26.525" v="10" actId="20577"/>
      <pc:docMkLst>
        <pc:docMk/>
      </pc:docMkLst>
      <pc:sldChg chg="modSp">
        <pc:chgData name="主査　福島 直人" userId="S::naoto_2_fukushima@ccken.onmicrosoft.com::8f548a50-3d4a-4660-b17c-82fdb2003fd5" providerId="AD" clId="Web-{742EC931-7F23-F540-8770-02DCB5851FA3}" dt="2026-02-28T14:10:26.525" v="10" actId="20577"/>
        <pc:sldMkLst>
          <pc:docMk/>
          <pc:sldMk cId="3851575879" sldId="988"/>
        </pc:sldMkLst>
      </pc:sldChg>
    </pc:docChg>
  </pc:docChgLst>
  <pc:docChgLst>
    <pc:chgData name="明治安田　荻野 純平" userId="S::jy-ogino@ccken.onmicrosoft.com::27cba3d8-e4d3-428c-9353-43187c47438c" providerId="AD" clId="Web-{3D6279D2-D3FD-1441-ADBD-362266078CB7}"/>
    <pc:docChg chg="modSld">
      <pc:chgData name="明治安田　荻野 純平" userId="S::jy-ogino@ccken.onmicrosoft.com::27cba3d8-e4d3-428c-9353-43187c47438c" providerId="AD" clId="Web-{3D6279D2-D3FD-1441-ADBD-362266078CB7}" dt="2026-02-25T15:58:36.886" v="8" actId="14100"/>
      <pc:docMkLst>
        <pc:docMk/>
      </pc:docMkLst>
    </pc:docChg>
  </pc:docChgLst>
  <pc:docChgLst>
    <pc:chgData name="嵩 小林" userId="1758831be2507584" providerId="LiveId" clId="{4DF084CB-985F-48B1-9B74-DA23864AD4CE}"/>
    <pc:docChg chg="undo redo custSel addSld delSld modSld sldOrd modSection">
      <pc:chgData name="嵩 小林" userId="1758831be2507584" providerId="LiveId" clId="{4DF084CB-985F-48B1-9B74-DA23864AD4CE}" dt="2026-02-19T06:53:43.665" v="11617" actId="20577"/>
      <pc:docMkLst>
        <pc:docMk/>
      </pc:docMkLst>
      <pc:sldChg chg="addSp modSp">
        <pc:chgData name="嵩 小林" userId="1758831be2507584" providerId="LiveId" clId="{4DF084CB-985F-48B1-9B74-DA23864AD4CE}" dt="2026-02-08T00:47:07.601" v="9154"/>
        <pc:sldMkLst>
          <pc:docMk/>
          <pc:sldMk cId="1102123462" sldId="703"/>
        </pc:sldMkLst>
      </pc:sldChg>
      <pc:sldChg chg="ord">
        <pc:chgData name="嵩 小林" userId="1758831be2507584" providerId="LiveId" clId="{4DF084CB-985F-48B1-9B74-DA23864AD4CE}" dt="2026-02-11T14:48:47.507" v="10663"/>
        <pc:sldMkLst>
          <pc:docMk/>
          <pc:sldMk cId="2585609864" sldId="805"/>
        </pc:sldMkLst>
      </pc:sldChg>
      <pc:sldChg chg="ord">
        <pc:chgData name="嵩 小林" userId="1758831be2507584" providerId="LiveId" clId="{4DF084CB-985F-48B1-9B74-DA23864AD4CE}" dt="2026-02-11T14:48:47.507" v="10663"/>
        <pc:sldMkLst>
          <pc:docMk/>
          <pc:sldMk cId="3740400021" sldId="808"/>
        </pc:sldMkLst>
      </pc:sldChg>
      <pc:sldChg chg="ord">
        <pc:chgData name="嵩 小林" userId="1758831be2507584" providerId="LiveId" clId="{4DF084CB-985F-48B1-9B74-DA23864AD4CE}" dt="2026-02-11T14:48:47.507" v="10663"/>
        <pc:sldMkLst>
          <pc:docMk/>
          <pc:sldMk cId="2863564126" sldId="809"/>
        </pc:sldMkLst>
      </pc:sldChg>
      <pc:sldChg chg="ord">
        <pc:chgData name="嵩 小林" userId="1758831be2507584" providerId="LiveId" clId="{4DF084CB-985F-48B1-9B74-DA23864AD4CE}" dt="2026-02-11T14:48:47.507" v="10663"/>
        <pc:sldMkLst>
          <pc:docMk/>
          <pc:sldMk cId="4048481670" sldId="810"/>
        </pc:sldMkLst>
      </pc:sldChg>
      <pc:sldChg chg="ord">
        <pc:chgData name="嵩 小林" userId="1758831be2507584" providerId="LiveId" clId="{4DF084CB-985F-48B1-9B74-DA23864AD4CE}" dt="2026-02-11T14:48:47.507" v="10663"/>
        <pc:sldMkLst>
          <pc:docMk/>
          <pc:sldMk cId="656133690" sldId="811"/>
        </pc:sldMkLst>
      </pc:sldChg>
      <pc:sldChg chg="ord">
        <pc:chgData name="嵩 小林" userId="1758831be2507584" providerId="LiveId" clId="{4DF084CB-985F-48B1-9B74-DA23864AD4CE}" dt="2026-02-11T14:48:47.507" v="10663"/>
        <pc:sldMkLst>
          <pc:docMk/>
          <pc:sldMk cId="3784166746" sldId="812"/>
        </pc:sldMkLst>
      </pc:sldChg>
      <pc:sldChg chg="addSp delSp modSp mod">
        <pc:chgData name="嵩 小林" userId="1758831be2507584" providerId="LiveId" clId="{4DF084CB-985F-48B1-9B74-DA23864AD4CE}" dt="2026-02-15T07:47:37.576" v="11490" actId="20577"/>
        <pc:sldMkLst>
          <pc:docMk/>
          <pc:sldMk cId="3369189793" sldId="835"/>
        </pc:sldMkLst>
      </pc:sldChg>
      <pc:sldChg chg="addSp delSp modSp mod">
        <pc:chgData name="嵩 小林" userId="1758831be2507584" providerId="LiveId" clId="{4DF084CB-985F-48B1-9B74-DA23864AD4CE}" dt="2026-02-15T07:48:48.499" v="11530" actId="20577"/>
        <pc:sldMkLst>
          <pc:docMk/>
          <pc:sldMk cId="3528798614" sldId="836"/>
        </pc:sldMkLst>
      </pc:sldChg>
      <pc:sldChg chg="ord">
        <pc:chgData name="嵩 小林" userId="1758831be2507584" providerId="LiveId" clId="{4DF084CB-985F-48B1-9B74-DA23864AD4CE}" dt="2026-02-11T14:48:47.507" v="10663"/>
        <pc:sldMkLst>
          <pc:docMk/>
          <pc:sldMk cId="1689093626" sldId="838"/>
        </pc:sldMkLst>
      </pc:sldChg>
      <pc:sldChg chg="modSp add mod">
        <pc:chgData name="嵩 小林" userId="1758831be2507584" providerId="LiveId" clId="{4DF084CB-985F-48B1-9B74-DA23864AD4CE}" dt="2026-02-07T14:32:09.110" v="8077" actId="20577"/>
        <pc:sldMkLst>
          <pc:docMk/>
          <pc:sldMk cId="3413881863" sldId="881"/>
        </pc:sldMkLst>
      </pc:sldChg>
      <pc:sldChg chg="delSp modSp add mod">
        <pc:chgData name="嵩 小林" userId="1758831be2507584" providerId="LiveId" clId="{4DF084CB-985F-48B1-9B74-DA23864AD4CE}" dt="2026-02-11T06:12:45.649" v="9797" actId="20577"/>
        <pc:sldMkLst>
          <pc:docMk/>
          <pc:sldMk cId="1666554009" sldId="885"/>
        </pc:sldMkLst>
      </pc:sldChg>
      <pc:sldChg chg="modSp mod">
        <pc:chgData name="嵩 小林" userId="1758831be2507584" providerId="LiveId" clId="{4DF084CB-985F-48B1-9B74-DA23864AD4CE}" dt="2026-02-15T00:25:54.975" v="10865" actId="14100"/>
        <pc:sldMkLst>
          <pc:docMk/>
          <pc:sldMk cId="4236540724" sldId="928"/>
        </pc:sldMkLst>
      </pc:sldChg>
      <pc:sldChg chg="modSp mod">
        <pc:chgData name="嵩 小林" userId="1758831be2507584" providerId="LiveId" clId="{4DF084CB-985F-48B1-9B74-DA23864AD4CE}" dt="2026-02-19T06:52:22.191" v="11593" actId="20577"/>
        <pc:sldMkLst>
          <pc:docMk/>
          <pc:sldMk cId="4077408376" sldId="962"/>
        </pc:sldMkLst>
      </pc:sldChg>
    </pc:docChg>
  </pc:docChgLst>
  <pc:docChgLst>
    <pc:chgData name="主査　福島 直人" userId="S::naoto_2_fukushima@ccken.onmicrosoft.com::8f548a50-3d4a-4660-b17c-82fdb2003fd5" providerId="AD" clId="Web-{4B555964-7CDF-5554-6B99-47AF1A7F634D}"/>
    <pc:docChg chg="modSld">
      <pc:chgData name="主査　福島 直人" userId="S::naoto_2_fukushima@ccken.onmicrosoft.com::8f548a50-3d4a-4660-b17c-82fdb2003fd5" providerId="AD" clId="Web-{4B555964-7CDF-5554-6B99-47AF1A7F634D}" dt="2026-02-27T14:53:01.945" v="87"/>
      <pc:docMkLst>
        <pc:docMk/>
      </pc:docMkLst>
      <pc:sldChg chg="addSp delSp modSp">
        <pc:chgData name="主査　福島 直人" userId="S::naoto_2_fukushima@ccken.onmicrosoft.com::8f548a50-3d4a-4660-b17c-82fdb2003fd5" providerId="AD" clId="Web-{4B555964-7CDF-5554-6B99-47AF1A7F634D}" dt="2026-02-27T14:52:26.411" v="86" actId="1076"/>
        <pc:sldMkLst>
          <pc:docMk/>
          <pc:sldMk cId="702632411" sldId="935"/>
        </pc:sldMkLst>
      </pc:sldChg>
      <pc:sldChg chg="modSp">
        <pc:chgData name="主査　福島 直人" userId="S::naoto_2_fukushima@ccken.onmicrosoft.com::8f548a50-3d4a-4660-b17c-82fdb2003fd5" providerId="AD" clId="Web-{4B555964-7CDF-5554-6B99-47AF1A7F634D}" dt="2026-02-27T14:50:56.360" v="77" actId="20577"/>
        <pc:sldMkLst>
          <pc:docMk/>
          <pc:sldMk cId="2575810299" sldId="958"/>
        </pc:sldMkLst>
      </pc:sldChg>
      <pc:sldChg chg="modSp">
        <pc:chgData name="主査　福島 直人" userId="S::naoto_2_fukushima@ccken.onmicrosoft.com::8f548a50-3d4a-4660-b17c-82fdb2003fd5" providerId="AD" clId="Web-{4B555964-7CDF-5554-6B99-47AF1A7F634D}" dt="2026-02-27T14:53:01.945" v="87"/>
        <pc:sldMkLst>
          <pc:docMk/>
          <pc:sldMk cId="490314474" sldId="961"/>
        </pc:sldMkLst>
      </pc:sldChg>
      <pc:sldChg chg="modSp">
        <pc:chgData name="主査　福島 直人" userId="S::naoto_2_fukushima@ccken.onmicrosoft.com::8f548a50-3d4a-4660-b17c-82fdb2003fd5" providerId="AD" clId="Web-{4B555964-7CDF-5554-6B99-47AF1A7F634D}" dt="2026-02-27T14:44:17.275" v="32" actId="20577"/>
        <pc:sldMkLst>
          <pc:docMk/>
          <pc:sldMk cId="995557494" sldId="986"/>
        </pc:sldMkLst>
      </pc:sldChg>
      <pc:sldChg chg="modSp">
        <pc:chgData name="主査　福島 直人" userId="S::naoto_2_fukushima@ccken.onmicrosoft.com::8f548a50-3d4a-4660-b17c-82fdb2003fd5" providerId="AD" clId="Web-{4B555964-7CDF-5554-6B99-47AF1A7F634D}" dt="2026-02-27T14:47:33.794" v="66" actId="20577"/>
        <pc:sldMkLst>
          <pc:docMk/>
          <pc:sldMk cId="3851575879" sldId="988"/>
        </pc:sldMkLst>
      </pc:sldChg>
    </pc:docChg>
  </pc:docChgLst>
  <pc:docChgLst>
    <pc:chgData name="主査　福島 直人" userId="S::naoto_2_fukushima@ccken.onmicrosoft.com::8f548a50-3d4a-4660-b17c-82fdb2003fd5" providerId="AD" clId="Web-{690779BD-0B15-35F5-5F4F-A1DADDD34FDA}"/>
    <pc:docChg chg="modSld">
      <pc:chgData name="主査　福島 直人" userId="S::naoto_2_fukushima@ccken.onmicrosoft.com::8f548a50-3d4a-4660-b17c-82fdb2003fd5" providerId="AD" clId="Web-{690779BD-0B15-35F5-5F4F-A1DADDD34FDA}" dt="2026-02-10T01:10:53.530" v="2" actId="1076"/>
      <pc:docMkLst>
        <pc:docMk/>
      </pc:docMkLst>
      <pc:sldChg chg="modSp">
        <pc:chgData name="主査　福島 直人" userId="S::naoto_2_fukushima@ccken.onmicrosoft.com::8f548a50-3d4a-4660-b17c-82fdb2003fd5" providerId="AD" clId="Web-{690779BD-0B15-35F5-5F4F-A1DADDD34FDA}" dt="2026-02-10T01:10:53.530" v="2" actId="1076"/>
        <pc:sldMkLst>
          <pc:docMk/>
          <pc:sldMk cId="468256319" sldId="471"/>
        </pc:sldMkLst>
      </pc:sldChg>
    </pc:docChg>
  </pc:docChgLst>
  <pc:docChgLst>
    <pc:chgData name="明治安田　荻野 純平" userId="S::jy-ogino@ccken.onmicrosoft.com::27cba3d8-e4d3-428c-9353-43187c47438c" providerId="AD" clId="Web-{0237C7FD-D890-071E-82F2-11329E0325D5}"/>
    <pc:docChg chg="mod modSld sldOrd">
      <pc:chgData name="明治安田　荻野 純平" userId="S::jy-ogino@ccken.onmicrosoft.com::27cba3d8-e4d3-428c-9353-43187c47438c" providerId="AD" clId="Web-{0237C7FD-D890-071E-82F2-11329E0325D5}" dt="2026-02-24T14:56:42.489" v="240"/>
      <pc:docMkLst>
        <pc:docMk/>
      </pc:docMkLst>
      <pc:sldChg chg="modSp">
        <pc:chgData name="明治安田　荻野 純平" userId="S::jy-ogino@ccken.onmicrosoft.com::27cba3d8-e4d3-428c-9353-43187c47438c" providerId="AD" clId="Web-{0237C7FD-D890-071E-82F2-11329E0325D5}" dt="2026-02-24T14:43:41.226" v="184" actId="20577"/>
        <pc:sldMkLst>
          <pc:docMk/>
          <pc:sldMk cId="2912982522" sldId="983"/>
        </pc:sldMkLst>
      </pc:sldChg>
    </pc:docChg>
  </pc:docChgLst>
  <pc:docChgLst>
    <pc:chgData name="明治安田　荻野 純平" userId="S::jy-ogino@ccken.onmicrosoft.com::27cba3d8-e4d3-428c-9353-43187c47438c" providerId="AD" clId="Web-{AB0E568D-D6B3-60E5-C910-4928E23B2B43}"/>
    <pc:docChg chg="addSld modSld modSection">
      <pc:chgData name="明治安田　荻野 純平" userId="S::jy-ogino@ccken.onmicrosoft.com::27cba3d8-e4d3-428c-9353-43187c47438c" providerId="AD" clId="Web-{AB0E568D-D6B3-60E5-C910-4928E23B2B43}" dt="2026-02-23T22:21:48.406" v="15"/>
      <pc:docMkLst>
        <pc:docMk/>
      </pc:docMkLst>
      <pc:sldChg chg="add">
        <pc:chgData name="明治安田　荻野 純平" userId="S::jy-ogino@ccken.onmicrosoft.com::27cba3d8-e4d3-428c-9353-43187c47438c" providerId="AD" clId="Web-{AB0E568D-D6B3-60E5-C910-4928E23B2B43}" dt="2026-02-23T22:19:25.156" v="2"/>
        <pc:sldMkLst>
          <pc:docMk/>
          <pc:sldMk cId="3546692421" sldId="980"/>
        </pc:sldMkLst>
      </pc:sldChg>
      <pc:sldChg chg="add">
        <pc:chgData name="明治安田　荻野 純平" userId="S::jy-ogino@ccken.onmicrosoft.com::27cba3d8-e4d3-428c-9353-43187c47438c" providerId="AD" clId="Web-{AB0E568D-D6B3-60E5-C910-4928E23B2B43}" dt="2026-02-23T22:19:25.531" v="5"/>
        <pc:sldMkLst>
          <pc:docMk/>
          <pc:sldMk cId="2912982522" sldId="983"/>
        </pc:sldMkLst>
      </pc:sldChg>
    </pc:docChg>
  </pc:docChgLst>
  <pc:docChgLst>
    <pc:chgData name="村上　淳" userId="S::ji-murakami@ccken.onmicrosoft.com::0b8e6a16-2353-4e90-9a7d-8e4f0d078fbd" providerId="AD" clId="Web-{12A87932-D662-B434-616C-47328E6ED691}"/>
    <pc:docChg chg="delSld modSld modSection">
      <pc:chgData name="村上　淳" userId="S::ji-murakami@ccken.onmicrosoft.com::0b8e6a16-2353-4e90-9a7d-8e4f0d078fbd" providerId="AD" clId="Web-{12A87932-D662-B434-616C-47328E6ED691}" dt="2026-02-16T22:10:20.345" v="75" actId="1076"/>
      <pc:docMkLst>
        <pc:docMk/>
      </pc:docMkLst>
    </pc:docChg>
  </pc:docChgLst>
  <pc:docChgLst>
    <pc:chgData name="村上　淳" userId="S::ji-murakami@ccken.onmicrosoft.com::0b8e6a16-2353-4e90-9a7d-8e4f0d078fbd" providerId="AD" clId="Web-{230F0E27-60B2-14C6-D3D7-FAA5633EDCB6}"/>
    <pc:docChg chg="modSld">
      <pc:chgData name="村上　淳" userId="S::ji-murakami@ccken.onmicrosoft.com::0b8e6a16-2353-4e90-9a7d-8e4f0d078fbd" providerId="AD" clId="Web-{230F0E27-60B2-14C6-D3D7-FAA5633EDCB6}" dt="2026-02-14T03:55:47.604" v="8"/>
      <pc:docMkLst>
        <pc:docMk/>
      </pc:docMkLst>
      <pc:sldChg chg="modSp">
        <pc:chgData name="村上　淳" userId="S::ji-murakami@ccken.onmicrosoft.com::0b8e6a16-2353-4e90-9a7d-8e4f0d078fbd" providerId="AD" clId="Web-{230F0E27-60B2-14C6-D3D7-FAA5633EDCB6}" dt="2026-02-14T03:55:47.604" v="8"/>
        <pc:sldMkLst>
          <pc:docMk/>
          <pc:sldMk cId="4236540724" sldId="928"/>
        </pc:sldMkLst>
      </pc:sldChg>
    </pc:docChg>
  </pc:docChgLst>
  <pc:docChgLst>
    <pc:chgData name="主査　福島 直人" userId="S::naoto_2_fukushima@ccken.onmicrosoft.com::8f548a50-3d4a-4660-b17c-82fdb2003fd5" providerId="AD" clId="Web-{BE037EAD-1EE2-A099-5001-42D080188C80}"/>
    <pc:docChg chg="modSld">
      <pc:chgData name="主査　福島 直人" userId="S::naoto_2_fukushima@ccken.onmicrosoft.com::8f548a50-3d4a-4660-b17c-82fdb2003fd5" providerId="AD" clId="Web-{BE037EAD-1EE2-A099-5001-42D080188C80}" dt="2026-02-28T13:38:13.466" v="190" actId="1076"/>
      <pc:docMkLst>
        <pc:docMk/>
      </pc:docMkLst>
      <pc:sldChg chg="modSp">
        <pc:chgData name="主査　福島 直人" userId="S::naoto_2_fukushima@ccken.onmicrosoft.com::8f548a50-3d4a-4660-b17c-82fdb2003fd5" providerId="AD" clId="Web-{BE037EAD-1EE2-A099-5001-42D080188C80}" dt="2026-02-28T13:03:25.917" v="4" actId="20577"/>
        <pc:sldMkLst>
          <pc:docMk/>
          <pc:sldMk cId="2802704857" sldId="956"/>
        </pc:sldMkLst>
      </pc:sldChg>
      <pc:sldChg chg="addSp modSp">
        <pc:chgData name="主査　福島 直人" userId="S::naoto_2_fukushima@ccken.onmicrosoft.com::8f548a50-3d4a-4660-b17c-82fdb2003fd5" providerId="AD" clId="Web-{BE037EAD-1EE2-A099-5001-42D080188C80}" dt="2026-02-28T13:32:45.196" v="188"/>
        <pc:sldMkLst>
          <pc:docMk/>
          <pc:sldMk cId="3211560190" sldId="974"/>
        </pc:sldMkLst>
      </pc:sldChg>
      <pc:sldChg chg="addSp delSp modSp">
        <pc:chgData name="主査　福島 直人" userId="S::naoto_2_fukushima@ccken.onmicrosoft.com::8f548a50-3d4a-4660-b17c-82fdb2003fd5" providerId="AD" clId="Web-{BE037EAD-1EE2-A099-5001-42D080188C80}" dt="2026-02-28T13:17:36.907" v="126" actId="20577"/>
        <pc:sldMkLst>
          <pc:docMk/>
          <pc:sldMk cId="1056783319" sldId="1009"/>
        </pc:sldMkLst>
      </pc:sldChg>
      <pc:sldChg chg="addSp delSp modSp">
        <pc:chgData name="主査　福島 直人" userId="S::naoto_2_fukushima@ccken.onmicrosoft.com::8f548a50-3d4a-4660-b17c-82fdb2003fd5" providerId="AD" clId="Web-{BE037EAD-1EE2-A099-5001-42D080188C80}" dt="2026-02-28T13:17:48.190" v="128" actId="14100"/>
        <pc:sldMkLst>
          <pc:docMk/>
          <pc:sldMk cId="865026807" sldId="1010"/>
        </pc:sldMkLst>
      </pc:sldChg>
      <pc:sldChg chg="addSp delSp modSp">
        <pc:chgData name="主査　福島 直人" userId="S::naoto_2_fukushima@ccken.onmicrosoft.com::8f548a50-3d4a-4660-b17c-82fdb2003fd5" providerId="AD" clId="Web-{BE037EAD-1EE2-A099-5001-42D080188C80}" dt="2026-02-28T13:17:20.156" v="121" actId="14100"/>
        <pc:sldMkLst>
          <pc:docMk/>
          <pc:sldMk cId="3418834785" sldId="1011"/>
        </pc:sldMkLst>
      </pc:sldChg>
    </pc:docChg>
  </pc:docChgLst>
  <pc:docChgLst>
    <pc:chgData name="主査　福島 直人" userId="S::naoto_2_fukushima@ccken.onmicrosoft.com::8f548a50-3d4a-4660-b17c-82fdb2003fd5" providerId="AD" clId="Web-{FC093C35-9DEE-ADE2-B9EF-E702FAA6ED6F}"/>
    <pc:docChg chg="modSld">
      <pc:chgData name="主査　福島 直人" userId="S::naoto_2_fukushima@ccken.onmicrosoft.com::8f548a50-3d4a-4660-b17c-82fdb2003fd5" providerId="AD" clId="Web-{FC093C35-9DEE-ADE2-B9EF-E702FAA6ED6F}" dt="2026-02-26T14:08:20.126" v="6" actId="1076"/>
      <pc:docMkLst>
        <pc:docMk/>
      </pc:docMkLst>
    </pc:docChg>
  </pc:docChgLst>
  <pc:docChgLst>
    <pc:chgData name="三菱UFJ信託銀行　網野 智仁" userId="S::tomohito_amino@ccken.onmicrosoft.com::f8474316-ab6c-4136-bc0a-a68b4c48cb80" providerId="AD" clId="Web-{2DD4E786-5EFD-F083-3A5A-D2247FE9FD01}"/>
    <pc:docChg chg="modSld">
      <pc:chgData name="三菱UFJ信託銀行　網野 智仁" userId="S::tomohito_amino@ccken.onmicrosoft.com::f8474316-ab6c-4136-bc0a-a68b4c48cb80" providerId="AD" clId="Web-{2DD4E786-5EFD-F083-3A5A-D2247FE9FD01}" dt="2026-02-19T07:03:14.456" v="5" actId="20577"/>
      <pc:docMkLst>
        <pc:docMk/>
      </pc:docMkLst>
    </pc:docChg>
  </pc:docChgLst>
  <pc:docChgLst>
    <pc:chgData name="三菱UFJ信託銀行　網野 智仁" userId="S::tomohito_amino@ccken.onmicrosoft.com::f8474316-ab6c-4136-bc0a-a68b4c48cb80" providerId="AD" clId="Web-{DB038119-3A81-D210-007D-5BD300AD30AF}"/>
    <pc:docChg chg="addSld delSld modSection">
      <pc:chgData name="三菱UFJ信託銀行　網野 智仁" userId="S::tomohito_amino@ccken.onmicrosoft.com::f8474316-ab6c-4136-bc0a-a68b4c48cb80" providerId="AD" clId="Web-{DB038119-3A81-D210-007D-5BD300AD30AF}" dt="2026-02-12T08:39:53.934" v="3"/>
      <pc:docMkLst>
        <pc:docMk/>
      </pc:docMkLst>
    </pc:docChg>
  </pc:docChgLst>
  <pc:docChgLst>
    <pc:chgData name="主査　福島 直人" userId="S::naoto_2_fukushima@ccken.onmicrosoft.com::8f548a50-3d4a-4660-b17c-82fdb2003fd5" providerId="AD" clId="Web-{5A68E900-42FC-4919-15F8-A9037C3B6970}"/>
    <pc:docChg chg="modSld">
      <pc:chgData name="主査　福島 直人" userId="S::naoto_2_fukushima@ccken.onmicrosoft.com::8f548a50-3d4a-4660-b17c-82fdb2003fd5" providerId="AD" clId="Web-{5A68E900-42FC-4919-15F8-A9037C3B6970}" dt="2026-02-27T15:10:28.552" v="128" actId="20577"/>
      <pc:docMkLst>
        <pc:docMk/>
      </pc:docMkLst>
      <pc:sldChg chg="modSp">
        <pc:chgData name="主査　福島 直人" userId="S::naoto_2_fukushima@ccken.onmicrosoft.com::8f548a50-3d4a-4660-b17c-82fdb2003fd5" providerId="AD" clId="Web-{5A68E900-42FC-4919-15F8-A9037C3B6970}" dt="2026-02-27T14:55:11.536" v="1" actId="20577"/>
        <pc:sldMkLst>
          <pc:docMk/>
          <pc:sldMk cId="20629679" sldId="955"/>
        </pc:sldMkLst>
      </pc:sldChg>
      <pc:sldChg chg="modSp">
        <pc:chgData name="主査　福島 直人" userId="S::naoto_2_fukushima@ccken.onmicrosoft.com::8f548a50-3d4a-4660-b17c-82fdb2003fd5" providerId="AD" clId="Web-{5A68E900-42FC-4919-15F8-A9037C3B6970}" dt="2026-02-27T14:57:45.104" v="17" actId="20577"/>
        <pc:sldMkLst>
          <pc:docMk/>
          <pc:sldMk cId="2802704857" sldId="956"/>
        </pc:sldMkLst>
      </pc:sldChg>
    </pc:docChg>
  </pc:docChgLst>
  <pc:docChgLst>
    <pc:chgData name="桑野 陽介／kuwano,yosuke IT部" userId="0390b73e-bb27-4327-9ae0-a07abe663ffc" providerId="ADAL" clId="{252CB249-1AFD-49FB-B55C-A61D8BDDE0DB}"/>
    <pc:docChg chg="undo redo custSel addSld delSld modSld modSection">
      <pc:chgData name="桑野 陽介／kuwano,yosuke IT部" userId="0390b73e-bb27-4327-9ae0-a07abe663ffc" providerId="ADAL" clId="{252CB249-1AFD-49FB-B55C-A61D8BDDE0DB}" dt="2026-02-20T00:27:18.746" v="6855" actId="20577"/>
      <pc:docMkLst>
        <pc:docMk/>
      </pc:docMkLst>
      <pc:sldChg chg="modSp mod">
        <pc:chgData name="桑野 陽介／kuwano,yosuke IT部" userId="0390b73e-bb27-4327-9ae0-a07abe663ffc" providerId="ADAL" clId="{252CB249-1AFD-49FB-B55C-A61D8BDDE0DB}" dt="2026-02-06T05:09:18.784" v="3342" actId="1076"/>
        <pc:sldMkLst>
          <pc:docMk/>
          <pc:sldMk cId="2585609864" sldId="805"/>
        </pc:sldMkLst>
      </pc:sldChg>
    </pc:docChg>
  </pc:docChgLst>
  <pc:docChgLst>
    <pc:chgData name="主査　福島 直人" userId="S::naoto_2_fukushima@ccken.onmicrosoft.com::8f548a50-3d4a-4660-b17c-82fdb2003fd5" providerId="AD" clId="Web-{907E5F60-CB2A-B8A8-9DB1-D4D0D6735159}"/>
    <pc:docChg chg="addSld delSld modSld modSection">
      <pc:chgData name="主査　福島 直人" userId="S::naoto_2_fukushima@ccken.onmicrosoft.com::8f548a50-3d4a-4660-b17c-82fdb2003fd5" providerId="AD" clId="Web-{907E5F60-CB2A-B8A8-9DB1-D4D0D6735159}" dt="2026-02-27T14:35:29.671" v="690" actId="14100"/>
      <pc:docMkLst>
        <pc:docMk/>
      </pc:docMkLst>
      <pc:sldChg chg="addSp delSp modSp">
        <pc:chgData name="主査　福島 直人" userId="S::naoto_2_fukushima@ccken.onmicrosoft.com::8f548a50-3d4a-4660-b17c-82fdb2003fd5" providerId="AD" clId="Web-{907E5F60-CB2A-B8A8-9DB1-D4D0D6735159}" dt="2026-02-27T14:28:00.736" v="647"/>
        <pc:sldMkLst>
          <pc:docMk/>
          <pc:sldMk cId="785633465" sldId="851"/>
        </pc:sldMkLst>
      </pc:sldChg>
      <pc:sldChg chg="modSp">
        <pc:chgData name="主査　福島 直人" userId="S::naoto_2_fukushima@ccken.onmicrosoft.com::8f548a50-3d4a-4660-b17c-82fdb2003fd5" providerId="AD" clId="Web-{907E5F60-CB2A-B8A8-9DB1-D4D0D6735159}" dt="2026-02-27T14:09:07.854" v="543" actId="20577"/>
        <pc:sldMkLst>
          <pc:docMk/>
          <pc:sldMk cId="20629679" sldId="955"/>
        </pc:sldMkLst>
      </pc:sldChg>
      <pc:sldChg chg="modSp">
        <pc:chgData name="主査　福島 直人" userId="S::naoto_2_fukushima@ccken.onmicrosoft.com::8f548a50-3d4a-4660-b17c-82fdb2003fd5" providerId="AD" clId="Web-{907E5F60-CB2A-B8A8-9DB1-D4D0D6735159}" dt="2026-02-27T14:07:47.427" v="540" actId="20577"/>
        <pc:sldMkLst>
          <pc:docMk/>
          <pc:sldMk cId="1984299581" sldId="957"/>
        </pc:sldMkLst>
      </pc:sldChg>
      <pc:sldChg chg="addSp delSp modSp">
        <pc:chgData name="主査　福島 直人" userId="S::naoto_2_fukushima@ccken.onmicrosoft.com::8f548a50-3d4a-4660-b17c-82fdb2003fd5" providerId="AD" clId="Web-{907E5F60-CB2A-B8A8-9DB1-D4D0D6735159}" dt="2026-02-27T14:30:05.613" v="657" actId="20577"/>
        <pc:sldMkLst>
          <pc:docMk/>
          <pc:sldMk cId="2575810299" sldId="958"/>
        </pc:sldMkLst>
      </pc:sldChg>
      <pc:sldChg chg="addSp modSp">
        <pc:chgData name="主査　福島 直人" userId="S::naoto_2_fukushima@ccken.onmicrosoft.com::8f548a50-3d4a-4660-b17c-82fdb2003fd5" providerId="AD" clId="Web-{907E5F60-CB2A-B8A8-9DB1-D4D0D6735159}" dt="2026-02-27T14:28:41.049" v="653" actId="20577"/>
        <pc:sldMkLst>
          <pc:docMk/>
          <pc:sldMk cId="490314474" sldId="961"/>
        </pc:sldMkLst>
      </pc:sldChg>
      <pc:sldChg chg="modSp">
        <pc:chgData name="主査　福島 直人" userId="S::naoto_2_fukushima@ccken.onmicrosoft.com::8f548a50-3d4a-4660-b17c-82fdb2003fd5" providerId="AD" clId="Web-{907E5F60-CB2A-B8A8-9DB1-D4D0D6735159}" dt="2026-02-27T14:35:29.671" v="690" actId="14100"/>
        <pc:sldMkLst>
          <pc:docMk/>
          <pc:sldMk cId="995557494" sldId="986"/>
        </pc:sldMkLst>
      </pc:sldChg>
    </pc:docChg>
  </pc:docChgLst>
  <pc:docChgLst>
    <pc:chgData name="明治安田　荻野 純平" userId="S::jy-ogino@ccken.onmicrosoft.com::27cba3d8-e4d3-428c-9353-43187c47438c" providerId="AD" clId="Web-{762F150F-AD15-D5E9-F4A9-D60AD2C22853}"/>
    <pc:docChg chg="addSld delSld modSld modSection">
      <pc:chgData name="明治安田　荻野 純平" userId="S::jy-ogino@ccken.onmicrosoft.com::27cba3d8-e4d3-428c-9353-43187c47438c" providerId="AD" clId="Web-{762F150F-AD15-D5E9-F4A9-D60AD2C22853}" dt="2026-02-26T14:33:13.564" v="182"/>
      <pc:docMkLst>
        <pc:docMk/>
      </pc:docMkLst>
      <pc:sldChg chg="addSp delSp modSp add replId">
        <pc:chgData name="明治安田　荻野 純平" userId="S::jy-ogino@ccken.onmicrosoft.com::27cba3d8-e4d3-428c-9353-43187c47438c" providerId="AD" clId="Web-{762F150F-AD15-D5E9-F4A9-D60AD2C22853}" dt="2026-02-26T14:25:34.198" v="19" actId="14100"/>
        <pc:sldMkLst>
          <pc:docMk/>
          <pc:sldMk cId="1557085014" sldId="1005"/>
        </pc:sldMkLst>
      </pc:sldChg>
      <pc:sldChg chg="addSp delSp modSp add replId">
        <pc:chgData name="明治安田　荻野 純平" userId="S::jy-ogino@ccken.onmicrosoft.com::27cba3d8-e4d3-428c-9353-43187c47438c" providerId="AD" clId="Web-{762F150F-AD15-D5E9-F4A9-D60AD2C22853}" dt="2026-02-26T14:32:40.539" v="180" actId="14100"/>
        <pc:sldMkLst>
          <pc:docMk/>
          <pc:sldMk cId="433359686" sldId="1008"/>
        </pc:sldMkLst>
      </pc:sldChg>
    </pc:docChg>
  </pc:docChgLst>
  <pc:docChgLst>
    <pc:chgData name="村上　淳" userId="S::ji-murakami@ccken.onmicrosoft.com::0b8e6a16-2353-4e90-9a7d-8e4f0d078fbd" providerId="AD" clId="Web-{BF2FFF05-FCB1-C406-206C-581C6198339D}"/>
    <pc:docChg chg="delSld modSld modSection">
      <pc:chgData name="村上　淳" userId="S::ji-murakami@ccken.onmicrosoft.com::0b8e6a16-2353-4e90-9a7d-8e4f0d078fbd" providerId="AD" clId="Web-{BF2FFF05-FCB1-C406-206C-581C6198339D}" dt="2026-02-26T18:21:25.212" v="248" actId="14100"/>
      <pc:docMkLst>
        <pc:docMk/>
      </pc:docMkLst>
      <pc:sldChg chg="modSp">
        <pc:chgData name="村上　淳" userId="S::ji-murakami@ccken.onmicrosoft.com::0b8e6a16-2353-4e90-9a7d-8e4f0d078fbd" providerId="AD" clId="Web-{BF2FFF05-FCB1-C406-206C-581C6198339D}" dt="2026-02-26T18:19:29.226" v="231"/>
        <pc:sldMkLst>
          <pc:docMk/>
          <pc:sldMk cId="3740400021" sldId="808"/>
        </pc:sldMkLst>
      </pc:sldChg>
      <pc:sldChg chg="modSp">
        <pc:chgData name="村上　淳" userId="S::ji-murakami@ccken.onmicrosoft.com::0b8e6a16-2353-4e90-9a7d-8e4f0d078fbd" providerId="AD" clId="Web-{BF2FFF05-FCB1-C406-206C-581C6198339D}" dt="2026-02-26T18:11:38.793" v="112"/>
        <pc:sldMkLst>
          <pc:docMk/>
          <pc:sldMk cId="2863564126" sldId="809"/>
        </pc:sldMkLst>
      </pc:sldChg>
      <pc:sldChg chg="modSp">
        <pc:chgData name="村上　淳" userId="S::ji-murakami@ccken.onmicrosoft.com::0b8e6a16-2353-4e90-9a7d-8e4f0d078fbd" providerId="AD" clId="Web-{BF2FFF05-FCB1-C406-206C-581C6198339D}" dt="2026-02-26T18:20:11.133" v="233"/>
        <pc:sldMkLst>
          <pc:docMk/>
          <pc:sldMk cId="4048481670" sldId="810"/>
        </pc:sldMkLst>
      </pc:sldChg>
      <pc:sldChg chg="modSp">
        <pc:chgData name="村上　淳" userId="S::ji-murakami@ccken.onmicrosoft.com::0b8e6a16-2353-4e90-9a7d-8e4f0d078fbd" providerId="AD" clId="Web-{BF2FFF05-FCB1-C406-206C-581C6198339D}" dt="2026-02-26T18:14:50.580" v="153"/>
        <pc:sldMkLst>
          <pc:docMk/>
          <pc:sldMk cId="656133690" sldId="811"/>
        </pc:sldMkLst>
      </pc:sldChg>
      <pc:sldChg chg="modSp">
        <pc:chgData name="村上　淳" userId="S::ji-murakami@ccken.onmicrosoft.com::0b8e6a16-2353-4e90-9a7d-8e4f0d078fbd" providerId="AD" clId="Web-{BF2FFF05-FCB1-C406-206C-581C6198339D}" dt="2026-02-26T18:16:50.192" v="209"/>
        <pc:sldMkLst>
          <pc:docMk/>
          <pc:sldMk cId="3784166746" sldId="812"/>
        </pc:sldMkLst>
      </pc:sldChg>
      <pc:sldChg chg="modSp">
        <pc:chgData name="村上　淳" userId="S::ji-murakami@ccken.onmicrosoft.com::0b8e6a16-2353-4e90-9a7d-8e4f0d078fbd" providerId="AD" clId="Web-{BF2FFF05-FCB1-C406-206C-581C6198339D}" dt="2026-02-26T18:13:16.405" v="136"/>
        <pc:sldMkLst>
          <pc:docMk/>
          <pc:sldMk cId="1689093626" sldId="838"/>
        </pc:sldMkLst>
      </pc:sldChg>
      <pc:sldChg chg="modSp">
        <pc:chgData name="村上　淳" userId="S::ji-murakami@ccken.onmicrosoft.com::0b8e6a16-2353-4e90-9a7d-8e4f0d078fbd" providerId="AD" clId="Web-{BF2FFF05-FCB1-C406-206C-581C6198339D}" dt="2026-02-26T18:06:03.757" v="76"/>
        <pc:sldMkLst>
          <pc:docMk/>
          <pc:sldMk cId="3913572286" sldId="963"/>
        </pc:sldMkLst>
      </pc:sldChg>
      <pc:sldChg chg="modSp">
        <pc:chgData name="村上　淳" userId="S::ji-murakami@ccken.onmicrosoft.com::0b8e6a16-2353-4e90-9a7d-8e4f0d078fbd" providerId="AD" clId="Web-{BF2FFF05-FCB1-C406-206C-581C6198339D}" dt="2026-02-26T18:09:32.005" v="90" actId="20577"/>
        <pc:sldMkLst>
          <pc:docMk/>
          <pc:sldMk cId="865026807" sldId="1010"/>
        </pc:sldMkLst>
      </pc:sldChg>
      <pc:sldChg chg="modSp">
        <pc:chgData name="村上　淳" userId="S::ji-murakami@ccken.onmicrosoft.com::0b8e6a16-2353-4e90-9a7d-8e4f0d078fbd" providerId="AD" clId="Web-{BF2FFF05-FCB1-C406-206C-581C6198339D}" dt="2026-02-26T18:21:25.212" v="248" actId="14100"/>
        <pc:sldMkLst>
          <pc:docMk/>
          <pc:sldMk cId="3418834785" sldId="1011"/>
        </pc:sldMkLst>
      </pc:sldChg>
    </pc:docChg>
  </pc:docChgLst>
  <pc:docChgLst>
    <pc:chgData name="主査　福島 直人" userId="S::naoto_2_fukushima@ccken.onmicrosoft.com::8f548a50-3d4a-4660-b17c-82fdb2003fd5" providerId="AD" clId="Web-{DE5286DE-27DF-0508-F21A-01FA61FF3FB1}"/>
    <pc:docChg chg="delSld modSld sldOrd delSection modSection">
      <pc:chgData name="主査　福島 直人" userId="S::naoto_2_fukushima@ccken.onmicrosoft.com::8f548a50-3d4a-4660-b17c-82fdb2003fd5" providerId="AD" clId="Web-{DE5286DE-27DF-0508-F21A-01FA61FF3FB1}" dt="2026-02-10T03:50:13.021" v="191"/>
      <pc:docMkLst>
        <pc:docMk/>
      </pc:docMkLst>
      <pc:sldChg chg="addSp delSp modSp">
        <pc:chgData name="主査　福島 直人" userId="S::naoto_2_fukushima@ccken.onmicrosoft.com::8f548a50-3d4a-4660-b17c-82fdb2003fd5" providerId="AD" clId="Web-{DE5286DE-27DF-0508-F21A-01FA61FF3FB1}" dt="2026-02-10T03:47:43.188" v="188" actId="1076"/>
        <pc:sldMkLst>
          <pc:docMk/>
          <pc:sldMk cId="468256319" sldId="471"/>
        </pc:sldMkLst>
      </pc:sldChg>
    </pc:docChg>
  </pc:docChgLst>
  <pc:docChgLst>
    <pc:chgData name="東京海上日動システムズ　川又 聖史" userId="S::kawamata374512_gmail.com#ext#@ccken.onmicrosoft.com::08ddaa4a-df89-4426-a5e8-4dbd2fe77e14" providerId="AD" clId="Web-{1F9B9169-4D5C-E8E6-EED6-0B232A2172B4}"/>
    <pc:docChg chg="mod modSld">
      <pc:chgData name="東京海上日動システムズ　川又 聖史" userId="S::kawamata374512_gmail.com#ext#@ccken.onmicrosoft.com::08ddaa4a-df89-4426-a5e8-4dbd2fe77e14" providerId="AD" clId="Web-{1F9B9169-4D5C-E8E6-EED6-0B232A2172B4}" dt="2026-02-12T09:07:14.742" v="258" actId="20577"/>
      <pc:docMkLst>
        <pc:docMk/>
      </pc:docMkLst>
    </pc:docChg>
  </pc:docChgLst>
  <pc:docChgLst>
    <pc:chgData name="主査　福島 直人" userId="S::naoto_2_fukushima@ccken.onmicrosoft.com::8f548a50-3d4a-4660-b17c-82fdb2003fd5" providerId="AD" clId="Web-{2D0AE034-9E6A-AC22-208B-1CBF0A3BBB99}"/>
    <pc:docChg chg="modSld">
      <pc:chgData name="主査　福島 直人" userId="S::naoto_2_fukushima@ccken.onmicrosoft.com::8f548a50-3d4a-4660-b17c-82fdb2003fd5" providerId="AD" clId="Web-{2D0AE034-9E6A-AC22-208B-1CBF0A3BBB99}" dt="2026-03-02T02:25:59.626" v="56" actId="20577"/>
      <pc:docMkLst>
        <pc:docMk/>
      </pc:docMkLst>
      <pc:sldChg chg="modSp modCm">
        <pc:chgData name="主査　福島 直人" userId="S::naoto_2_fukushima@ccken.onmicrosoft.com::8f548a50-3d4a-4660-b17c-82fdb2003fd5" providerId="AD" clId="Web-{2D0AE034-9E6A-AC22-208B-1CBF0A3BBB99}" dt="2026-03-02T02:20:19.401" v="2" actId="20577"/>
        <pc:sldMkLst>
          <pc:docMk/>
          <pc:sldMk cId="2863164929" sldId="773"/>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0:19.401" v="2" actId="20577"/>
              <pc2:cmMkLst xmlns:pc2="http://schemas.microsoft.com/office/powerpoint/2019/9/main/command">
                <pc:docMk/>
                <pc:sldMk cId="2863164929" sldId="773"/>
                <pc2:cmMk id="{6F4D3308-86C0-4B94-A913-4A0FCBA69984}"/>
              </pc2:cmMkLst>
            </pc226:cmChg>
          </p:ext>
        </pc:extLst>
      </pc:sldChg>
      <pc:sldChg chg="modSp">
        <pc:chgData name="主査　福島 直人" userId="S::naoto_2_fukushima@ccken.onmicrosoft.com::8f548a50-3d4a-4660-b17c-82fdb2003fd5" providerId="AD" clId="Web-{2D0AE034-9E6A-AC22-208B-1CBF0A3BBB99}" dt="2026-03-02T02:25:45.467" v="52" actId="20577"/>
        <pc:sldMkLst>
          <pc:docMk/>
          <pc:sldMk cId="3369189793" sldId="835"/>
        </pc:sldMkLst>
      </pc:sldChg>
      <pc:sldChg chg="modSp modCm">
        <pc:chgData name="主査　福島 直人" userId="S::naoto_2_fukushima@ccken.onmicrosoft.com::8f548a50-3d4a-4660-b17c-82fdb2003fd5" providerId="AD" clId="Web-{2D0AE034-9E6A-AC22-208B-1CBF0A3BBB99}" dt="2026-03-02T02:24:56.170" v="42" actId="20577"/>
        <pc:sldMkLst>
          <pc:docMk/>
          <pc:sldMk cId="995557494" sldId="986"/>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56.170" v="42" actId="20577"/>
              <pc2:cmMkLst xmlns:pc2="http://schemas.microsoft.com/office/powerpoint/2019/9/main/command">
                <pc:docMk/>
                <pc:sldMk cId="995557494" sldId="986"/>
                <pc2:cmMk id="{AED293B4-697C-49DE-A60F-1E969E14D40E}"/>
              </pc2:cmMkLst>
            </pc226:cmChg>
          </p:ext>
        </pc:extLst>
      </pc:sldChg>
      <pc:sldChg chg="modSp modCm">
        <pc:chgData name="主査　福島 直人" userId="S::naoto_2_fukushima@ccken.onmicrosoft.com::8f548a50-3d4a-4660-b17c-82fdb2003fd5" providerId="AD" clId="Web-{2D0AE034-9E6A-AC22-208B-1CBF0A3BBB99}" dt="2026-03-02T02:25:16.608" v="48" actId="20577"/>
        <pc:sldMkLst>
          <pc:docMk/>
          <pc:sldMk cId="3851575879" sldId="988"/>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A5061F10-D051-4612-947A-2E0CA615B7BC}"/>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0FD9F650-0E26-47D6-94F3-74784113023E}"/>
              </pc2:cmMkLst>
            </pc226:cmChg>
          </p:ext>
        </pc:extLst>
      </pc:sldChg>
      <pc:sldChg chg="modSp modCm">
        <pc:chgData name="主査　福島 直人" userId="S::naoto_2_fukushima@ccken.onmicrosoft.com::8f548a50-3d4a-4660-b17c-82fdb2003fd5" providerId="AD" clId="Web-{2D0AE034-9E6A-AC22-208B-1CBF0A3BBB99}" dt="2026-03-02T02:24:29.389" v="38" actId="20577"/>
        <pc:sldMkLst>
          <pc:docMk/>
          <pc:sldMk cId="426927151" sldId="994"/>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29.389" v="38" actId="20577"/>
              <pc2:cmMkLst xmlns:pc2="http://schemas.microsoft.com/office/powerpoint/2019/9/main/command">
                <pc:docMk/>
                <pc:sldMk cId="426927151" sldId="994"/>
                <pc2:cmMk id="{E9902B9A-44E5-4659-ABF2-0BD8A67619FE}"/>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3:11.122" v="18" actId="20577"/>
              <pc2:cmMkLst xmlns:pc2="http://schemas.microsoft.com/office/powerpoint/2019/9/main/command">
                <pc:docMk/>
                <pc:sldMk cId="426927151" sldId="994"/>
                <pc2:cmMk id="{68E54AA7-8C3C-42DF-8B19-A98391AFC944}"/>
              </pc2:cmMkLst>
            </pc226:cmChg>
          </p:ext>
        </pc:extLst>
      </pc:sldChg>
      <pc:sldChg chg="modSp modCm">
        <pc:chgData name="主査　福島 直人" userId="S::naoto_2_fukushima@ccken.onmicrosoft.com::8f548a50-3d4a-4660-b17c-82fdb2003fd5" providerId="AD" clId="Web-{2D0AE034-9E6A-AC22-208B-1CBF0A3BBB99}" dt="2026-03-02T02:22:04.731" v="15" actId="1076"/>
        <pc:sldMkLst>
          <pc:docMk/>
          <pc:sldMk cId="1056783319" sldId="1009"/>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1:53.747" v="13" actId="20577"/>
              <pc2:cmMkLst xmlns:pc2="http://schemas.microsoft.com/office/powerpoint/2019/9/main/command">
                <pc:docMk/>
                <pc:sldMk cId="1056783319" sldId="1009"/>
                <pc2:cmMk id="{130C050A-1671-4534-A646-13745580ADDE}"/>
              </pc2:cmMkLst>
            </pc226:cmChg>
          </p:ext>
        </pc:extLst>
      </pc:sldChg>
    </pc:docChg>
  </pc:docChgLst>
  <pc:docChgLst>
    <pc:chgData name="主査　福島 直人" userId="S::naoto_2_fukushima@ccken.onmicrosoft.com::8f548a50-3d4a-4660-b17c-82fdb2003fd5" providerId="AD" clId="Web-{52230B4B-5799-03E5-2B82-E551676EEF9C}"/>
    <pc:docChg chg="modSld">
      <pc:chgData name="主査　福島 直人" userId="S::naoto_2_fukushima@ccken.onmicrosoft.com::8f548a50-3d4a-4660-b17c-82fdb2003fd5" providerId="AD" clId="Web-{52230B4B-5799-03E5-2B82-E551676EEF9C}" dt="2026-03-02T06:18:32.881" v="1" actId="20577"/>
      <pc:docMkLst>
        <pc:docMk/>
      </pc:docMkLst>
      <pc:sldChg chg="modSp">
        <pc:chgData name="主査　福島 直人" userId="S::naoto_2_fukushima@ccken.onmicrosoft.com::8f548a50-3d4a-4660-b17c-82fdb2003fd5" providerId="AD" clId="Web-{52230B4B-5799-03E5-2B82-E551676EEF9C}" dt="2026-03-02T06:18:32.881" v="1" actId="20577"/>
        <pc:sldMkLst>
          <pc:docMk/>
          <pc:sldMk cId="3141537626" sldId="1012"/>
        </pc:sldMkLst>
      </pc:sldChg>
    </pc:docChg>
  </pc:docChgLst>
  <pc:docChgLst>
    <pc:chgData name="三菱UFJ銀行　佐藤 慶彦" userId="S::stsy441030_gmail.com#ext#@ccken.onmicrosoft.com::0bf3436e-58e3-4080-af77-4a98278a9ac3" providerId="AD" clId="Web-{AD4DFFA6-BC8A-245E-56E4-0C22C93B3C5C}"/>
    <pc:docChg chg="addSld delSld modSld modSection">
      <pc:chgData name="三菱UFJ銀行　佐藤 慶彦" userId="S::stsy441030_gmail.com#ext#@ccken.onmicrosoft.com::0bf3436e-58e3-4080-af77-4a98278a9ac3" providerId="AD" clId="Web-{AD4DFFA6-BC8A-245E-56E4-0C22C93B3C5C}" dt="2026-02-11T10:57:46.389" v="853"/>
      <pc:docMkLst>
        <pc:docMk/>
      </pc:docMkLst>
    </pc:docChg>
  </pc:docChgLst>
  <pc:docChgLst>
    <pc:chgData name="三菱UFJ信託銀行　網野 智仁" userId="S::tomohito_amino@ccken.onmicrosoft.com::f8474316-ab6c-4136-bc0a-a68b4c48cb80" providerId="AD" clId="Web-{9826D2E4-20F8-43FB-C25C-9C5385E6426A}"/>
    <pc:docChg chg="modSld">
      <pc:chgData name="三菱UFJ信託銀行　網野 智仁" userId="S::tomohito_amino@ccken.onmicrosoft.com::f8474316-ab6c-4136-bc0a-a68b4c48cb80" providerId="AD" clId="Web-{9826D2E4-20F8-43FB-C25C-9C5385E6426A}" dt="2026-02-21T16:53:05.379" v="3"/>
      <pc:docMkLst>
        <pc:docMk/>
      </pc:docMkLst>
    </pc:docChg>
  </pc:docChgLst>
  <pc:docChgLst>
    <pc:chgData name="主査　福島 直人" userId="S::naoto_2_fukushima@ccken.onmicrosoft.com::8f548a50-3d4a-4660-b17c-82fdb2003fd5" providerId="AD" clId="Web-{B3B39E85-6A1F-D512-EA5E-4BE6F8A5E1A6}"/>
    <pc:docChg chg="modSld">
      <pc:chgData name="主査　福島 直人" userId="S::naoto_2_fukushima@ccken.onmicrosoft.com::8f548a50-3d4a-4660-b17c-82fdb2003fd5" providerId="AD" clId="Web-{B3B39E85-6A1F-D512-EA5E-4BE6F8A5E1A6}" dt="2026-02-27T11:04:14.357" v="0" actId="14100"/>
      <pc:docMkLst>
        <pc:docMk/>
      </pc:docMkLst>
      <pc:sldChg chg="modSp">
        <pc:chgData name="主査　福島 直人" userId="S::naoto_2_fukushima@ccken.onmicrosoft.com::8f548a50-3d4a-4660-b17c-82fdb2003fd5" providerId="AD" clId="Web-{B3B39E85-6A1F-D512-EA5E-4BE6F8A5E1A6}" dt="2026-02-27T11:04:14.357" v="0" actId="14100"/>
        <pc:sldMkLst>
          <pc:docMk/>
          <pc:sldMk cId="2863164929" sldId="773"/>
        </pc:sldMkLst>
      </pc:sldChg>
    </pc:docChg>
  </pc:docChgLst>
  <pc:docChgLst>
    <pc:chgData name="MUIT　土屋 遼太郎" userId="S::ryoukunjajaan4127_gmail.com#ext#@ccken.onmicrosoft.com::fd1358ce-a2d5-4118-97fd-140e7e3174f1" providerId="AD" clId="Web-{9F75BE20-852D-73BD-8C6D-11D73EAE9710}"/>
    <pc:docChg chg="addSld modSld modSection">
      <pc:chgData name="MUIT　土屋 遼太郎" userId="S::ryoukunjajaan4127_gmail.com#ext#@ccken.onmicrosoft.com::fd1358ce-a2d5-4118-97fd-140e7e3174f1" providerId="AD" clId="Web-{9F75BE20-852D-73BD-8C6D-11D73EAE9710}" dt="2026-02-19T08:23:19.747" v="19" actId="1076"/>
      <pc:docMkLst>
        <pc:docMk/>
      </pc:docMkLst>
    </pc:docChg>
  </pc:docChgLst>
  <pc:docChgLst>
    <pc:chgData name="明治安田　安竹 彦馬" userId="S::hi1-yasutake@ccken.onmicrosoft.com::b6d1875c-1a39-4cd4-bf6a-129ebd26d26e" providerId="AD" clId="Web-{F2B069B0-52C2-47A6-AF14-7C7DC5936DE2}"/>
    <pc:docChg chg="modSld">
      <pc:chgData name="明治安田　安竹 彦馬" userId="S::hi1-yasutake@ccken.onmicrosoft.com::b6d1875c-1a39-4cd4-bf6a-129ebd26d26e" providerId="AD" clId="Web-{F2B069B0-52C2-47A6-AF14-7C7DC5936DE2}" dt="2026-02-18T04:45:26.829" v="61"/>
      <pc:docMkLst>
        <pc:docMk/>
      </pc:docMkLst>
      <pc:sldChg chg="modSp">
        <pc:chgData name="明治安田　安竹 彦馬" userId="S::hi1-yasutake@ccken.onmicrosoft.com::b6d1875c-1a39-4cd4-bf6a-129ebd26d26e" providerId="AD" clId="Web-{F2B069B0-52C2-47A6-AF14-7C7DC5936DE2}" dt="2026-02-18T04:45:26.829" v="61"/>
        <pc:sldMkLst>
          <pc:docMk/>
          <pc:sldMk cId="3014012821" sldId="953"/>
        </pc:sldMkLst>
      </pc:sldChg>
    </pc:docChg>
  </pc:docChgLst>
  <pc:docChgLst>
    <pc:chgData name="辻 隆嗣" userId="S::takashi_tsuji_kirin.co.jp#ext#@ccken.onmicrosoft.com::66bd25c5-6a19-4bfe-b72e-b916c98b8eb2" providerId="AD" clId="Web-{C0C2407B-5618-1DC4-E68B-5FD8ABF87E42}"/>
    <pc:docChg chg="modSld">
      <pc:chgData name="辻 隆嗣" userId="S::takashi_tsuji_kirin.co.jp#ext#@ccken.onmicrosoft.com::66bd25c5-6a19-4bfe-b72e-b916c98b8eb2" providerId="AD" clId="Web-{C0C2407B-5618-1DC4-E68B-5FD8ABF87E42}" dt="2026-02-12T00:52:24.588" v="24" actId="1076"/>
      <pc:docMkLst>
        <pc:docMk/>
      </pc:docMkLst>
    </pc:docChg>
  </pc:docChgLst>
  <pc:docChgLst>
    <pc:chgData name="主査　福島 直人" userId="S::naoto_2_fukushima@ccken.onmicrosoft.com::8f548a50-3d4a-4660-b17c-82fdb2003fd5" providerId="AD" clId="Web-{D8A51672-2187-782B-EEC0-B22A6BC7FA91}"/>
    <pc:docChg chg="modSld">
      <pc:chgData name="主査　福島 直人" userId="S::naoto_2_fukushima@ccken.onmicrosoft.com::8f548a50-3d4a-4660-b17c-82fdb2003fd5" providerId="AD" clId="Web-{D8A51672-2187-782B-EEC0-B22A6BC7FA91}" dt="2026-02-28T14:04:44.271" v="60" actId="20577"/>
      <pc:docMkLst>
        <pc:docMk/>
      </pc:docMkLst>
      <pc:sldChg chg="modSp">
        <pc:chgData name="主査　福島 直人" userId="S::naoto_2_fukushima@ccken.onmicrosoft.com::8f548a50-3d4a-4660-b17c-82fdb2003fd5" providerId="AD" clId="Web-{D8A51672-2187-782B-EEC0-B22A6BC7FA91}" dt="2026-02-28T13:49:54.716" v="47"/>
        <pc:sldMkLst>
          <pc:docMk/>
          <pc:sldMk cId="468256319" sldId="471"/>
        </pc:sldMkLst>
      </pc:sldChg>
      <pc:sldChg chg="modSp">
        <pc:chgData name="主査　福島 直人" userId="S::naoto_2_fukushima@ccken.onmicrosoft.com::8f548a50-3d4a-4660-b17c-82fdb2003fd5" providerId="AD" clId="Web-{D8A51672-2187-782B-EEC0-B22A6BC7FA91}" dt="2026-02-28T13:54:04.876" v="51" actId="20577"/>
        <pc:sldMkLst>
          <pc:docMk/>
          <pc:sldMk cId="3496318797" sldId="954"/>
        </pc:sldMkLst>
      </pc:sldChg>
      <pc:sldChg chg="modSp">
        <pc:chgData name="主査　福島 直人" userId="S::naoto_2_fukushima@ccken.onmicrosoft.com::8f548a50-3d4a-4660-b17c-82fdb2003fd5" providerId="AD" clId="Web-{D8A51672-2187-782B-EEC0-B22A6BC7FA91}" dt="2026-02-28T13:58:31.829" v="53" actId="20577"/>
        <pc:sldMkLst>
          <pc:docMk/>
          <pc:sldMk cId="2802704857" sldId="956"/>
        </pc:sldMkLst>
      </pc:sldChg>
      <pc:sldChg chg="modSp">
        <pc:chgData name="主査　福島 直人" userId="S::naoto_2_fukushima@ccken.onmicrosoft.com::8f548a50-3d4a-4660-b17c-82fdb2003fd5" providerId="AD" clId="Web-{D8A51672-2187-782B-EEC0-B22A6BC7FA91}" dt="2026-02-28T13:45:46.141" v="45" actId="20577"/>
        <pc:sldMkLst>
          <pc:docMk/>
          <pc:sldMk cId="490314474" sldId="961"/>
        </pc:sldMkLst>
      </pc:sldChg>
      <pc:sldChg chg="modSp">
        <pc:chgData name="主査　福島 直人" userId="S::naoto_2_fukushima@ccken.onmicrosoft.com::8f548a50-3d4a-4660-b17c-82fdb2003fd5" providerId="AD" clId="Web-{D8A51672-2187-782B-EEC0-B22A6BC7FA91}" dt="2026-02-28T14:03:18.427" v="56" actId="20577"/>
        <pc:sldMkLst>
          <pc:docMk/>
          <pc:sldMk cId="3913572286" sldId="963"/>
        </pc:sldMkLst>
      </pc:sldChg>
      <pc:sldChg chg="modSp">
        <pc:chgData name="主査　福島 直人" userId="S::naoto_2_fukushima@ccken.onmicrosoft.com::8f548a50-3d4a-4660-b17c-82fdb2003fd5" providerId="AD" clId="Web-{D8A51672-2187-782B-EEC0-B22A6BC7FA91}" dt="2026-02-28T14:04:44.271" v="60" actId="20577"/>
        <pc:sldMkLst>
          <pc:docMk/>
          <pc:sldMk cId="3211560190" sldId="974"/>
        </pc:sldMkLst>
      </pc:sldChg>
      <pc:sldChg chg="modSp">
        <pc:chgData name="主査　福島 直人" userId="S::naoto_2_fukushima@ccken.onmicrosoft.com::8f548a50-3d4a-4660-b17c-82fdb2003fd5" providerId="AD" clId="Web-{D8A51672-2187-782B-EEC0-B22A6BC7FA91}" dt="2026-02-28T13:41:39.041" v="10" actId="20577"/>
        <pc:sldMkLst>
          <pc:docMk/>
          <pc:sldMk cId="3546692421" sldId="980"/>
        </pc:sldMkLst>
      </pc:sldChg>
      <pc:sldChg chg="modSp">
        <pc:chgData name="主査　福島 直人" userId="S::naoto_2_fukushima@ccken.onmicrosoft.com::8f548a50-3d4a-4660-b17c-82fdb2003fd5" providerId="AD" clId="Web-{D8A51672-2187-782B-EEC0-B22A6BC7FA91}" dt="2026-02-28T13:41:47.635" v="14" actId="20577"/>
        <pc:sldMkLst>
          <pc:docMk/>
          <pc:sldMk cId="2912982522" sldId="983"/>
        </pc:sldMkLst>
      </pc:sldChg>
      <pc:sldChg chg="modSp">
        <pc:chgData name="主査　福島 直人" userId="S::naoto_2_fukushima@ccken.onmicrosoft.com::8f548a50-3d4a-4660-b17c-82fdb2003fd5" providerId="AD" clId="Web-{D8A51672-2187-782B-EEC0-B22A6BC7FA91}" dt="2026-02-28T13:41:32.322" v="7" actId="20577"/>
        <pc:sldMkLst>
          <pc:docMk/>
          <pc:sldMk cId="426927151" sldId="994"/>
        </pc:sldMkLst>
      </pc:sldChg>
      <pc:sldChg chg="modSp">
        <pc:chgData name="主査　福島 直人" userId="S::naoto_2_fukushima@ccken.onmicrosoft.com::8f548a50-3d4a-4660-b17c-82fdb2003fd5" providerId="AD" clId="Web-{D8A51672-2187-782B-EEC0-B22A6BC7FA91}" dt="2026-02-28T13:41:35.572" v="8" actId="20577"/>
        <pc:sldMkLst>
          <pc:docMk/>
          <pc:sldMk cId="1557085014" sldId="1005"/>
        </pc:sldMkLst>
      </pc:sldChg>
      <pc:sldChg chg="modSp">
        <pc:chgData name="主査　福島 直人" userId="S::naoto_2_fukushima@ccken.onmicrosoft.com::8f548a50-3d4a-4660-b17c-82fdb2003fd5" providerId="AD" clId="Web-{D8A51672-2187-782B-EEC0-B22A6BC7FA91}" dt="2026-02-28T13:41:42.994" v="11" actId="20577"/>
        <pc:sldMkLst>
          <pc:docMk/>
          <pc:sldMk cId="433359686" sldId="1008"/>
        </pc:sldMkLst>
      </pc:sldChg>
    </pc:docChg>
  </pc:docChgLst>
  <pc:docChgLst>
    <pc:chgData name="masazaki yoshihiro/6201258/昌崎　良浩" userId="S::yoshihiro.masazaki.mk_mcgc.com#ext#@ccken.onmicrosoft.com::338b9127-7fcd-4e96-b095-c08a802489d5" providerId="AD" clId="Web-{09149216-F1E5-1AEA-E4A3-FCA761E4394D}"/>
    <pc:docChg chg="modSld">
      <pc:chgData name="masazaki yoshihiro/6201258/昌崎　良浩" userId="S::yoshihiro.masazaki.mk_mcgc.com#ext#@ccken.onmicrosoft.com::338b9127-7fcd-4e96-b095-c08a802489d5" providerId="AD" clId="Web-{09149216-F1E5-1AEA-E4A3-FCA761E4394D}" dt="2026-02-11T23:50:08.880" v="12"/>
      <pc:docMkLst>
        <pc:docMk/>
      </pc:docMkLst>
    </pc:docChg>
  </pc:docChgLst>
  <pc:docChgLst>
    <pc:chgData name="主査　福島 直人" userId="S::naoto_2_fukushima@ccken.onmicrosoft.com::8f548a50-3d4a-4660-b17c-82fdb2003fd5" providerId="AD" clId="Web-{4B0E4B12-186E-8D18-A957-E297A99B1179}"/>
    <pc:docChg chg="delSld modSection">
      <pc:chgData name="主査　福島 直人" userId="S::naoto_2_fukushima@ccken.onmicrosoft.com::8f548a50-3d4a-4660-b17c-82fdb2003fd5" providerId="AD" clId="Web-{4B0E4B12-186E-8D18-A957-E297A99B1179}" dt="2026-03-04T00:30:50.364" v="0"/>
      <pc:docMkLst>
        <pc:docMk/>
      </pc:docMkLst>
      <pc:sldChg chg="del">
        <pc:chgData name="主査　福島 直人" userId="S::naoto_2_fukushima@ccken.onmicrosoft.com::8f548a50-3d4a-4660-b17c-82fdb2003fd5" providerId="AD" clId="Web-{4B0E4B12-186E-8D18-A957-E297A99B1179}" dt="2026-03-04T00:30:50.364" v="0"/>
        <pc:sldMkLst>
          <pc:docMk/>
          <pc:sldMk cId="2188131942" sldId="971"/>
        </pc:sldMkLst>
      </pc:sldChg>
    </pc:docChg>
  </pc:docChgLst>
  <pc:docChgLst>
    <pc:chgData name="masazaki yoshihiro/6201258/昌崎　良浩" userId="S::yoshihiro.masazaki.mk_mcgc.com#ext#@ccken.onmicrosoft.com::338b9127-7fcd-4e96-b095-c08a802489d5" providerId="AD" clId="Web-{CC8FFD0D-0ABB-EDC0-7056-C9257A3901CF}"/>
    <pc:docChg chg="modSld sldOrd">
      <pc:chgData name="masazaki yoshihiro/6201258/昌崎　良浩" userId="S::yoshihiro.masazaki.mk_mcgc.com#ext#@ccken.onmicrosoft.com::338b9127-7fcd-4e96-b095-c08a802489d5" providerId="AD" clId="Web-{CC8FFD0D-0ABB-EDC0-7056-C9257A3901CF}" dt="2026-02-23T23:36:31.609" v="59" actId="1076"/>
      <pc:docMkLst>
        <pc:docMk/>
      </pc:docMkLst>
      <pc:sldChg chg="modSp">
        <pc:chgData name="masazaki yoshihiro/6201258/昌崎　良浩" userId="S::yoshihiro.masazaki.mk_mcgc.com#ext#@ccken.onmicrosoft.com::338b9127-7fcd-4e96-b095-c08a802489d5" providerId="AD" clId="Web-{CC8FFD0D-0ABB-EDC0-7056-C9257A3901CF}" dt="2026-02-23T23:25:46.244" v="8" actId="20577"/>
        <pc:sldMkLst>
          <pc:docMk/>
          <pc:sldMk cId="3546692421" sldId="980"/>
        </pc:sldMkLst>
      </pc:sldChg>
    </pc:docChg>
  </pc:docChgLst>
  <pc:docChgLst>
    <pc:chgData name="HIRATA Ryutaro/平田龍太郎(IT戦略 アジャイル開発推進)" userId="507136aa-d256-4356-96ad-f4031455413d" providerId="ADAL" clId="{B448FFF6-F616-42CD-BE9F-53FA2FF3B297}"/>
    <pc:docChg chg="undo custSel addSld delSld modSld sldOrd modSection">
      <pc:chgData name="HIRATA Ryutaro/平田龍太郎(IT戦略 アジャイル開発推進)" userId="507136aa-d256-4356-96ad-f4031455413d" providerId="ADAL" clId="{B448FFF6-F616-42CD-BE9F-53FA2FF3B297}" dt="2026-02-19T06:56:56.651" v="2851" actId="478"/>
      <pc:docMkLst>
        <pc:docMk/>
      </pc:docMkLst>
      <pc:sldChg chg="delSp mod">
        <pc:chgData name="HIRATA Ryutaro/平田龍太郎(IT戦略 アジャイル開発推進)" userId="507136aa-d256-4356-96ad-f4031455413d" providerId="ADAL" clId="{B448FFF6-F616-42CD-BE9F-53FA2FF3B297}" dt="2026-02-19T06:56:40.289" v="2849" actId="478"/>
        <pc:sldMkLst>
          <pc:docMk/>
          <pc:sldMk cId="702632411" sldId="935"/>
        </pc:sldMkLst>
      </pc:sldChg>
      <pc:sldChg chg="delSp modSp mod">
        <pc:chgData name="HIRATA Ryutaro/平田龍太郎(IT戦略 アジャイル開発推進)" userId="507136aa-d256-4356-96ad-f4031455413d" providerId="ADAL" clId="{B448FFF6-F616-42CD-BE9F-53FA2FF3B297}" dt="2026-02-19T06:56:37.576" v="2848" actId="478"/>
        <pc:sldMkLst>
          <pc:docMk/>
          <pc:sldMk cId="2498391000" sldId="936"/>
        </pc:sldMkLst>
      </pc:sldChg>
      <pc:sldChg chg="modSp mod">
        <pc:chgData name="HIRATA Ryutaro/平田龍太郎(IT戦略 アジャイル開発推進)" userId="507136aa-d256-4356-96ad-f4031455413d" providerId="ADAL" clId="{B448FFF6-F616-42CD-BE9F-53FA2FF3B297}" dt="2026-02-19T06:56:15.071" v="2845" actId="1076"/>
        <pc:sldMkLst>
          <pc:docMk/>
          <pc:sldMk cId="2524250933" sldId="937"/>
        </pc:sldMkLst>
      </pc:sldChg>
      <pc:sldChg chg="modSp mod">
        <pc:chgData name="HIRATA Ryutaro/平田龍太郎(IT戦略 アジャイル開発推進)" userId="507136aa-d256-4356-96ad-f4031455413d" providerId="ADAL" clId="{B448FFF6-F616-42CD-BE9F-53FA2FF3B297}" dt="2026-02-19T06:55:45.422" v="2841" actId="12788"/>
        <pc:sldMkLst>
          <pc:docMk/>
          <pc:sldMk cId="1100848237" sldId="938"/>
        </pc:sldMkLst>
      </pc:sldChg>
      <pc:sldChg chg="delSp modSp mod">
        <pc:chgData name="HIRATA Ryutaro/平田龍太郎(IT戦略 アジャイル開発推進)" userId="507136aa-d256-4356-96ad-f4031455413d" providerId="ADAL" clId="{B448FFF6-F616-42CD-BE9F-53FA2FF3B297}" dt="2026-02-19T06:56:53.764" v="2850" actId="478"/>
        <pc:sldMkLst>
          <pc:docMk/>
          <pc:sldMk cId="1783178967" sldId="939"/>
        </pc:sldMkLst>
      </pc:sldChg>
      <pc:sldChg chg="delSp modSp mod">
        <pc:chgData name="HIRATA Ryutaro/平田龍太郎(IT戦略 アジャイル開発推進)" userId="507136aa-d256-4356-96ad-f4031455413d" providerId="ADAL" clId="{B448FFF6-F616-42CD-BE9F-53FA2FF3B297}" dt="2026-02-19T06:56:56.651" v="2851" actId="478"/>
        <pc:sldMkLst>
          <pc:docMk/>
          <pc:sldMk cId="3933149002" sldId="940"/>
        </pc:sldMkLst>
      </pc:sldChg>
      <pc:sldChg chg="modSp mod">
        <pc:chgData name="HIRATA Ryutaro/平田龍太郎(IT戦略 アジャイル開発推進)" userId="507136aa-d256-4356-96ad-f4031455413d" providerId="ADAL" clId="{B448FFF6-F616-42CD-BE9F-53FA2FF3B297}" dt="2026-02-19T06:54:16.892" v="2830" actId="1076"/>
        <pc:sldMkLst>
          <pc:docMk/>
          <pc:sldMk cId="4027344980" sldId="941"/>
        </pc:sldMkLst>
      </pc:sldChg>
      <pc:sldChg chg="modSp mod">
        <pc:chgData name="HIRATA Ryutaro/平田龍太郎(IT戦略 アジャイル開発推進)" userId="507136aa-d256-4356-96ad-f4031455413d" providerId="ADAL" clId="{B448FFF6-F616-42CD-BE9F-53FA2FF3B297}" dt="2026-02-19T06:54:42.378" v="2833" actId="1076"/>
        <pc:sldMkLst>
          <pc:docMk/>
          <pc:sldMk cId="4071650382" sldId="942"/>
        </pc:sldMkLst>
      </pc:sldChg>
      <pc:sldChg chg="modSp mod">
        <pc:chgData name="HIRATA Ryutaro/平田龍太郎(IT戦略 アジャイル開発推進)" userId="507136aa-d256-4356-96ad-f4031455413d" providerId="ADAL" clId="{B448FFF6-F616-42CD-BE9F-53FA2FF3B297}" dt="2026-02-19T06:50:43.664" v="2771" actId="20577"/>
        <pc:sldMkLst>
          <pc:docMk/>
          <pc:sldMk cId="3237694204" sldId="943"/>
        </pc:sldMkLst>
      </pc:sldChg>
    </pc:docChg>
  </pc:docChgLst>
  <pc:docChgLst>
    <pc:chgData name="東京海上日動システムズ　小田 和弥" userId="S::kazuya.oda1014_gmail.com#ext#@ccken.onmicrosoft.com::7d754f48-d90c-443c-a8c9-ee8d894037e8" providerId="AD" clId="Web-{19143F33-41BA-6C7E-D272-B0352F70C029}"/>
    <pc:docChg chg="addSld delSld modSld sldOrd modSection">
      <pc:chgData name="東京海上日動システムズ　小田 和弥" userId="S::kazuya.oda1014_gmail.com#ext#@ccken.onmicrosoft.com::7d754f48-d90c-443c-a8c9-ee8d894037e8" providerId="AD" clId="Web-{19143F33-41BA-6C7E-D272-B0352F70C029}" dt="2026-02-05T07:40:15.637" v="282" actId="20577"/>
      <pc:docMkLst>
        <pc:docMk/>
      </pc:docMkLst>
    </pc:docChg>
  </pc:docChgLst>
  <pc:docChgLst>
    <pc:chgData name="主査　福島 直人" userId="S::naoto_2_fukushima@ccken.onmicrosoft.com::8f548a50-3d4a-4660-b17c-82fdb2003fd5" providerId="AD" clId="Web-{EA4F2E13-CDF1-52D1-EFE5-6387EC4F0D69}"/>
    <pc:docChg chg="modSld">
      <pc:chgData name="主査　福島 直人" userId="S::naoto_2_fukushima@ccken.onmicrosoft.com::8f548a50-3d4a-4660-b17c-82fdb2003fd5" providerId="AD" clId="Web-{EA4F2E13-CDF1-52D1-EFE5-6387EC4F0D69}" dt="2026-03-01T04:29:24.355" v="8" actId="20577"/>
      <pc:docMkLst>
        <pc:docMk/>
      </pc:docMkLst>
      <pc:sldChg chg="modSp">
        <pc:chgData name="主査　福島 直人" userId="S::naoto_2_fukushima@ccken.onmicrosoft.com::8f548a50-3d4a-4660-b17c-82fdb2003fd5" providerId="AD" clId="Web-{EA4F2E13-CDF1-52D1-EFE5-6387EC4F0D69}" dt="2026-03-01T04:29:24.355" v="8" actId="20577"/>
        <pc:sldMkLst>
          <pc:docMk/>
          <pc:sldMk cId="2802704857" sldId="956"/>
        </pc:sldMkLst>
      </pc:sldChg>
      <pc:sldChg chg="modSp">
        <pc:chgData name="主査　福島 直人" userId="S::naoto_2_fukushima@ccken.onmicrosoft.com::8f548a50-3d4a-4660-b17c-82fdb2003fd5" providerId="AD" clId="Web-{EA4F2E13-CDF1-52D1-EFE5-6387EC4F0D69}" dt="2026-03-01T04:27:39.221" v="7" actId="20577"/>
        <pc:sldMkLst>
          <pc:docMk/>
          <pc:sldMk cId="490314474" sldId="961"/>
        </pc:sldMkLst>
      </pc:sldChg>
    </pc:docChg>
  </pc:docChgLst>
  <pc:docChgLst>
    <pc:chgData name="MUIT　髙橋 博実" userId="S::hiromix222_msn.com#ext#@ccken.onmicrosoft.com::9d572560-7f87-4d11-90b9-a0fc016bcb45" providerId="AD" clId="Web-{DD1143C6-E25A-8FE2-7D20-B4A1FDB6CA8E}"/>
    <pc:docChg chg="modSld sldOrd">
      <pc:chgData name="MUIT　髙橋 博実" userId="S::hiromix222_msn.com#ext#@ccken.onmicrosoft.com::9d572560-7f87-4d11-90b9-a0fc016bcb45" providerId="AD" clId="Web-{DD1143C6-E25A-8FE2-7D20-B4A1FDB6CA8E}" dt="2026-02-16T12:01:10.085" v="46"/>
      <pc:docMkLst>
        <pc:docMk/>
      </pc:docMkLst>
      <pc:sldChg chg="modSp">
        <pc:chgData name="MUIT　髙橋 博実" userId="S::hiromix222_msn.com#ext#@ccken.onmicrosoft.com::9d572560-7f87-4d11-90b9-a0fc016bcb45" providerId="AD" clId="Web-{DD1143C6-E25A-8FE2-7D20-B4A1FDB6CA8E}" dt="2026-02-12T06:19:45.547" v="0" actId="14100"/>
        <pc:sldMkLst>
          <pc:docMk/>
          <pc:sldMk cId="1392608573" sldId="727"/>
        </pc:sldMkLst>
      </pc:sldChg>
    </pc:docChg>
  </pc:docChgLst>
  <pc:docChgLst>
    <pc:chgData name="主査　福島 直人" userId="8f548a50-3d4a-4660-b17c-82fdb2003fd5" providerId="ADAL" clId="{B988FE6D-4024-4C4B-B8B4-6EE912A9DA29}"/>
    <pc:docChg chg="custSel mod modSld">
      <pc:chgData name="主査　福島 直人" userId="8f548a50-3d4a-4660-b17c-82fdb2003fd5" providerId="ADAL" clId="{B988FE6D-4024-4C4B-B8B4-6EE912A9DA29}" dt="2026-03-04T00:43:36.771" v="44" actId="20577"/>
      <pc:docMkLst>
        <pc:docMk/>
      </pc:docMkLst>
      <pc:sldChg chg="modSp mod">
        <pc:chgData name="主査　福島 直人" userId="8f548a50-3d4a-4660-b17c-82fdb2003fd5" providerId="ADAL" clId="{B988FE6D-4024-4C4B-B8B4-6EE912A9DA29}" dt="2026-02-10T03:53:57.283" v="1" actId="113"/>
        <pc:sldMkLst>
          <pc:docMk/>
          <pc:sldMk cId="468256319" sldId="471"/>
        </pc:sldMkLst>
      </pc:sldChg>
      <pc:sldChg chg="modNotesTx">
        <pc:chgData name="主査　福島 直人" userId="8f548a50-3d4a-4660-b17c-82fdb2003fd5" providerId="ADAL" clId="{B988FE6D-4024-4C4B-B8B4-6EE912A9DA29}" dt="2026-03-04T00:43:36.771" v="44" actId="20577"/>
        <pc:sldMkLst>
          <pc:docMk/>
          <pc:sldMk cId="2290740309" sldId="674"/>
        </pc:sldMkLst>
      </pc:sldChg>
      <pc:sldChg chg="modSp">
        <pc:chgData name="主査　福島 直人" userId="8f548a50-3d4a-4660-b17c-82fdb2003fd5" providerId="ADAL" clId="{B988FE6D-4024-4C4B-B8B4-6EE912A9DA29}" dt="2026-03-01T03:43:51.440" v="2" actId="14100"/>
        <pc:sldMkLst>
          <pc:docMk/>
          <pc:sldMk cId="2863164929" sldId="773"/>
        </pc:sldMkLst>
      </pc:sldChg>
      <pc:sldChg chg="modSp mod">
        <pc:chgData name="主査　福島 直人" userId="8f548a50-3d4a-4660-b17c-82fdb2003fd5" providerId="ADAL" clId="{B988FE6D-4024-4C4B-B8B4-6EE912A9DA29}" dt="2026-03-04T00:39:38.896" v="13" actId="1035"/>
        <pc:sldMkLst>
          <pc:docMk/>
          <pc:sldMk cId="4077408376" sldId="962"/>
        </pc:sldMkLst>
      </pc:sldChg>
      <pc:sldChg chg="modSp mod">
        <pc:chgData name="主査　福島 直人" userId="8f548a50-3d4a-4660-b17c-82fdb2003fd5" providerId="ADAL" clId="{B988FE6D-4024-4C4B-B8B4-6EE912A9DA29}" dt="2026-03-01T03:47:35.877" v="7" actId="14100"/>
        <pc:sldMkLst>
          <pc:docMk/>
          <pc:sldMk cId="3211560190" sldId="974"/>
        </pc:sldMkLst>
      </pc:sldChg>
      <pc:sldChg chg="modSp mod">
        <pc:chgData name="主査　福島 直人" userId="8f548a50-3d4a-4660-b17c-82fdb2003fd5" providerId="ADAL" clId="{B988FE6D-4024-4C4B-B8B4-6EE912A9DA29}" dt="2026-03-01T03:48:15.506" v="8" actId="14100"/>
        <pc:sldMkLst>
          <pc:docMk/>
          <pc:sldMk cId="426927151" sldId="994"/>
        </pc:sldMkLst>
      </pc:sldChg>
    </pc:docChg>
  </pc:docChgLst>
  <pc:docChgLst>
    <pc:chgData name="三菱UFJ信託銀行　網野 智仁" userId="S::tomohito_amino@ccken.onmicrosoft.com::f8474316-ab6c-4136-bc0a-a68b4c48cb80" providerId="AD" clId="Web-{3BDACFA5-A688-228D-C411-17D036AAA8EA}"/>
    <pc:docChg chg="addSld delSld modSld sldOrd modSection">
      <pc:chgData name="三菱UFJ信託銀行　網野 智仁" userId="S::tomohito_amino@ccken.onmicrosoft.com::f8474316-ab6c-4136-bc0a-a68b4c48cb80" providerId="AD" clId="Web-{3BDACFA5-A688-228D-C411-17D036AAA8EA}" dt="2026-02-19T08:18:45.352" v="44"/>
      <pc:docMkLst>
        <pc:docMk/>
      </pc:docMkLst>
    </pc:docChg>
  </pc:docChgLst>
  <pc:docChgLst>
    <pc:chgData name="SOTA UENO (MC-TOK/PW)" userId="1cd39bfe-2c13-4d1e-9169-059e09dcc08c" providerId="ADAL" clId="{E7F4A26F-4655-4017-9585-82B4B156769E}"/>
    <pc:docChg chg="undo redo custSel addSld delSld modSld sldOrd modMainMaster modSection">
      <pc:chgData name="SOTA UENO (MC-TOK/PW)" userId="1cd39bfe-2c13-4d1e-9169-059e09dcc08c" providerId="ADAL" clId="{E7F4A26F-4655-4017-9585-82B4B156769E}" dt="2026-03-03T02:10:12.121" v="23485" actId="20577"/>
      <pc:docMkLst>
        <pc:docMk/>
      </pc:docMkLst>
      <pc:sldChg chg="add">
        <pc:chgData name="SOTA UENO (MC-TOK/PW)" userId="1cd39bfe-2c13-4d1e-9169-059e09dcc08c" providerId="ADAL" clId="{E7F4A26F-4655-4017-9585-82B4B156769E}" dt="2026-02-12T10:28:30.277" v="15639"/>
        <pc:sldMkLst>
          <pc:docMk/>
          <pc:sldMk cId="2148309104" sldId="768"/>
        </pc:sldMkLst>
      </pc:sldChg>
      <pc:sldChg chg="addSp delSp modSp add mod ord modCm">
        <pc:chgData name="SOTA UENO (MC-TOK/PW)" userId="1cd39bfe-2c13-4d1e-9169-059e09dcc08c" providerId="ADAL" clId="{E7F4A26F-4655-4017-9585-82B4B156769E}" dt="2026-02-19T06:48:28.896" v="16082" actId="20577"/>
        <pc:sldMkLst>
          <pc:docMk/>
          <pc:sldMk cId="2863164929" sldId="773"/>
        </pc:sldMkLst>
        <pc:extLst>
          <p:ext xmlns:p="http://schemas.openxmlformats.org/presentationml/2006/main" uri="{D6D511B9-2390-475A-947B-AFAB55BFBCF1}">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4ED0C621-314D-46C0-9704-B6D7D0A3DD87}"/>
              </pc2:cmMkLst>
            </pc226:cmChg>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3E7CD682-986C-4930-9359-D442E3578B9F}"/>
              </pc2:cmMkLst>
            </pc226:cmChg>
          </p:ext>
        </pc:extLst>
      </pc:sldChg>
      <pc:sldChg chg="add">
        <pc:chgData name="SOTA UENO (MC-TOK/PW)" userId="1cd39bfe-2c13-4d1e-9169-059e09dcc08c" providerId="ADAL" clId="{E7F4A26F-4655-4017-9585-82B4B156769E}" dt="2026-02-12T10:28:30.277" v="15639"/>
        <pc:sldMkLst>
          <pc:docMk/>
          <pc:sldMk cId="65644837" sldId="799"/>
        </pc:sldMkLst>
      </pc:sldChg>
      <pc:sldChg chg="addSp delSp modSp add mod">
        <pc:chgData name="SOTA UENO (MC-TOK/PW)" userId="1cd39bfe-2c13-4d1e-9169-059e09dcc08c" providerId="ADAL" clId="{E7F4A26F-4655-4017-9585-82B4B156769E}" dt="2026-02-25T04:55:07.095" v="18563" actId="478"/>
        <pc:sldMkLst>
          <pc:docMk/>
          <pc:sldMk cId="2104226278" sldId="925"/>
        </pc:sldMkLst>
      </pc:sldChg>
      <pc:sldChg chg="addSp delSp modSp mod">
        <pc:chgData name="SOTA UENO (MC-TOK/PW)" userId="1cd39bfe-2c13-4d1e-9169-059e09dcc08c" providerId="ADAL" clId="{E7F4A26F-4655-4017-9585-82B4B156769E}" dt="2026-02-26T05:56:41.559" v="21420" actId="20577"/>
        <pc:sldMkLst>
          <pc:docMk/>
          <pc:sldMk cId="3546692421" sldId="980"/>
        </pc:sldMkLst>
      </pc:sldChg>
      <pc:sldChg chg="modSp mod">
        <pc:chgData name="SOTA UENO (MC-TOK/PW)" userId="1cd39bfe-2c13-4d1e-9169-059e09dcc08c" providerId="ADAL" clId="{E7F4A26F-4655-4017-9585-82B4B156769E}" dt="2026-02-26T06:43:22.519" v="22882" actId="20577"/>
        <pc:sldMkLst>
          <pc:docMk/>
          <pc:sldMk cId="2912982522" sldId="983"/>
        </pc:sldMkLst>
      </pc:sldChg>
      <pc:sldChg chg="addSp delSp modSp add mod modNotesTx">
        <pc:chgData name="SOTA UENO (MC-TOK/PW)" userId="1cd39bfe-2c13-4d1e-9169-059e09dcc08c" providerId="ADAL" clId="{E7F4A26F-4655-4017-9585-82B4B156769E}" dt="2026-03-03T02:06:12.476" v="23483" actId="115"/>
        <pc:sldMkLst>
          <pc:docMk/>
          <pc:sldMk cId="995557494" sldId="986"/>
        </pc:sldMkLst>
      </pc:sldChg>
      <pc:sldChg chg="addSp delSp modSp add mod ord">
        <pc:chgData name="SOTA UENO (MC-TOK/PW)" userId="1cd39bfe-2c13-4d1e-9169-059e09dcc08c" providerId="ADAL" clId="{E7F4A26F-4655-4017-9585-82B4B156769E}" dt="2026-03-03T02:05:21.528" v="23480" actId="20577"/>
        <pc:sldMkLst>
          <pc:docMk/>
          <pc:sldMk cId="3851575879" sldId="988"/>
        </pc:sldMkLst>
      </pc:sldChg>
      <pc:sldChg chg="delSp modSp add mod">
        <pc:chgData name="SOTA UENO (MC-TOK/PW)" userId="1cd39bfe-2c13-4d1e-9169-059e09dcc08c" providerId="ADAL" clId="{E7F4A26F-4655-4017-9585-82B4B156769E}" dt="2026-02-26T06:54:53.588" v="23226" actId="1076"/>
        <pc:sldMkLst>
          <pc:docMk/>
          <pc:sldMk cId="426927151" sldId="994"/>
        </pc:sldMkLst>
      </pc:sldChg>
      <pc:sldChg chg="modSp add mod modNotesTx">
        <pc:chgData name="SOTA UENO (MC-TOK/PW)" userId="1cd39bfe-2c13-4d1e-9169-059e09dcc08c" providerId="ADAL" clId="{E7F4A26F-4655-4017-9585-82B4B156769E}" dt="2026-03-03T02:10:12.121" v="23485" actId="20577"/>
        <pc:sldMkLst>
          <pc:docMk/>
          <pc:sldMk cId="113524776" sldId="1013"/>
        </pc:sldMkLst>
      </pc:sldChg>
      <pc:sldMasterChg chg="addSp modSp mod">
        <pc:chgData name="SOTA UENO (MC-TOK/PW)" userId="1cd39bfe-2c13-4d1e-9169-059e09dcc08c" providerId="ADAL" clId="{E7F4A26F-4655-4017-9585-82B4B156769E}" dt="2026-02-05T04:56:40.388" v="11102"/>
        <pc:sldMasterMkLst>
          <pc:docMk/>
          <pc:sldMasterMk cId="3933015037" sldId="2147483684"/>
        </pc:sldMasterMkLst>
      </pc:sldMasterChg>
    </pc:docChg>
  </pc:docChgLst>
  <pc:docChgLst>
    <pc:chgData name="明治安田　荻野 純平" userId="S::jy-ogino@ccken.onmicrosoft.com::27cba3d8-e4d3-428c-9353-43187c47438c" providerId="AD" clId="Web-{37518018-671E-4B3B-879D-3C7BF3F364E6}"/>
    <pc:docChg chg="modSld">
      <pc:chgData name="明治安田　荻野 純平" userId="S::jy-ogino@ccken.onmicrosoft.com::27cba3d8-e4d3-428c-9353-43187c47438c" providerId="AD" clId="Web-{37518018-671E-4B3B-879D-3C7BF3F364E6}" dt="2026-02-26T15:13:22.626" v="18" actId="20577"/>
      <pc:docMkLst>
        <pc:docMk/>
      </pc:docMkLst>
      <pc:sldChg chg="modSp">
        <pc:chgData name="明治安田　荻野 純平" userId="S::jy-ogino@ccken.onmicrosoft.com::27cba3d8-e4d3-428c-9353-43187c47438c" providerId="AD" clId="Web-{37518018-671E-4B3B-879D-3C7BF3F364E6}" dt="2026-02-26T15:13:22.626" v="18" actId="20577"/>
        <pc:sldMkLst>
          <pc:docMk/>
          <pc:sldMk cId="433359686" sldId="1008"/>
        </pc:sldMkLst>
      </pc:sldChg>
    </pc:docChg>
  </pc:docChgLst>
  <pc:docChgLst>
    <pc:chgData name="主査　福島 直人" userId="S::naoto_2_fukushima@ccken.onmicrosoft.com::8f548a50-3d4a-4660-b17c-82fdb2003fd5" providerId="AD" clId="Web-{40BA078E-68D7-1060-12CE-5C6CD951C8C0}"/>
    <pc:docChg chg="modSld sldOrd">
      <pc:chgData name="主査　福島 直人" userId="S::naoto_2_fukushima@ccken.onmicrosoft.com::8f548a50-3d4a-4660-b17c-82fdb2003fd5" providerId="AD" clId="Web-{40BA078E-68D7-1060-12CE-5C6CD951C8C0}" dt="2026-02-18T10:58:05.070" v="475" actId="14100"/>
      <pc:docMkLst>
        <pc:docMk/>
      </pc:docMkLst>
      <pc:sldChg chg="ord">
        <pc:chgData name="主査　福島 直人" userId="S::naoto_2_fukushima@ccken.onmicrosoft.com::8f548a50-3d4a-4660-b17c-82fdb2003fd5" providerId="AD" clId="Web-{40BA078E-68D7-1060-12CE-5C6CD951C8C0}" dt="2026-02-18T09:50:17.724" v="247"/>
        <pc:sldMkLst>
          <pc:docMk/>
          <pc:sldMk cId="4236540724" sldId="928"/>
        </pc:sldMkLst>
      </pc:sldChg>
      <pc:sldChg chg="modSp">
        <pc:chgData name="主査　福島 直人" userId="S::naoto_2_fukushima@ccken.onmicrosoft.com::8f548a50-3d4a-4660-b17c-82fdb2003fd5" providerId="AD" clId="Web-{40BA078E-68D7-1060-12CE-5C6CD951C8C0}" dt="2026-02-18T09:47:16.093" v="227" actId="20577"/>
        <pc:sldMkLst>
          <pc:docMk/>
          <pc:sldMk cId="20629679" sldId="955"/>
        </pc:sldMkLst>
      </pc:sldChg>
      <pc:sldChg chg="addSp modSp">
        <pc:chgData name="主査　福島 直人" userId="S::naoto_2_fukushima@ccken.onmicrosoft.com::8f548a50-3d4a-4660-b17c-82fdb2003fd5" providerId="AD" clId="Web-{40BA078E-68D7-1060-12CE-5C6CD951C8C0}" dt="2026-02-18T09:28:36.585" v="122" actId="20577"/>
        <pc:sldMkLst>
          <pc:docMk/>
          <pc:sldMk cId="1984299581" sldId="957"/>
        </pc:sldMkLst>
      </pc:sldChg>
    </pc:docChg>
  </pc:docChgLst>
  <pc:docChgLst>
    <pc:chgData name="主査　福島 直人" userId="S::naoto_2_fukushima@ccken.onmicrosoft.com::8f548a50-3d4a-4660-b17c-82fdb2003fd5" providerId="AD" clId="Web-{49EE4CF9-D520-C73F-F3B3-277580B65366}"/>
    <pc:docChg chg="modSld">
      <pc:chgData name="主査　福島 直人" userId="S::naoto_2_fukushima@ccken.onmicrosoft.com::8f548a50-3d4a-4660-b17c-82fdb2003fd5" providerId="AD" clId="Web-{49EE4CF9-D520-C73F-F3B3-277580B65366}" dt="2026-03-04T06:26:49.699" v="11" actId="20577"/>
      <pc:docMkLst>
        <pc:docMk/>
      </pc:docMkLst>
      <pc:sldChg chg="modSp">
        <pc:chgData name="主査　福島 直人" userId="S::naoto_2_fukushima@ccken.onmicrosoft.com::8f548a50-3d4a-4660-b17c-82fdb2003fd5" providerId="AD" clId="Web-{49EE4CF9-D520-C73F-F3B3-277580B65366}" dt="2026-03-04T01:52:59.585" v="1" actId="20577"/>
        <pc:sldMkLst>
          <pc:docMk/>
          <pc:sldMk cId="1984299581" sldId="957"/>
        </pc:sldMkLst>
      </pc:sldChg>
      <pc:sldChg chg="modSp">
        <pc:chgData name="主査　福島 直人" userId="S::naoto_2_fukushima@ccken.onmicrosoft.com::8f548a50-3d4a-4660-b17c-82fdb2003fd5" providerId="AD" clId="Web-{49EE4CF9-D520-C73F-F3B3-277580B65366}" dt="2026-03-04T04:31:44.760" v="9" actId="20577"/>
        <pc:sldMkLst>
          <pc:docMk/>
          <pc:sldMk cId="433359686" sldId="1008"/>
        </pc:sldMkLst>
      </pc:sldChg>
    </pc:docChg>
  </pc:docChgLst>
  <pc:docChgLst>
    <pc:chgData name="鈴木　杏優 / Suzuki, Ayu" userId="6fe1cced-33cb-43dc-ac11-261a0a1f85e2" providerId="ADAL" clId="{15B63D10-CE42-4B77-AFAA-83EFBD3109CB}"/>
    <pc:docChg chg="modSld">
      <pc:chgData name="鈴木　杏優 / Suzuki, Ayu" userId="6fe1cced-33cb-43dc-ac11-261a0a1f85e2" providerId="ADAL" clId="{15B63D10-CE42-4B77-AFAA-83EFBD3109CB}" dt="2026-02-12T08:04:29.824" v="562" actId="20577"/>
      <pc:docMkLst>
        <pc:docMk/>
      </pc:docMkLst>
    </pc:docChg>
  </pc:docChgLst>
  <pc:docChgLst>
    <pc:chgData name="明治安田　八木 彰之" userId="S::ak-yagi@ccken.onmicrosoft.com::d1f97d3f-409d-461c-820e-b1af6ee40ad0" providerId="AD" clId="Web-{EBA49ACC-EB41-3A3A-72FC-C68DED81EC5D}"/>
    <pc:docChg chg="modSld">
      <pc:chgData name="明治安田　八木 彰之" userId="S::ak-yagi@ccken.onmicrosoft.com::d1f97d3f-409d-461c-820e-b1af6ee40ad0" providerId="AD" clId="Web-{EBA49ACC-EB41-3A3A-72FC-C68DED81EC5D}" dt="2026-02-18T13:39:32.491" v="55"/>
      <pc:docMkLst>
        <pc:docMk/>
      </pc:docMkLst>
      <pc:sldChg chg="modSp">
        <pc:chgData name="明治安田　八木 彰之" userId="S::ak-yagi@ccken.onmicrosoft.com::d1f97d3f-409d-461c-820e-b1af6ee40ad0" providerId="AD" clId="Web-{EBA49ACC-EB41-3A3A-72FC-C68DED81EC5D}" dt="2026-02-18T13:39:32.491" v="55"/>
        <pc:sldMkLst>
          <pc:docMk/>
          <pc:sldMk cId="3014012821" sldId="953"/>
        </pc:sldMkLst>
      </pc:sldChg>
    </pc:docChg>
  </pc:docChgLst>
  <pc:docChgLst>
    <pc:chgData name="三菱UFJ信託銀行　網野 智仁" userId="S::tomohito_amino@ccken.onmicrosoft.com::f8474316-ab6c-4136-bc0a-a68b4c48cb80" providerId="AD" clId="Web-{99699E77-2B92-AC73-5F20-D2CDFB803DAD}"/>
    <pc:docChg chg="delSld modSld sldOrd modSection">
      <pc:chgData name="三菱UFJ信託銀行　網野 智仁" userId="S::tomohito_amino@ccken.onmicrosoft.com::f8474316-ab6c-4136-bc0a-a68b4c48cb80" providerId="AD" clId="Web-{99699E77-2B92-AC73-5F20-D2CDFB803DAD}" dt="2026-02-26T14:47:23.233" v="226"/>
      <pc:docMkLst>
        <pc:docMk/>
      </pc:docMkLst>
      <pc:sldChg chg="modSp">
        <pc:chgData name="三菱UFJ信託銀行　網野 智仁" userId="S::tomohito_amino@ccken.onmicrosoft.com::f8474316-ab6c-4136-bc0a-a68b4c48cb80" providerId="AD" clId="Web-{99699E77-2B92-AC73-5F20-D2CDFB803DAD}" dt="2026-02-26T14:30:49.637" v="133" actId="20577"/>
        <pc:sldMkLst>
          <pc:docMk/>
          <pc:sldMk cId="3740400021" sldId="808"/>
        </pc:sldMkLst>
      </pc:sldChg>
      <pc:sldChg chg="modSp">
        <pc:chgData name="三菱UFJ信託銀行　網野 智仁" userId="S::tomohito_amino@ccken.onmicrosoft.com::f8474316-ab6c-4136-bc0a-a68b4c48cb80" providerId="AD" clId="Web-{99699E77-2B92-AC73-5F20-D2CDFB803DAD}" dt="2026-02-26T14:27:45.911" v="107"/>
        <pc:sldMkLst>
          <pc:docMk/>
          <pc:sldMk cId="2863564126" sldId="809"/>
        </pc:sldMkLst>
      </pc:sldChg>
      <pc:sldChg chg="modSp">
        <pc:chgData name="三菱UFJ信託銀行　網野 智仁" userId="S::tomohito_amino@ccken.onmicrosoft.com::f8474316-ab6c-4136-bc0a-a68b4c48cb80" providerId="AD" clId="Web-{99699E77-2B92-AC73-5F20-D2CDFB803DAD}" dt="2026-02-26T14:27:50.192" v="111"/>
        <pc:sldMkLst>
          <pc:docMk/>
          <pc:sldMk cId="4048481670" sldId="810"/>
        </pc:sldMkLst>
      </pc:sldChg>
      <pc:sldChg chg="modSp ord">
        <pc:chgData name="三菱UFJ信託銀行　網野 智仁" userId="S::tomohito_amino@ccken.onmicrosoft.com::f8474316-ab6c-4136-bc0a-a68b4c48cb80" providerId="AD" clId="Web-{99699E77-2B92-AC73-5F20-D2CDFB803DAD}" dt="2026-02-26T14:47:23.233" v="226"/>
        <pc:sldMkLst>
          <pc:docMk/>
          <pc:sldMk cId="656133690" sldId="811"/>
        </pc:sldMkLst>
      </pc:sldChg>
      <pc:sldChg chg="modSp">
        <pc:chgData name="三菱UFJ信託銀行　網野 智仁" userId="S::tomohito_amino@ccken.onmicrosoft.com::f8474316-ab6c-4136-bc0a-a68b4c48cb80" providerId="AD" clId="Web-{99699E77-2B92-AC73-5F20-D2CDFB803DAD}" dt="2026-02-26T14:28:06.114" v="121"/>
        <pc:sldMkLst>
          <pc:docMk/>
          <pc:sldMk cId="3784166746" sldId="812"/>
        </pc:sldMkLst>
      </pc:sldChg>
      <pc:sldChg chg="modSp">
        <pc:chgData name="三菱UFJ信託銀行　網野 智仁" userId="S::tomohito_amino@ccken.onmicrosoft.com::f8474316-ab6c-4136-bc0a-a68b4c48cb80" providerId="AD" clId="Web-{99699E77-2B92-AC73-5F20-D2CDFB803DAD}" dt="2026-02-26T14:27:59.864" v="115"/>
        <pc:sldMkLst>
          <pc:docMk/>
          <pc:sldMk cId="1689093626" sldId="838"/>
        </pc:sldMkLst>
      </pc:sldChg>
      <pc:sldChg chg="modSp">
        <pc:chgData name="三菱UFJ信託銀行　網野 智仁" userId="S::tomohito_amino@ccken.onmicrosoft.com::f8474316-ab6c-4136-bc0a-a68b4c48cb80" providerId="AD" clId="Web-{99699E77-2B92-AC73-5F20-D2CDFB803DAD}" dt="2026-02-26T14:15:58.279" v="5" actId="20577"/>
        <pc:sldMkLst>
          <pc:docMk/>
          <pc:sldMk cId="4077408376" sldId="962"/>
        </pc:sldMkLst>
      </pc:sldChg>
      <pc:sldChg chg="addSp delSp modSp">
        <pc:chgData name="三菱UFJ信託銀行　網野 智仁" userId="S::tomohito_amino@ccken.onmicrosoft.com::f8474316-ab6c-4136-bc0a-a68b4c48cb80" providerId="AD" clId="Web-{99699E77-2B92-AC73-5F20-D2CDFB803DAD}" dt="2026-02-26T14:38:56.037" v="186" actId="1076"/>
        <pc:sldMkLst>
          <pc:docMk/>
          <pc:sldMk cId="3913572286" sldId="963"/>
        </pc:sldMkLst>
      </pc:sldChg>
      <pc:sldChg chg="delSp modSp modCm">
        <pc:chgData name="三菱UFJ信託銀行　網野 智仁" userId="S::tomohito_amino@ccken.onmicrosoft.com::f8474316-ab6c-4136-bc0a-a68b4c48cb80" providerId="AD" clId="Web-{99699E77-2B92-AC73-5F20-D2CDFB803DAD}" dt="2026-02-26T14:35:26.108" v="182" actId="1076"/>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E25B2D68-FBC4-442B-A1A5-8AA2661529F2}"/>
              </pc2:cmMkLst>
            </pc226:cmChg>
          </p:ext>
        </pc:extLst>
      </pc:sldChg>
    </pc:docChg>
  </pc:docChgLst>
  <pc:docChgLst>
    <pc:chgData name="村上　淳" userId="0b8e6a16-2353-4e90-9a7d-8e4f0d078fbd" providerId="ADAL" clId="{BEAA5CF2-D809-47F7-82BC-D70155B4E606}"/>
    <pc:docChg chg="undo redo custSel addSld delSld modSld sldOrd modSection">
      <pc:chgData name="村上　淳" userId="0b8e6a16-2353-4e90-9a7d-8e4f0d078fbd" providerId="ADAL" clId="{BEAA5CF2-D809-47F7-82BC-D70155B4E606}" dt="2026-02-26T18:02:53.345" v="9755" actId="113"/>
      <pc:docMkLst>
        <pc:docMk/>
      </pc:docMkLst>
      <pc:sldChg chg="addSp delSp modSp new mod">
        <pc:chgData name="村上　淳" userId="0b8e6a16-2353-4e90-9a7d-8e4f0d078fbd" providerId="ADAL" clId="{BEAA5CF2-D809-47F7-82BC-D70155B4E606}" dt="2026-02-16T21:37:51.688" v="5008" actId="20577"/>
        <pc:sldMkLst>
          <pc:docMk/>
          <pc:sldMk cId="4236540724" sldId="928"/>
        </pc:sldMkLst>
      </pc:sldChg>
      <pc:sldChg chg="delSp mod">
        <pc:chgData name="村上　淳" userId="0b8e6a16-2353-4e90-9a7d-8e4f0d078fbd" providerId="ADAL" clId="{BEAA5CF2-D809-47F7-82BC-D70155B4E606}" dt="2026-02-26T13:55:10.684" v="5904" actId="478"/>
        <pc:sldMkLst>
          <pc:docMk/>
          <pc:sldMk cId="3913572286" sldId="963"/>
        </pc:sldMkLst>
      </pc:sldChg>
      <pc:sldChg chg="addSp delSp modSp add mod">
        <pc:chgData name="村上　淳" userId="0b8e6a16-2353-4e90-9a7d-8e4f0d078fbd" providerId="ADAL" clId="{BEAA5CF2-D809-47F7-82BC-D70155B4E606}" dt="2026-02-26T17:22:05.755" v="8925" actId="20577"/>
        <pc:sldMkLst>
          <pc:docMk/>
          <pc:sldMk cId="1056783319" sldId="1009"/>
        </pc:sldMkLst>
      </pc:sldChg>
      <pc:sldChg chg="modSp add mod">
        <pc:chgData name="村上　淳" userId="0b8e6a16-2353-4e90-9a7d-8e4f0d078fbd" providerId="ADAL" clId="{BEAA5CF2-D809-47F7-82BC-D70155B4E606}" dt="2026-02-26T17:21:58.544" v="8915" actId="20577"/>
        <pc:sldMkLst>
          <pc:docMk/>
          <pc:sldMk cId="865026807" sldId="1010"/>
        </pc:sldMkLst>
      </pc:sldChg>
      <pc:sldChg chg="addSp delSp modSp add mod">
        <pc:chgData name="村上　淳" userId="0b8e6a16-2353-4e90-9a7d-8e4f0d078fbd" providerId="ADAL" clId="{BEAA5CF2-D809-47F7-82BC-D70155B4E606}" dt="2026-02-26T18:02:53.345" v="9755" actId="113"/>
        <pc:sldMkLst>
          <pc:docMk/>
          <pc:sldMk cId="3418834785" sldId="1011"/>
        </pc:sldMkLst>
      </pc:sldChg>
    </pc:docChg>
  </pc:docChgLst>
  <pc:docChgLst>
    <pc:chgData name="masazaki yoshihiro/6201258/昌崎　良浩" userId="S::yoshihiro.masazaki.mk_mcgc.com#ext#@ccken.onmicrosoft.com::338b9127-7fcd-4e96-b095-c08a802489d5" providerId="AD" clId="Web-{832E98B7-459A-5EA6-A9EF-82DDDA6559D3}"/>
    <pc:docChg chg="addSld modSld sldOrd modSection">
      <pc:chgData name="masazaki yoshihiro/6201258/昌崎　良浩" userId="S::yoshihiro.masazaki.mk_mcgc.com#ext#@ccken.onmicrosoft.com::338b9127-7fcd-4e96-b095-c08a802489d5" providerId="AD" clId="Web-{832E98B7-459A-5EA6-A9EF-82DDDA6559D3}" dt="2026-02-26T09:49:19.199" v="1239" actId="20577"/>
      <pc:docMkLst>
        <pc:docMk/>
      </pc:docMkLst>
    </pc:docChg>
  </pc:docChgLst>
  <pc:docChgLst>
    <pc:chgData name="明治安田　荻野 純平" userId="S::jy-ogino@ccken.onmicrosoft.com::27cba3d8-e4d3-428c-9353-43187c47438c" providerId="AD" clId="Web-{B702DD09-505C-95C3-9841-FF2735D7F55C}"/>
    <pc:docChg chg="modSld">
      <pc:chgData name="明治安田　荻野 純平" userId="S::jy-ogino@ccken.onmicrosoft.com::27cba3d8-e4d3-428c-9353-43187c47438c" providerId="AD" clId="Web-{B702DD09-505C-95C3-9841-FF2735D7F55C}" dt="2026-02-13T09:22:11.518" v="47"/>
      <pc:docMkLst>
        <pc:docMk/>
      </pc:docMkLst>
    </pc:docChg>
  </pc:docChgLst>
  <pc:docChgLst>
    <pc:chgData name="主査　福島 直人" userId="S::naoto_2_fukushima@ccken.onmicrosoft.com::8f548a50-3d4a-4660-b17c-82fdb2003fd5" providerId="AD" clId="Web-{9F16026F-3880-E516-03D2-347F7334BF36}"/>
    <pc:docChg chg="modSld">
      <pc:chgData name="主査　福島 直人" userId="S::naoto_2_fukushima@ccken.onmicrosoft.com::8f548a50-3d4a-4660-b17c-82fdb2003fd5" providerId="AD" clId="Web-{9F16026F-3880-E516-03D2-347F7334BF36}" dt="2026-03-02T05:03:32.300" v="229" actId="14100"/>
      <pc:docMkLst>
        <pc:docMk/>
      </pc:docMkLst>
      <pc:sldChg chg="addSp delSp modSp">
        <pc:chgData name="主査　福島 直人" userId="S::naoto_2_fukushima@ccken.onmicrosoft.com::8f548a50-3d4a-4660-b17c-82fdb2003fd5" providerId="AD" clId="Web-{9F16026F-3880-E516-03D2-347F7334BF36}" dt="2026-03-02T04:55:42.768" v="208" actId="1076"/>
        <pc:sldMkLst>
          <pc:docMk/>
          <pc:sldMk cId="3546692421" sldId="980"/>
        </pc:sldMkLst>
      </pc:sldChg>
      <pc:sldChg chg="modSp">
        <pc:chgData name="主査　福島 直人" userId="S::naoto_2_fukushima@ccken.onmicrosoft.com::8f548a50-3d4a-4660-b17c-82fdb2003fd5" providerId="AD" clId="Web-{9F16026F-3880-E516-03D2-347F7334BF36}" dt="2026-03-02T04:58:38.980" v="218" actId="20577"/>
        <pc:sldMkLst>
          <pc:docMk/>
          <pc:sldMk cId="2912982522" sldId="983"/>
        </pc:sldMkLst>
      </pc:sldChg>
      <pc:sldChg chg="modSp modCm">
        <pc:chgData name="主査　福島 直人" userId="S::naoto_2_fukushima@ccken.onmicrosoft.com::8f548a50-3d4a-4660-b17c-82fdb2003fd5" providerId="AD" clId="Web-{9F16026F-3880-E516-03D2-347F7334BF36}" dt="2026-03-02T04:36:01.333" v="41" actId="20577"/>
        <pc:sldMkLst>
          <pc:docMk/>
          <pc:sldMk cId="426927151" sldId="994"/>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9F16026F-3880-E516-03D2-347F7334BF36}" dt="2026-03-02T04:32:32.612" v="23" actId="20577"/>
              <pc2:cmMkLst xmlns:pc2="http://schemas.microsoft.com/office/powerpoint/2019/9/main/command">
                <pc:docMk/>
                <pc:sldMk cId="426927151" sldId="994"/>
                <pc2:cmMk id="{68E54AA7-8C3C-42DF-8B19-A98391AFC944}"/>
              </pc2:cmMkLst>
            </pc226:cmChg>
          </p:ext>
        </pc:extLst>
      </pc:sldChg>
      <pc:sldChg chg="modSp">
        <pc:chgData name="主査　福島 直人" userId="S::naoto_2_fukushima@ccken.onmicrosoft.com::8f548a50-3d4a-4660-b17c-82fdb2003fd5" providerId="AD" clId="Web-{9F16026F-3880-E516-03D2-347F7334BF36}" dt="2026-03-02T04:44:36.640" v="92" actId="20577"/>
        <pc:sldMkLst>
          <pc:docMk/>
          <pc:sldMk cId="1557085014" sldId="1005"/>
        </pc:sldMkLst>
      </pc:sldChg>
      <pc:sldChg chg="modSp">
        <pc:chgData name="主査　福島 直人" userId="S::naoto_2_fukushima@ccken.onmicrosoft.com::8f548a50-3d4a-4660-b17c-82fdb2003fd5" providerId="AD" clId="Web-{9F16026F-3880-E516-03D2-347F7334BF36}" dt="2026-03-02T04:57:37.993" v="217" actId="20577"/>
        <pc:sldMkLst>
          <pc:docMk/>
          <pc:sldMk cId="433359686" sldId="1008"/>
        </pc:sldMkLst>
      </pc:sldChg>
      <pc:sldChg chg="addSp modSp">
        <pc:chgData name="主査　福島 直人" userId="S::naoto_2_fukushima@ccken.onmicrosoft.com::8f548a50-3d4a-4660-b17c-82fdb2003fd5" providerId="AD" clId="Web-{9F16026F-3880-E516-03D2-347F7334BF36}" dt="2026-03-02T05:03:32.300" v="229" actId="14100"/>
        <pc:sldMkLst>
          <pc:docMk/>
          <pc:sldMk cId="3141537626" sldId="1012"/>
        </pc:sldMkLst>
      </pc:sldChg>
    </pc:docChg>
  </pc:docChgLst>
  <pc:docChgLst>
    <pc:chgData name="三菱UFJ信託銀行　網野 智仁" userId="f8474316-ab6c-4136-bc0a-a68b4c48cb80" providerId="ADAL" clId="{31F0A714-A299-442C-AB3D-7112D1AD06C5}"/>
    <pc:docChg chg="undo custSel addSld delSld modSld sldOrd modSection">
      <pc:chgData name="三菱UFJ信託銀行　網野 智仁" userId="f8474316-ab6c-4136-bc0a-a68b4c48cb80" providerId="ADAL" clId="{31F0A714-A299-442C-AB3D-7112D1AD06C5}" dt="2026-02-21T16:43:06.539" v="9137" actId="6549"/>
      <pc:docMkLst>
        <pc:docMk/>
      </pc:docMkLst>
      <pc:sldChg chg="delSp modSp mod">
        <pc:chgData name="三菱UFJ信託銀行　網野 智仁" userId="f8474316-ab6c-4136-bc0a-a68b4c48cb80" providerId="ADAL" clId="{31F0A714-A299-442C-AB3D-7112D1AD06C5}" dt="2026-02-21T13:46:55.889" v="5491" actId="478"/>
        <pc:sldMkLst>
          <pc:docMk/>
          <pc:sldMk cId="3740400021" sldId="808"/>
        </pc:sldMkLst>
      </pc:sldChg>
      <pc:sldChg chg="modSp add mod modCm">
        <pc:chgData name="三菱UFJ信託銀行　網野 智仁" userId="f8474316-ab6c-4136-bc0a-a68b4c48cb80" providerId="ADAL" clId="{31F0A714-A299-442C-AB3D-7112D1AD06C5}" dt="2026-02-21T16:41:58.504" v="9070" actId="1076"/>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E25B2D68-FBC4-442B-A1A5-8AA2661529F2}"/>
              </pc2:cmMkLst>
            </pc226:cmChg>
          </p:ext>
        </pc:extLst>
      </pc:sldChg>
    </pc:docChg>
  </pc:docChgLst>
  <pc:docChgLst>
    <pc:chgData name="三菱UFJ信託銀行　網野 智仁" userId="S::tomohito_amino@ccken.onmicrosoft.com::f8474316-ab6c-4136-bc0a-a68b4c48cb80" providerId="AD" clId="Web-{7B8DDC43-9E5C-96FE-201C-8B8128B29043}"/>
    <pc:docChg chg="addSld modSld sldOrd modSection">
      <pc:chgData name="三菱UFJ信託銀行　網野 智仁" userId="S::tomohito_amino@ccken.onmicrosoft.com::f8474316-ab6c-4136-bc0a-a68b4c48cb80" providerId="AD" clId="Web-{7B8DDC43-9E5C-96FE-201C-8B8128B29043}" dt="2026-02-12T08:38:17.464" v="171"/>
      <pc:docMkLst>
        <pc:docMk/>
      </pc:docMkLst>
    </pc:docChg>
  </pc:docChgLst>
  <pc:docChgLst>
    <pc:chgData name="東京海上日動システムズ　川又 聖史" userId="S::kawamata374512_gmail.com#ext#@ccken.onmicrosoft.com::08ddaa4a-df89-4426-a5e8-4dbd2fe77e14" providerId="AD" clId="Web-{CA150426-54F1-3860-FAE1-DF26C3D63DF4}"/>
    <pc:docChg chg="addSld modSld modSection">
      <pc:chgData name="東京海上日動システムズ　川又 聖史" userId="S::kawamata374512_gmail.com#ext#@ccken.onmicrosoft.com::08ddaa4a-df89-4426-a5e8-4dbd2fe77e14" providerId="AD" clId="Web-{CA150426-54F1-3860-FAE1-DF26C3D63DF4}" dt="2026-02-04T15:13:19.803" v="76" actId="20577"/>
      <pc:docMkLst>
        <pc:docMk/>
      </pc:docMkLst>
      <pc:sldChg chg="modSp modCm">
        <pc:chgData name="東京海上日動システムズ　川又 聖史" userId="S::kawamata374512_gmail.com#ext#@ccken.onmicrosoft.com::08ddaa4a-df89-4426-a5e8-4dbd2fe77e14" providerId="AD" clId="Web-{CA150426-54F1-3860-FAE1-DF26C3D63DF4}" dt="2026-02-04T15:13:19.803" v="76" actId="20577"/>
        <pc:sldMkLst>
          <pc:docMk/>
          <pc:sldMk cId="2585609864" sldId="805"/>
        </pc:sldMkLst>
        <pc:extLst>
          <p:ext xmlns:p="http://schemas.openxmlformats.org/presentationml/2006/main" uri="{D6D511B9-2390-475A-947B-AFAB55BFBCF1}">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E8C4E97F-E4E5-48FB-9525-9089D724DF4D}"/>
              </pc2:cmMkLst>
            </pc226:cmChg>
          </p:ext>
        </pc:extLst>
      </pc:sldChg>
    </pc:docChg>
  </pc:docChgLst>
  <pc:docChgLst>
    <pc:chgData name="主査　福島 直人" userId="S::naoto_2_fukushima@ccken.onmicrosoft.com::8f548a50-3d4a-4660-b17c-82fdb2003fd5" providerId="AD" clId="Web-{712A3E39-7633-F4A1-49E6-88E34E617239}"/>
    <pc:docChg chg="addSld modSld modSection">
      <pc:chgData name="主査　福島 直人" userId="S::naoto_2_fukushima@ccken.onmicrosoft.com::8f548a50-3d4a-4660-b17c-82fdb2003fd5" providerId="AD" clId="Web-{712A3E39-7633-F4A1-49E6-88E34E617239}" dt="2026-02-27T10:51:34.537" v="150"/>
      <pc:docMkLst>
        <pc:docMk/>
      </pc:docMkLst>
      <pc:sldChg chg="modSp">
        <pc:chgData name="主査　福島 直人" userId="S::naoto_2_fukushima@ccken.onmicrosoft.com::8f548a50-3d4a-4660-b17c-82fdb2003fd5" providerId="AD" clId="Web-{712A3E39-7633-F4A1-49E6-88E34E617239}" dt="2026-02-27T10:44:33.705" v="57"/>
        <pc:sldMkLst>
          <pc:docMk/>
          <pc:sldMk cId="468256319" sldId="471"/>
        </pc:sldMkLst>
      </pc:sldChg>
      <pc:sldChg chg="modSp">
        <pc:chgData name="主査　福島 直人" userId="S::naoto_2_fukushima@ccken.onmicrosoft.com::8f548a50-3d4a-4660-b17c-82fdb2003fd5" providerId="AD" clId="Web-{712A3E39-7633-F4A1-49E6-88E34E617239}" dt="2026-02-27T10:44:39.752" v="58"/>
        <pc:sldMkLst>
          <pc:docMk/>
          <pc:sldMk cId="1392608573" sldId="727"/>
        </pc:sldMkLst>
      </pc:sldChg>
      <pc:sldChg chg="modSp">
        <pc:chgData name="主査　福島 直人" userId="S::naoto_2_fukushima@ccken.onmicrosoft.com::8f548a50-3d4a-4660-b17c-82fdb2003fd5" providerId="AD" clId="Web-{712A3E39-7633-F4A1-49E6-88E34E617239}" dt="2026-02-27T10:41:42.368" v="50" actId="20577"/>
        <pc:sldMkLst>
          <pc:docMk/>
          <pc:sldMk cId="2148309104" sldId="768"/>
        </pc:sldMkLst>
      </pc:sldChg>
      <pc:sldChg chg="modSp">
        <pc:chgData name="主査　福島 直人" userId="S::naoto_2_fukushima@ccken.onmicrosoft.com::8f548a50-3d4a-4660-b17c-82fdb2003fd5" providerId="AD" clId="Web-{712A3E39-7633-F4A1-49E6-88E34E617239}" dt="2026-02-27T10:43:43.343" v="54"/>
        <pc:sldMkLst>
          <pc:docMk/>
          <pc:sldMk cId="2998734072" sldId="849"/>
        </pc:sldMkLst>
      </pc:sldChg>
      <pc:sldChg chg="modSp">
        <pc:chgData name="主査　福島 直人" userId="S::naoto_2_fukushima@ccken.onmicrosoft.com::8f548a50-3d4a-4660-b17c-82fdb2003fd5" providerId="AD" clId="Web-{712A3E39-7633-F4A1-49E6-88E34E617239}" dt="2026-02-27T10:44:05.469" v="55"/>
        <pc:sldMkLst>
          <pc:docMk/>
          <pc:sldMk cId="978939477" sldId="850"/>
        </pc:sldMkLst>
      </pc:sldChg>
      <pc:sldChg chg="modSp">
        <pc:chgData name="主査　福島 直人" userId="S::naoto_2_fukushima@ccken.onmicrosoft.com::8f548a50-3d4a-4660-b17c-82fdb2003fd5" providerId="AD" clId="Web-{712A3E39-7633-F4A1-49E6-88E34E617239}" dt="2026-02-27T10:44:54.972" v="59"/>
        <pc:sldMkLst>
          <pc:docMk/>
          <pc:sldMk cId="785633465" sldId="851"/>
        </pc:sldMkLst>
      </pc:sldChg>
      <pc:sldChg chg="modSp">
        <pc:chgData name="主査　福島 直人" userId="S::naoto_2_fukushima@ccken.onmicrosoft.com::8f548a50-3d4a-4660-b17c-82fdb2003fd5" providerId="AD" clId="Web-{712A3E39-7633-F4A1-49E6-88E34E617239}" dt="2026-02-27T10:45:06.503" v="60"/>
        <pc:sldMkLst>
          <pc:docMk/>
          <pc:sldMk cId="3346796719" sldId="853"/>
        </pc:sldMkLst>
      </pc:sldChg>
      <pc:sldChg chg="modSp">
        <pc:chgData name="主査　福島 直人" userId="S::naoto_2_fukushima@ccken.onmicrosoft.com::8f548a50-3d4a-4660-b17c-82fdb2003fd5" providerId="AD" clId="Web-{712A3E39-7633-F4A1-49E6-88E34E617239}" dt="2026-02-27T10:45:15.160" v="61"/>
        <pc:sldMkLst>
          <pc:docMk/>
          <pc:sldMk cId="741583435" sldId="854"/>
        </pc:sldMkLst>
      </pc:sldChg>
      <pc:sldChg chg="modSp">
        <pc:chgData name="主査　福島 直人" userId="S::naoto_2_fukushima@ccken.onmicrosoft.com::8f548a50-3d4a-4660-b17c-82fdb2003fd5" providerId="AD" clId="Web-{712A3E39-7633-F4A1-49E6-88E34E617239}" dt="2026-02-27T10:44:17.220" v="56"/>
        <pc:sldMkLst>
          <pc:docMk/>
          <pc:sldMk cId="1039007571" sldId="855"/>
        </pc:sldMkLst>
      </pc:sldChg>
      <pc:sldChg chg="addSp delSp modSp">
        <pc:chgData name="主査　福島 直人" userId="S::naoto_2_fukushima@ccken.onmicrosoft.com::8f548a50-3d4a-4660-b17c-82fdb2003fd5" providerId="AD" clId="Web-{712A3E39-7633-F4A1-49E6-88E34E617239}" dt="2026-02-27T10:51:34.537" v="150"/>
        <pc:sldMkLst>
          <pc:docMk/>
          <pc:sldMk cId="2104226278" sldId="925"/>
        </pc:sldMkLst>
      </pc:sldChg>
    </pc:docChg>
  </pc:docChgLst>
  <pc:docChgLst>
    <pc:chgData name="三菱UFJ信託銀行　網野 智仁" userId="S::tomohito_amino@ccken.onmicrosoft.com::f8474316-ab6c-4136-bc0a-a68b4c48cb80" providerId="AD" clId="Web-{B491017A-40BA-301A-D41A-72D9A9C4E6F0}"/>
    <pc:docChg chg="modSld">
      <pc:chgData name="三菱UFJ信託銀行　網野 智仁" userId="S::tomohito_amino@ccken.onmicrosoft.com::f8474316-ab6c-4136-bc0a-a68b4c48cb80" providerId="AD" clId="Web-{B491017A-40BA-301A-D41A-72D9A9C4E6F0}" dt="2026-02-26T14:56:08.617" v="16" actId="20577"/>
      <pc:docMkLst>
        <pc:docMk/>
      </pc:docMkLst>
    </pc:docChg>
  </pc:docChgLst>
  <pc:docChgLst>
    <pc:chgData name="三菱UFJ信託銀行　網野 智仁" userId="S::tomohito_amino@ccken.onmicrosoft.com::f8474316-ab6c-4136-bc0a-a68b4c48cb80" providerId="AD" clId="Web-{075B96A3-F33A-C9DD-2613-22F596E268F2}"/>
    <pc:docChg chg="addSld delSld modSld modSection">
      <pc:chgData name="三菱UFJ信託銀行　網野 智仁" userId="S::tomohito_amino@ccken.onmicrosoft.com::f8474316-ab6c-4136-bc0a-a68b4c48cb80" providerId="AD" clId="Web-{075B96A3-F33A-C9DD-2613-22F596E268F2}" dt="2026-02-17T16:11:05.791" v="1201" actId="20577"/>
      <pc:docMkLst>
        <pc:docMk/>
      </pc:docMkLst>
    </pc:docChg>
  </pc:docChgLst>
  <pc:docChgLst>
    <pc:chgData name="東京海上日動システムズ　小田 和弥" userId="S::kazuya.oda1014_gmail.com#ext#@ccken.onmicrosoft.com::7d754f48-d90c-443c-a8c9-ee8d894037e8" providerId="AD" clId="Web-{E4D70F69-539F-2C92-B9AE-E25CBF528A71}"/>
    <pc:docChg chg="modSld sldOrd">
      <pc:chgData name="東京海上日動システムズ　小田 和弥" userId="S::kazuya.oda1014_gmail.com#ext#@ccken.onmicrosoft.com::7d754f48-d90c-443c-a8c9-ee8d894037e8" providerId="AD" clId="Web-{E4D70F69-539F-2C92-B9AE-E25CBF528A71}" dt="2026-02-05T08:00:21.887" v="108" actId="20577"/>
      <pc:docMkLst>
        <pc:docMk/>
      </pc:docMkLst>
      <pc:sldChg chg="ord">
        <pc:chgData name="東京海上日動システムズ　小田 和弥" userId="S::kazuya.oda1014_gmail.com#ext#@ccken.onmicrosoft.com::7d754f48-d90c-443c-a8c9-ee8d894037e8" providerId="AD" clId="Web-{E4D70F69-539F-2C92-B9AE-E25CBF528A71}" dt="2026-02-05T07:54:33.424" v="98"/>
        <pc:sldMkLst>
          <pc:docMk/>
          <pc:sldMk cId="594026210" sldId="832"/>
        </pc:sldMkLst>
      </pc:sldChg>
    </pc:docChg>
  </pc:docChgLst>
  <pc:docChgLst>
    <pc:chgData name="主査　福島 直人" userId="S::naoto_2_fukushima@ccken.onmicrosoft.com::8f548a50-3d4a-4660-b17c-82fdb2003fd5" providerId="AD" clId="Web-{6B536209-0E9F-F7F0-66CF-C0AB56366964}"/>
    <pc:docChg chg="modSld">
      <pc:chgData name="主査　福島 直人" userId="S::naoto_2_fukushima@ccken.onmicrosoft.com::8f548a50-3d4a-4660-b17c-82fdb2003fd5" providerId="AD" clId="Web-{6B536209-0E9F-F7F0-66CF-C0AB56366964}" dt="2026-03-03T11:27:02.622" v="7" actId="20577"/>
      <pc:docMkLst>
        <pc:docMk/>
      </pc:docMkLst>
      <pc:sldChg chg="modSp">
        <pc:chgData name="主査　福島 直人" userId="S::naoto_2_fukushima@ccken.onmicrosoft.com::8f548a50-3d4a-4660-b17c-82fdb2003fd5" providerId="AD" clId="Web-{6B536209-0E9F-F7F0-66CF-C0AB56366964}" dt="2026-03-03T11:26:33.573" v="4" actId="20577"/>
        <pc:sldMkLst>
          <pc:docMk/>
          <pc:sldMk cId="2863164929" sldId="773"/>
        </pc:sldMkLst>
      </pc:sldChg>
      <pc:sldChg chg="modSp">
        <pc:chgData name="主査　福島 直人" userId="S::naoto_2_fukushima@ccken.onmicrosoft.com::8f548a50-3d4a-4660-b17c-82fdb2003fd5" providerId="AD" clId="Web-{6B536209-0E9F-F7F0-66CF-C0AB56366964}" dt="2026-03-03T11:24:12.907" v="3" actId="20577"/>
        <pc:sldMkLst>
          <pc:docMk/>
          <pc:sldMk cId="2912982522" sldId="983"/>
        </pc:sldMkLst>
      </pc:sldChg>
      <pc:sldChg chg="modSp">
        <pc:chgData name="主査　福島 直人" userId="S::naoto_2_fukushima@ccken.onmicrosoft.com::8f548a50-3d4a-4660-b17c-82fdb2003fd5" providerId="AD" clId="Web-{6B536209-0E9F-F7F0-66CF-C0AB56366964}" dt="2026-03-03T11:27:02.622" v="7" actId="20577"/>
        <pc:sldMkLst>
          <pc:docMk/>
          <pc:sldMk cId="995557494" sldId="986"/>
        </pc:sldMkLst>
      </pc:sldChg>
    </pc:docChg>
  </pc:docChgLst>
  <pc:docChgLst>
    <pc:chgData name="主査　福島 直人" userId="S::naoto_2_fukushima@ccken.onmicrosoft.com::8f548a50-3d4a-4660-b17c-82fdb2003fd5" providerId="AD" clId="Web-{7A4277CF-120A-C245-582E-FB2C2CE0A9EF}"/>
    <pc:docChg chg="modSld sldOrd modSection">
      <pc:chgData name="主査　福島 直人" userId="S::naoto_2_fukushima@ccken.onmicrosoft.com::8f548a50-3d4a-4660-b17c-82fdb2003fd5" providerId="AD" clId="Web-{7A4277CF-120A-C245-582E-FB2C2CE0A9EF}" dt="2026-02-05T01:25:02.956" v="451"/>
      <pc:docMkLst>
        <pc:docMk/>
      </pc:docMkLst>
      <pc:sldChg chg="modSp">
        <pc:chgData name="主査　福島 直人" userId="S::naoto_2_fukushima@ccken.onmicrosoft.com::8f548a50-3d4a-4660-b17c-82fdb2003fd5" providerId="AD" clId="Web-{7A4277CF-120A-C245-582E-FB2C2CE0A9EF}" dt="2026-02-05T01:16:20.732" v="407" actId="20577"/>
        <pc:sldMkLst>
          <pc:docMk/>
          <pc:sldMk cId="468256319" sldId="471"/>
        </pc:sldMkLst>
      </pc:sldChg>
    </pc:docChg>
  </pc:docChgLst>
  <pc:docChgLst>
    <pc:chgData name="辻 隆嗣" userId="e32f038e-2dda-4b43-8b3e-d4cd8de163ec" providerId="ADAL" clId="{5417F1BE-7E87-44B6-B01F-0BFCF8E39514}"/>
    <pc:docChg chg="undo redo custSel addSld delSld modSld sldOrd addSection delSection modSection">
      <pc:chgData name="辻 隆嗣" userId="e32f038e-2dda-4b43-8b3e-d4cd8de163ec" providerId="ADAL" clId="{5417F1BE-7E87-44B6-B01F-0BFCF8E39514}" dt="2026-03-03T02:48:09.336" v="21006"/>
      <pc:docMkLst>
        <pc:docMk/>
      </pc:docMkLst>
      <pc:sldChg chg="add del setBg">
        <pc:chgData name="辻 隆嗣" userId="e32f038e-2dda-4b43-8b3e-d4cd8de163ec" providerId="ADAL" clId="{5417F1BE-7E87-44B6-B01F-0BFCF8E39514}" dt="2026-02-17T07:29:37.861" v="17092"/>
        <pc:sldMkLst>
          <pc:docMk/>
          <pc:sldMk cId="3502843846" sldId="842"/>
        </pc:sldMkLst>
      </pc:sldChg>
      <pc:sldChg chg="modSp mod">
        <pc:chgData name="辻 隆嗣" userId="e32f038e-2dda-4b43-8b3e-d4cd8de163ec" providerId="ADAL" clId="{5417F1BE-7E87-44B6-B01F-0BFCF8E39514}" dt="2026-02-25T08:15:50.239" v="20207" actId="2164"/>
        <pc:sldMkLst>
          <pc:docMk/>
          <pc:sldMk cId="1666554009" sldId="885"/>
        </pc:sldMkLst>
      </pc:sldChg>
      <pc:sldChg chg="add">
        <pc:chgData name="辻 隆嗣" userId="e32f038e-2dda-4b43-8b3e-d4cd8de163ec" providerId="ADAL" clId="{5417F1BE-7E87-44B6-B01F-0BFCF8E39514}" dt="2026-02-17T07:29:37.861" v="17092"/>
        <pc:sldMkLst>
          <pc:docMk/>
          <pc:sldMk cId="3568789062" sldId="931"/>
        </pc:sldMkLst>
      </pc:sldChg>
      <pc:sldChg chg="addSp modSp add mod">
        <pc:chgData name="辻 隆嗣" userId="e32f038e-2dda-4b43-8b3e-d4cd8de163ec" providerId="ADAL" clId="{5417F1BE-7E87-44B6-B01F-0BFCF8E39514}" dt="2026-02-25T08:02:45.296" v="19601" actId="1076"/>
        <pc:sldMkLst>
          <pc:docMk/>
          <pc:sldMk cId="3572525031" sldId="932"/>
        </pc:sldMkLst>
      </pc:sldChg>
      <pc:sldChg chg="add">
        <pc:chgData name="辻 隆嗣" userId="e32f038e-2dda-4b43-8b3e-d4cd8de163ec" providerId="ADAL" clId="{5417F1BE-7E87-44B6-B01F-0BFCF8E39514}" dt="2026-02-17T07:29:37.861" v="17092"/>
        <pc:sldMkLst>
          <pc:docMk/>
          <pc:sldMk cId="2120834333" sldId="933"/>
        </pc:sldMkLst>
      </pc:sldChg>
      <pc:sldChg chg="add">
        <pc:chgData name="辻 隆嗣" userId="e32f038e-2dda-4b43-8b3e-d4cd8de163ec" providerId="ADAL" clId="{5417F1BE-7E87-44B6-B01F-0BFCF8E39514}" dt="2026-02-17T07:29:37.861" v="17092"/>
        <pc:sldMkLst>
          <pc:docMk/>
          <pc:sldMk cId="243085760" sldId="934"/>
        </pc:sldMkLst>
      </pc:sldChg>
      <pc:sldChg chg="addSp delSp modSp add mod">
        <pc:chgData name="辻 隆嗣" userId="e32f038e-2dda-4b43-8b3e-d4cd8de163ec" providerId="ADAL" clId="{5417F1BE-7E87-44B6-B01F-0BFCF8E39514}" dt="2026-03-03T02:39:20.349" v="20991" actId="1076"/>
        <pc:sldMkLst>
          <pc:docMk/>
          <pc:sldMk cId="702632411" sldId="935"/>
        </pc:sldMkLst>
      </pc:sldChg>
      <pc:sldChg chg="add">
        <pc:chgData name="辻 隆嗣" userId="e32f038e-2dda-4b43-8b3e-d4cd8de163ec" providerId="ADAL" clId="{5417F1BE-7E87-44B6-B01F-0BFCF8E39514}" dt="2026-02-17T07:29:37.861" v="17092"/>
        <pc:sldMkLst>
          <pc:docMk/>
          <pc:sldMk cId="2498391000" sldId="936"/>
        </pc:sldMkLst>
      </pc:sldChg>
      <pc:sldChg chg="add">
        <pc:chgData name="辻 隆嗣" userId="e32f038e-2dda-4b43-8b3e-d4cd8de163ec" providerId="ADAL" clId="{5417F1BE-7E87-44B6-B01F-0BFCF8E39514}" dt="2026-02-17T07:29:37.861" v="17092"/>
        <pc:sldMkLst>
          <pc:docMk/>
          <pc:sldMk cId="2524250933" sldId="937"/>
        </pc:sldMkLst>
      </pc:sldChg>
      <pc:sldChg chg="add">
        <pc:chgData name="辻 隆嗣" userId="e32f038e-2dda-4b43-8b3e-d4cd8de163ec" providerId="ADAL" clId="{5417F1BE-7E87-44B6-B01F-0BFCF8E39514}" dt="2026-02-17T07:29:37.861" v="17092"/>
        <pc:sldMkLst>
          <pc:docMk/>
          <pc:sldMk cId="1100848237" sldId="938"/>
        </pc:sldMkLst>
      </pc:sldChg>
      <pc:sldChg chg="add">
        <pc:chgData name="辻 隆嗣" userId="e32f038e-2dda-4b43-8b3e-d4cd8de163ec" providerId="ADAL" clId="{5417F1BE-7E87-44B6-B01F-0BFCF8E39514}" dt="2026-02-17T07:29:37.861" v="17092"/>
        <pc:sldMkLst>
          <pc:docMk/>
          <pc:sldMk cId="1783178967" sldId="939"/>
        </pc:sldMkLst>
      </pc:sldChg>
      <pc:sldChg chg="add">
        <pc:chgData name="辻 隆嗣" userId="e32f038e-2dda-4b43-8b3e-d4cd8de163ec" providerId="ADAL" clId="{5417F1BE-7E87-44B6-B01F-0BFCF8E39514}" dt="2026-02-17T07:29:37.861" v="17092"/>
        <pc:sldMkLst>
          <pc:docMk/>
          <pc:sldMk cId="3933149002" sldId="940"/>
        </pc:sldMkLst>
      </pc:sldChg>
      <pc:sldChg chg="add">
        <pc:chgData name="辻 隆嗣" userId="e32f038e-2dda-4b43-8b3e-d4cd8de163ec" providerId="ADAL" clId="{5417F1BE-7E87-44B6-B01F-0BFCF8E39514}" dt="2026-02-17T07:29:37.861" v="17092"/>
        <pc:sldMkLst>
          <pc:docMk/>
          <pc:sldMk cId="4027344980" sldId="941"/>
        </pc:sldMkLst>
      </pc:sldChg>
      <pc:sldChg chg="add">
        <pc:chgData name="辻 隆嗣" userId="e32f038e-2dda-4b43-8b3e-d4cd8de163ec" providerId="ADAL" clId="{5417F1BE-7E87-44B6-B01F-0BFCF8E39514}" dt="2026-02-17T07:29:37.861" v="17092"/>
        <pc:sldMkLst>
          <pc:docMk/>
          <pc:sldMk cId="4071650382" sldId="942"/>
        </pc:sldMkLst>
      </pc:sldChg>
      <pc:sldChg chg="addSp delSp modSp add mod">
        <pc:chgData name="辻 隆嗣" userId="e32f038e-2dda-4b43-8b3e-d4cd8de163ec" providerId="ADAL" clId="{5417F1BE-7E87-44B6-B01F-0BFCF8E39514}" dt="2026-03-03T02:39:32.111" v="20994" actId="1076"/>
        <pc:sldMkLst>
          <pc:docMk/>
          <pc:sldMk cId="3237694204" sldId="943"/>
        </pc:sldMkLst>
      </pc:sldChg>
      <pc:sldChg chg="add">
        <pc:chgData name="辻 隆嗣" userId="e32f038e-2dda-4b43-8b3e-d4cd8de163ec" providerId="ADAL" clId="{5417F1BE-7E87-44B6-B01F-0BFCF8E39514}" dt="2026-02-17T07:29:37.861" v="17092"/>
        <pc:sldMkLst>
          <pc:docMk/>
          <pc:sldMk cId="3618236365" sldId="944"/>
        </pc:sldMkLst>
      </pc:sldChg>
      <pc:sldChg chg="add">
        <pc:chgData name="辻 隆嗣" userId="e32f038e-2dda-4b43-8b3e-d4cd8de163ec" providerId="ADAL" clId="{5417F1BE-7E87-44B6-B01F-0BFCF8E39514}" dt="2026-02-17T07:29:37.861" v="17092"/>
        <pc:sldMkLst>
          <pc:docMk/>
          <pc:sldMk cId="2572937107" sldId="945"/>
        </pc:sldMkLst>
      </pc:sldChg>
      <pc:sldChg chg="add">
        <pc:chgData name="辻 隆嗣" userId="e32f038e-2dda-4b43-8b3e-d4cd8de163ec" providerId="ADAL" clId="{5417F1BE-7E87-44B6-B01F-0BFCF8E39514}" dt="2026-02-17T07:29:37.861" v="17092"/>
        <pc:sldMkLst>
          <pc:docMk/>
          <pc:sldMk cId="4054841536" sldId="946"/>
        </pc:sldMkLst>
      </pc:sldChg>
      <pc:sldChg chg="add">
        <pc:chgData name="辻 隆嗣" userId="e32f038e-2dda-4b43-8b3e-d4cd8de163ec" providerId="ADAL" clId="{5417F1BE-7E87-44B6-B01F-0BFCF8E39514}" dt="2026-02-17T07:29:37.861" v="17092"/>
        <pc:sldMkLst>
          <pc:docMk/>
          <pc:sldMk cId="3402938997" sldId="947"/>
        </pc:sldMkLst>
      </pc:sldChg>
      <pc:sldChg chg="addSp modSp add mod modCm">
        <pc:chgData name="辻 隆嗣" userId="e32f038e-2dda-4b43-8b3e-d4cd8de163ec" providerId="ADAL" clId="{5417F1BE-7E87-44B6-B01F-0BFCF8E39514}" dt="2026-02-25T04:54:00.355" v="19170" actId="1035"/>
        <pc:sldMkLst>
          <pc:docMk/>
          <pc:sldMk cId="2026599780" sldId="952"/>
        </pc:sldMkLst>
        <pc:extLst>
          <p:ext xmlns:p="http://schemas.openxmlformats.org/presentationml/2006/main" uri="{D6D511B9-2390-475A-947B-AFAB55BFBCF1}">
            <pc226:cmChg xmlns:pc226="http://schemas.microsoft.com/office/powerpoint/2022/06/main/command" chg="mod">
              <pc226:chgData name="辻 隆嗣" userId="e32f038e-2dda-4b43-8b3e-d4cd8de163ec" providerId="ADAL" clId="{5417F1BE-7E87-44B6-B01F-0BFCF8E39514}" dt="2026-02-18T05:19:04.845" v="18211" actId="20577"/>
              <pc2:cmMkLst xmlns:pc2="http://schemas.microsoft.com/office/powerpoint/2019/9/main/command">
                <pc:docMk/>
                <pc:sldMk cId="2026599780" sldId="952"/>
                <pc2:cmMk id="{44A79CC8-7055-48C3-9ACD-45D6C88E4479}"/>
              </pc2:cmMkLst>
            </pc226:cmChg>
          </p:ext>
        </pc:extLst>
      </pc:sldChg>
      <pc:sldChg chg="addSp delSp modSp add mod">
        <pc:chgData name="辻 隆嗣" userId="e32f038e-2dda-4b43-8b3e-d4cd8de163ec" providerId="ADAL" clId="{5417F1BE-7E87-44B6-B01F-0BFCF8E39514}" dt="2026-02-25T08:08:15.419" v="19741"/>
        <pc:sldMkLst>
          <pc:docMk/>
          <pc:sldMk cId="3014012821" sldId="953"/>
        </pc:sldMkLst>
      </pc:sldChg>
      <pc:sldChg chg="modSp add mod">
        <pc:chgData name="辻 隆嗣" userId="e32f038e-2dda-4b43-8b3e-d4cd8de163ec" providerId="ADAL" clId="{5417F1BE-7E87-44B6-B01F-0BFCF8E39514}" dt="2026-03-03T02:24:24.208" v="20857" actId="20577"/>
        <pc:sldMkLst>
          <pc:docMk/>
          <pc:sldMk cId="3496318797" sldId="954"/>
        </pc:sldMkLst>
      </pc:sldChg>
      <pc:sldChg chg="modSp add mod">
        <pc:chgData name="辻 隆嗣" userId="e32f038e-2dda-4b43-8b3e-d4cd8de163ec" providerId="ADAL" clId="{5417F1BE-7E87-44B6-B01F-0BFCF8E39514}" dt="2026-03-03T02:24:36.524" v="20859" actId="207"/>
        <pc:sldMkLst>
          <pc:docMk/>
          <pc:sldMk cId="20629679" sldId="955"/>
        </pc:sldMkLst>
      </pc:sldChg>
      <pc:sldChg chg="modSp add mod">
        <pc:chgData name="辻 隆嗣" userId="e32f038e-2dda-4b43-8b3e-d4cd8de163ec" providerId="ADAL" clId="{5417F1BE-7E87-44B6-B01F-0BFCF8E39514}" dt="2026-03-03T02:24:41.532" v="20860" actId="207"/>
        <pc:sldMkLst>
          <pc:docMk/>
          <pc:sldMk cId="2802704857" sldId="956"/>
        </pc:sldMkLst>
      </pc:sldChg>
      <pc:sldChg chg="addSp delSp modSp add mod">
        <pc:chgData name="辻 隆嗣" userId="e32f038e-2dda-4b43-8b3e-d4cd8de163ec" providerId="ADAL" clId="{5417F1BE-7E87-44B6-B01F-0BFCF8E39514}" dt="2026-03-03T02:38:55.129" v="20988" actId="1076"/>
        <pc:sldMkLst>
          <pc:docMk/>
          <pc:sldMk cId="1984299581" sldId="957"/>
        </pc:sldMkLst>
      </pc:sldChg>
      <pc:sldChg chg="addSp modSp add mod">
        <pc:chgData name="辻 隆嗣" userId="e32f038e-2dda-4b43-8b3e-d4cd8de163ec" providerId="ADAL" clId="{5417F1BE-7E87-44B6-B01F-0BFCF8E39514}" dt="2026-03-03T02:35:29.916" v="20985"/>
        <pc:sldMkLst>
          <pc:docMk/>
          <pc:sldMk cId="2575810299" sldId="958"/>
        </pc:sldMkLst>
      </pc:sldChg>
      <pc:sldChg chg="delSp add mod">
        <pc:chgData name="辻 隆嗣" userId="e32f038e-2dda-4b43-8b3e-d4cd8de163ec" providerId="ADAL" clId="{5417F1BE-7E87-44B6-B01F-0BFCF8E39514}" dt="2026-03-03T02:31:17.477" v="20971" actId="478"/>
        <pc:sldMkLst>
          <pc:docMk/>
          <pc:sldMk cId="490314474" sldId="961"/>
        </pc:sldMkLst>
      </pc:sldChg>
      <pc:sldChg chg="modSp mod">
        <pc:chgData name="辻 隆嗣" userId="e32f038e-2dda-4b43-8b3e-d4cd8de163ec" providerId="ADAL" clId="{5417F1BE-7E87-44B6-B01F-0BFCF8E39514}" dt="2026-03-03T02:48:09.336" v="21006"/>
        <pc:sldMkLst>
          <pc:docMk/>
          <pc:sldMk cId="2188131942" sldId="971"/>
        </pc:sldMkLst>
      </pc:sldChg>
      <pc:sldChg chg="modSp add mod">
        <pc:chgData name="辻 隆嗣" userId="e32f038e-2dda-4b43-8b3e-d4cd8de163ec" providerId="ADAL" clId="{5417F1BE-7E87-44B6-B01F-0BFCF8E39514}" dt="2026-02-25T08:22:33.189" v="20308" actId="115"/>
        <pc:sldMkLst>
          <pc:docMk/>
          <pc:sldMk cId="2865370770" sldId="989"/>
        </pc:sldMkLst>
      </pc:sldChg>
      <pc:sldChg chg="modSp add mod">
        <pc:chgData name="辻 隆嗣" userId="e32f038e-2dda-4b43-8b3e-d4cd8de163ec" providerId="ADAL" clId="{5417F1BE-7E87-44B6-B01F-0BFCF8E39514}" dt="2026-02-25T08:35:46.981" v="20572" actId="2164"/>
        <pc:sldMkLst>
          <pc:docMk/>
          <pc:sldMk cId="3657850443" sldId="990"/>
        </pc:sldMkLst>
      </pc:sldChg>
    </pc:docChg>
  </pc:docChgLst>
  <pc:docChgLst>
    <pc:chgData name="主査　福島 直人" userId="S::naoto_2_fukushima@ccken.onmicrosoft.com::8f548a50-3d4a-4660-b17c-82fdb2003fd5" providerId="AD" clId="Web-{1DC42275-D788-BDEC-85E3-7E52F8C86C03}"/>
    <pc:docChg chg="delSld modSld delSection modSection">
      <pc:chgData name="主査　福島 直人" userId="S::naoto_2_fukushima@ccken.onmicrosoft.com::8f548a50-3d4a-4660-b17c-82fdb2003fd5" providerId="AD" clId="Web-{1DC42275-D788-BDEC-85E3-7E52F8C86C03}" dt="2026-03-02T07:15:47.173" v="219"/>
      <pc:docMkLst>
        <pc:docMk/>
      </pc:docMkLst>
      <pc:sldChg chg="modSp">
        <pc:chgData name="主査　福島 直人" userId="S::naoto_2_fukushima@ccken.onmicrosoft.com::8f548a50-3d4a-4660-b17c-82fdb2003fd5" providerId="AD" clId="Web-{1DC42275-D788-BDEC-85E3-7E52F8C86C03}" dt="2026-03-02T06:58:38.840" v="205"/>
        <pc:sldMkLst>
          <pc:docMk/>
          <pc:sldMk cId="1666554009" sldId="885"/>
        </pc:sldMkLst>
      </pc:sldChg>
      <pc:sldChg chg="modSp">
        <pc:chgData name="主査　福島 直人" userId="S::naoto_2_fukushima@ccken.onmicrosoft.com::8f548a50-3d4a-4660-b17c-82fdb2003fd5" providerId="AD" clId="Web-{1DC42275-D788-BDEC-85E3-7E52F8C86C03}" dt="2026-03-02T06:53:23.708" v="153"/>
        <pc:sldMkLst>
          <pc:docMk/>
          <pc:sldMk cId="2575810299" sldId="958"/>
        </pc:sldMkLst>
      </pc:sldChg>
      <pc:sldChg chg="modSp">
        <pc:chgData name="主査　福島 直人" userId="S::naoto_2_fukushima@ccken.onmicrosoft.com::8f548a50-3d4a-4660-b17c-82fdb2003fd5" providerId="AD" clId="Web-{1DC42275-D788-BDEC-85E3-7E52F8C86C03}" dt="2026-03-02T06:53:41.865" v="157"/>
        <pc:sldMkLst>
          <pc:docMk/>
          <pc:sldMk cId="4077408376" sldId="962"/>
        </pc:sldMkLst>
      </pc:sldChg>
      <pc:sldChg chg="modSp">
        <pc:chgData name="主査　福島 直人" userId="S::naoto_2_fukushima@ccken.onmicrosoft.com::8f548a50-3d4a-4660-b17c-82fdb2003fd5" providerId="AD" clId="Web-{1DC42275-D788-BDEC-85E3-7E52F8C86C03}" dt="2026-03-02T06:54:01.803" v="161"/>
        <pc:sldMkLst>
          <pc:docMk/>
          <pc:sldMk cId="3913572286" sldId="963"/>
        </pc:sldMkLst>
      </pc:sldChg>
      <pc:sldChg chg="modSp">
        <pc:chgData name="主査　福島 直人" userId="S::naoto_2_fukushima@ccken.onmicrosoft.com::8f548a50-3d4a-4660-b17c-82fdb2003fd5" providerId="AD" clId="Web-{1DC42275-D788-BDEC-85E3-7E52F8C86C03}" dt="2026-03-02T06:35:59.797" v="72" actId="20577"/>
        <pc:sldMkLst>
          <pc:docMk/>
          <pc:sldMk cId="3546692421" sldId="980"/>
        </pc:sldMkLst>
      </pc:sldChg>
      <pc:sldChg chg="delSp modSp">
        <pc:chgData name="主査　福島 直人" userId="S::naoto_2_fukushima@ccken.onmicrosoft.com::8f548a50-3d4a-4660-b17c-82fdb2003fd5" providerId="AD" clId="Web-{1DC42275-D788-BDEC-85E3-7E52F8C86C03}" dt="2026-03-02T06:46:20.014" v="123" actId="14100"/>
        <pc:sldMkLst>
          <pc:docMk/>
          <pc:sldMk cId="2912982522" sldId="983"/>
        </pc:sldMkLst>
      </pc:sldChg>
      <pc:sldChg chg="modSp">
        <pc:chgData name="主査　福島 直人" userId="S::naoto_2_fukushima@ccken.onmicrosoft.com::8f548a50-3d4a-4660-b17c-82fdb2003fd5" providerId="AD" clId="Web-{1DC42275-D788-BDEC-85E3-7E52F8C86C03}" dt="2026-03-02T06:58:33.605" v="194"/>
        <pc:sldMkLst>
          <pc:docMk/>
          <pc:sldMk cId="3657850443" sldId="990"/>
        </pc:sldMkLst>
      </pc:sldChg>
      <pc:sldChg chg="modSp">
        <pc:chgData name="主査　福島 直人" userId="S::naoto_2_fukushima@ccken.onmicrosoft.com::8f548a50-3d4a-4660-b17c-82fdb2003fd5" providerId="AD" clId="Web-{1DC42275-D788-BDEC-85E3-7E52F8C86C03}" dt="2026-03-02T06:40:55.881" v="80" actId="20577"/>
        <pc:sldMkLst>
          <pc:docMk/>
          <pc:sldMk cId="426927151" sldId="994"/>
        </pc:sldMkLst>
      </pc:sldChg>
      <pc:sldChg chg="modSp">
        <pc:chgData name="主査　福島 直人" userId="S::naoto_2_fukushima@ccken.onmicrosoft.com::8f548a50-3d4a-4660-b17c-82fdb2003fd5" providerId="AD" clId="Web-{1DC42275-D788-BDEC-85E3-7E52F8C86C03}" dt="2026-03-02T06:36:12.187" v="73" actId="20577"/>
        <pc:sldMkLst>
          <pc:docMk/>
          <pc:sldMk cId="1557085014" sldId="1005"/>
        </pc:sldMkLst>
      </pc:sldChg>
      <pc:sldChg chg="modSp">
        <pc:chgData name="主査　福島 直人" userId="S::naoto_2_fukushima@ccken.onmicrosoft.com::8f548a50-3d4a-4660-b17c-82fdb2003fd5" providerId="AD" clId="Web-{1DC42275-D788-BDEC-85E3-7E52F8C86C03}" dt="2026-03-02T06:56:00.743" v="172" actId="14100"/>
        <pc:sldMkLst>
          <pc:docMk/>
          <pc:sldMk cId="3141537626" sldId="1012"/>
        </pc:sldMkLst>
      </pc:sldChg>
    </pc:docChg>
  </pc:docChgLst>
  <pc:docChgLst>
    <pc:chgData name="明治安田　八木 彰之" userId="S::ak-yagi@ccken.onmicrosoft.com::d1f97d3f-409d-461c-820e-b1af6ee40ad0" providerId="AD" clId="Web-{B043E974-9B3A-A5E0-DBF2-3D38E3D6F01D}"/>
    <pc:docChg chg="modSld">
      <pc:chgData name="明治安田　八木 彰之" userId="S::ak-yagi@ccken.onmicrosoft.com::d1f97d3f-409d-461c-820e-b1af6ee40ad0" providerId="AD" clId="Web-{B043E974-9B3A-A5E0-DBF2-3D38E3D6F01D}" dt="2026-02-12T03:46:44.746" v="19"/>
      <pc:docMkLst>
        <pc:docMk/>
      </pc:docMkLst>
    </pc:docChg>
  </pc:docChgLst>
  <pc:docChgLst>
    <pc:chgData name="主査　福島 直人" userId="S::naoto_2_fukushima@ccken.onmicrosoft.com::8f548a50-3d4a-4660-b17c-82fdb2003fd5" providerId="AD" clId="Web-{0667AE7F-D9ED-8D66-2448-B08411A0C167}"/>
    <pc:docChg chg="modSld sldOrd modSection">
      <pc:chgData name="主査　福島 直人" userId="S::naoto_2_fukushima@ccken.onmicrosoft.com::8f548a50-3d4a-4660-b17c-82fdb2003fd5" providerId="AD" clId="Web-{0667AE7F-D9ED-8D66-2448-B08411A0C167}" dt="2026-02-18T13:13:12.499" v="349" actId="20577"/>
      <pc:docMkLst>
        <pc:docMk/>
      </pc:docMkLst>
      <pc:sldChg chg="modSp">
        <pc:chgData name="主査　福島 直人" userId="S::naoto_2_fukushima@ccken.onmicrosoft.com::8f548a50-3d4a-4660-b17c-82fdb2003fd5" providerId="AD" clId="Web-{0667AE7F-D9ED-8D66-2448-B08411A0C167}" dt="2026-02-18T11:25:27.100" v="1" actId="20577"/>
        <pc:sldMkLst>
          <pc:docMk/>
          <pc:sldMk cId="1392608573" sldId="727"/>
        </pc:sldMkLst>
      </pc:sldChg>
      <pc:sldChg chg="modSp">
        <pc:chgData name="主査　福島 直人" userId="S::naoto_2_fukushima@ccken.onmicrosoft.com::8f548a50-3d4a-4660-b17c-82fdb2003fd5" providerId="AD" clId="Web-{0667AE7F-D9ED-8D66-2448-B08411A0C167}" dt="2026-02-18T11:43:55.457" v="40" actId="20577"/>
        <pc:sldMkLst>
          <pc:docMk/>
          <pc:sldMk cId="3496318797" sldId="954"/>
        </pc:sldMkLst>
      </pc:sldChg>
      <pc:sldChg chg="modSp">
        <pc:chgData name="主査　福島 直人" userId="S::naoto_2_fukushima@ccken.onmicrosoft.com::8f548a50-3d4a-4660-b17c-82fdb2003fd5" providerId="AD" clId="Web-{0667AE7F-D9ED-8D66-2448-B08411A0C167}" dt="2026-02-18T12:13:47.980" v="174" actId="20577"/>
        <pc:sldMkLst>
          <pc:docMk/>
          <pc:sldMk cId="20629679" sldId="955"/>
        </pc:sldMkLst>
      </pc:sldChg>
      <pc:sldChg chg="modSp">
        <pc:chgData name="主査　福島 直人" userId="S::naoto_2_fukushima@ccken.onmicrosoft.com::8f548a50-3d4a-4660-b17c-82fdb2003fd5" providerId="AD" clId="Web-{0667AE7F-D9ED-8D66-2448-B08411A0C167}" dt="2026-02-18T12:16:54.984" v="178" actId="20577"/>
        <pc:sldMkLst>
          <pc:docMk/>
          <pc:sldMk cId="2802704857" sldId="956"/>
        </pc:sldMkLst>
      </pc:sldChg>
      <pc:sldChg chg="modSp">
        <pc:chgData name="主査　福島 直人" userId="S::naoto_2_fukushima@ccken.onmicrosoft.com::8f548a50-3d4a-4660-b17c-82fdb2003fd5" providerId="AD" clId="Web-{0667AE7F-D9ED-8D66-2448-B08411A0C167}" dt="2026-02-18T12:26:31.130" v="192" actId="20577"/>
        <pc:sldMkLst>
          <pc:docMk/>
          <pc:sldMk cId="2575810299" sldId="958"/>
        </pc:sldMkLst>
      </pc:sldChg>
      <pc:sldChg chg="modSp modCm">
        <pc:chgData name="主査　福島 直人" userId="S::naoto_2_fukushima@ccken.onmicrosoft.com::8f548a50-3d4a-4660-b17c-82fdb2003fd5" providerId="AD" clId="Web-{0667AE7F-D9ED-8D66-2448-B08411A0C167}" dt="2026-02-18T12:35:51.411" v="212" actId="20577"/>
        <pc:sldMkLst>
          <pc:docMk/>
          <pc:sldMk cId="4077408376" sldId="962"/>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0667AE7F-D9ED-8D66-2448-B08411A0C167}" dt="2026-02-18T12:29:27.387" v="194" actId="20577"/>
              <pc2:cmMkLst xmlns:pc2="http://schemas.microsoft.com/office/powerpoint/2019/9/main/command">
                <pc:docMk/>
                <pc:sldMk cId="4077408376" sldId="962"/>
                <pc2:cmMk id="{6D97F101-5591-432D-ACF5-45C2DDF31A80}"/>
              </pc2:cmMkLst>
            </pc226:cmChg>
          </p:ext>
        </pc:extLst>
      </pc:sldChg>
    </pc:docChg>
  </pc:docChgLst>
  <pc:docChgLst>
    <pc:chgData name="masazaki yoshihiro/6201258/昌崎　良浩" userId="S::yoshihiro.masazaki.mk_mcgc.com#ext#@ccken.onmicrosoft.com::338b9127-7fcd-4e96-b095-c08a802489d5" providerId="AD" clId="Web-{9B1092F2-7F89-F02B-03F1-3C9F2EA1BD5C}"/>
    <pc:docChg chg="addSld modSld modSection">
      <pc:chgData name="masazaki yoshihiro/6201258/昌崎　良浩" userId="S::yoshihiro.masazaki.mk_mcgc.com#ext#@ccken.onmicrosoft.com::338b9127-7fcd-4e96-b095-c08a802489d5" providerId="AD" clId="Web-{9B1092F2-7F89-F02B-03F1-3C9F2EA1BD5C}" dt="2026-02-26T00:49:37.678" v="580" actId="20577"/>
      <pc:docMkLst>
        <pc:docMk/>
      </pc:docMkLst>
    </pc:docChg>
  </pc:docChgLst>
  <pc:docChgLst>
    <pc:chgData name="主査　福島 直人" userId="S::naoto_2_fukushima@ccken.onmicrosoft.com::8f548a50-3d4a-4660-b17c-82fdb2003fd5" providerId="AD" clId="Web-{A50A1B2C-31A3-21C5-CDD5-B4B58EBABCF9}"/>
    <pc:docChg chg="modSld">
      <pc:chgData name="主査　福島 直人" userId="S::naoto_2_fukushima@ccken.onmicrosoft.com::8f548a50-3d4a-4660-b17c-82fdb2003fd5" providerId="AD" clId="Web-{A50A1B2C-31A3-21C5-CDD5-B4B58EBABCF9}" dt="2026-03-03T03:06:16.958" v="3"/>
      <pc:docMkLst>
        <pc:docMk/>
      </pc:docMkLst>
      <pc:sldChg chg="modSp">
        <pc:chgData name="主査　福島 直人" userId="S::naoto_2_fukushima@ccken.onmicrosoft.com::8f548a50-3d4a-4660-b17c-82fdb2003fd5" providerId="AD" clId="Web-{A50A1B2C-31A3-21C5-CDD5-B4B58EBABCF9}" dt="2026-03-03T03:06:16.958" v="3"/>
        <pc:sldMkLst>
          <pc:docMk/>
          <pc:sldMk cId="2188131942" sldId="971"/>
        </pc:sldMkLst>
      </pc:sldChg>
    </pc:docChg>
  </pc:docChgLst>
  <pc:docChgLst>
    <pc:chgData name="MUIT　髙橋 博実" userId="S::hiromix222_msn.com#ext#@ccken.onmicrosoft.com::9d572560-7f87-4d11-90b9-a0fc016bcb45" providerId="AD" clId="Web-{D9985177-E39A-3E45-9555-F3C9F7A4B62C}"/>
    <pc:docChg chg="mod">
      <pc:chgData name="MUIT　髙橋 博実" userId="S::hiromix222_msn.com#ext#@ccken.onmicrosoft.com::9d572560-7f87-4d11-90b9-a0fc016bcb45" providerId="AD" clId="Web-{D9985177-E39A-3E45-9555-F3C9F7A4B62C}" dt="2026-02-04T10:08:10.797" v="0"/>
      <pc:docMkLst>
        <pc:docMk/>
      </pc:docMkLst>
    </pc:docChg>
  </pc:docChgLst>
  <pc:docChgLst>
    <pc:chgData name="村上　淳" userId="S::ji-murakami@ccken.onmicrosoft.com::0b8e6a16-2353-4e90-9a7d-8e4f0d078fbd" providerId="AD" clId="Web-{0206F8DD-750A-F589-7D8B-6515AD724F32}"/>
    <pc:docChg chg="modSld">
      <pc:chgData name="村上　淳" userId="S::ji-murakami@ccken.onmicrosoft.com::0b8e6a16-2353-4e90-9a7d-8e4f0d078fbd" providerId="AD" clId="Web-{0206F8DD-750A-F589-7D8B-6515AD724F32}" dt="2026-02-28T09:04:27.986" v="140" actId="20577"/>
      <pc:docMkLst>
        <pc:docMk/>
      </pc:docMkLst>
      <pc:sldChg chg="modSp">
        <pc:chgData name="村上　淳" userId="S::ji-murakami@ccken.onmicrosoft.com::0b8e6a16-2353-4e90-9a7d-8e4f0d078fbd" providerId="AD" clId="Web-{0206F8DD-750A-F589-7D8B-6515AD724F32}" dt="2026-02-28T09:03:04.423" v="122" actId="20577"/>
        <pc:sldMkLst>
          <pc:docMk/>
          <pc:sldMk cId="2585609864" sldId="805"/>
        </pc:sldMkLst>
      </pc:sldChg>
      <pc:sldChg chg="modSp">
        <pc:chgData name="村上　淳" userId="S::ji-murakami@ccken.onmicrosoft.com::0b8e6a16-2353-4e90-9a7d-8e4f0d078fbd" providerId="AD" clId="Web-{0206F8DD-750A-F589-7D8B-6515AD724F32}" dt="2026-02-28T09:03:12.001" v="123" actId="20577"/>
        <pc:sldMkLst>
          <pc:docMk/>
          <pc:sldMk cId="3740400021" sldId="808"/>
        </pc:sldMkLst>
      </pc:sldChg>
      <pc:sldChg chg="modSp">
        <pc:chgData name="村上　淳" userId="S::ji-murakami@ccken.onmicrosoft.com::0b8e6a16-2353-4e90-9a7d-8e4f0d078fbd" providerId="AD" clId="Web-{0206F8DD-750A-F589-7D8B-6515AD724F32}" dt="2026-02-28T09:03:23.095" v="125" actId="20577"/>
        <pc:sldMkLst>
          <pc:docMk/>
          <pc:sldMk cId="2863564126" sldId="809"/>
        </pc:sldMkLst>
      </pc:sldChg>
      <pc:sldChg chg="modSp">
        <pc:chgData name="村上　淳" userId="S::ji-murakami@ccken.onmicrosoft.com::0b8e6a16-2353-4e90-9a7d-8e4f0d078fbd" providerId="AD" clId="Web-{0206F8DD-750A-F589-7D8B-6515AD724F32}" dt="2026-02-28T09:03:29.704" v="128" actId="20577"/>
        <pc:sldMkLst>
          <pc:docMk/>
          <pc:sldMk cId="4048481670" sldId="810"/>
        </pc:sldMkLst>
      </pc:sldChg>
      <pc:sldChg chg="modSp">
        <pc:chgData name="村上　淳" userId="S::ji-murakami@ccken.onmicrosoft.com::0b8e6a16-2353-4e90-9a7d-8e4f0d078fbd" providerId="AD" clId="Web-{0206F8DD-750A-F589-7D8B-6515AD724F32}" dt="2026-02-28T09:03:38.533" v="130" actId="20577"/>
        <pc:sldMkLst>
          <pc:docMk/>
          <pc:sldMk cId="656133690" sldId="811"/>
        </pc:sldMkLst>
      </pc:sldChg>
      <pc:sldChg chg="modSp">
        <pc:chgData name="村上　淳" userId="S::ji-murakami@ccken.onmicrosoft.com::0b8e6a16-2353-4e90-9a7d-8e4f0d078fbd" providerId="AD" clId="Web-{0206F8DD-750A-F589-7D8B-6515AD724F32}" dt="2026-02-28T09:03:43.517" v="132" actId="20577"/>
        <pc:sldMkLst>
          <pc:docMk/>
          <pc:sldMk cId="3784166746" sldId="812"/>
        </pc:sldMkLst>
      </pc:sldChg>
      <pc:sldChg chg="modSp">
        <pc:chgData name="村上　淳" userId="S::ji-murakami@ccken.onmicrosoft.com::0b8e6a16-2353-4e90-9a7d-8e4f0d078fbd" providerId="AD" clId="Web-{0206F8DD-750A-F589-7D8B-6515AD724F32}" dt="2026-02-28T09:04:19.768" v="138" actId="20577"/>
        <pc:sldMkLst>
          <pc:docMk/>
          <pc:sldMk cId="3369189793" sldId="835"/>
        </pc:sldMkLst>
      </pc:sldChg>
      <pc:sldChg chg="modSp">
        <pc:chgData name="村上　淳" userId="S::ji-murakami@ccken.onmicrosoft.com::0b8e6a16-2353-4e90-9a7d-8e4f0d078fbd" providerId="AD" clId="Web-{0206F8DD-750A-F589-7D8B-6515AD724F32}" dt="2026-02-28T09:04:27.986" v="140" actId="20577"/>
        <pc:sldMkLst>
          <pc:docMk/>
          <pc:sldMk cId="3528798614" sldId="836"/>
        </pc:sldMkLst>
      </pc:sldChg>
      <pc:sldChg chg="modSp">
        <pc:chgData name="村上　淳" userId="S::ji-murakami@ccken.onmicrosoft.com::0b8e6a16-2353-4e90-9a7d-8e4f0d078fbd" providerId="AD" clId="Web-{0206F8DD-750A-F589-7D8B-6515AD724F32}" dt="2026-02-28T09:03:49.423" v="133" actId="20577"/>
        <pc:sldMkLst>
          <pc:docMk/>
          <pc:sldMk cId="1689093626" sldId="838"/>
        </pc:sldMkLst>
      </pc:sldChg>
      <pc:sldChg chg="modSp">
        <pc:chgData name="村上　淳" userId="S::ji-murakami@ccken.onmicrosoft.com::0b8e6a16-2353-4e90-9a7d-8e4f0d078fbd" providerId="AD" clId="Web-{0206F8DD-750A-F589-7D8B-6515AD724F32}" dt="2026-02-28T08:49:51.647" v="41"/>
        <pc:sldMkLst>
          <pc:docMk/>
          <pc:sldMk cId="2865370770" sldId="989"/>
        </pc:sldMkLst>
      </pc:sldChg>
      <pc:sldChg chg="addSp delSp modSp">
        <pc:chgData name="村上　淳" userId="S::ji-murakami@ccken.onmicrosoft.com::0b8e6a16-2353-4e90-9a7d-8e4f0d078fbd" providerId="AD" clId="Web-{0206F8DD-750A-F589-7D8B-6515AD724F32}" dt="2026-02-28T08:49:13.490" v="35"/>
        <pc:sldMkLst>
          <pc:docMk/>
          <pc:sldMk cId="3657850443" sldId="990"/>
        </pc:sldMkLst>
      </pc:sldChg>
      <pc:sldChg chg="modSp">
        <pc:chgData name="村上　淳" userId="S::ji-murakami@ccken.onmicrosoft.com::0b8e6a16-2353-4e90-9a7d-8e4f0d078fbd" providerId="AD" clId="Web-{0206F8DD-750A-F589-7D8B-6515AD724F32}" dt="2026-02-28T09:01:16.995" v="117" actId="20577"/>
        <pc:sldMkLst>
          <pc:docMk/>
          <pc:sldMk cId="1056783319" sldId="1009"/>
        </pc:sldMkLst>
      </pc:sldChg>
    </pc:docChg>
  </pc:docChgLst>
  <pc:docChgLst>
    <pc:chgData name="主査　福島 直人" userId="S::naoto_2_fukushima@ccken.onmicrosoft.com::8f548a50-3d4a-4660-b17c-82fdb2003fd5" providerId="AD" clId="Web-{1A34AA74-0990-8481-B8CD-A9F7D781AEC8}"/>
    <pc:docChg chg="delSld modSld delSection modSection">
      <pc:chgData name="主査　福島 直人" userId="S::naoto_2_fukushima@ccken.onmicrosoft.com::8f548a50-3d4a-4660-b17c-82fdb2003fd5" providerId="AD" clId="Web-{1A34AA74-0990-8481-B8CD-A9F7D781AEC8}" dt="2026-02-12T13:04:42.063" v="145"/>
      <pc:docMkLst>
        <pc:docMk/>
      </pc:docMkLst>
    </pc:docChg>
  </pc:docChgLst>
  <pc:docChgLst>
    <pc:chgData name="主査　福島 直人" userId="S::naoto_2_fukushima@ccken.onmicrosoft.com::8f548a50-3d4a-4660-b17c-82fdb2003fd5" providerId="AD" clId="Web-{4C698553-6F18-CD71-BD64-A68072CAF175}"/>
    <pc:docChg chg="addSld delSld modSld sldOrd modSection">
      <pc:chgData name="主査　福島 直人" userId="S::naoto_2_fukushima@ccken.onmicrosoft.com::8f548a50-3d4a-4660-b17c-82fdb2003fd5" providerId="AD" clId="Web-{4C698553-6F18-CD71-BD64-A68072CAF175}" dt="2026-02-04T06:52:47.181" v="134" actId="20577"/>
      <pc:docMkLst>
        <pc:docMk/>
      </pc:docMkLst>
      <pc:sldChg chg="modSp">
        <pc:chgData name="主査　福島 直人" userId="S::naoto_2_fukushima@ccken.onmicrosoft.com::8f548a50-3d4a-4660-b17c-82fdb2003fd5" providerId="AD" clId="Web-{4C698553-6F18-CD71-BD64-A68072CAF175}" dt="2026-02-04T06:49:01.675" v="48" actId="20577"/>
        <pc:sldMkLst>
          <pc:docMk/>
          <pc:sldMk cId="2290740309" sldId="674"/>
        </pc:sldMkLst>
      </pc:sldChg>
      <pc:sldChg chg="modSp">
        <pc:chgData name="主査　福島 直人" userId="S::naoto_2_fukushima@ccken.onmicrosoft.com::8f548a50-3d4a-4660-b17c-82fdb2003fd5" providerId="AD" clId="Web-{4C698553-6F18-CD71-BD64-A68072CAF175}" dt="2026-02-04T06:52:35.618" v="112"/>
        <pc:sldMkLst>
          <pc:docMk/>
          <pc:sldMk cId="1392608573" sldId="727"/>
        </pc:sldMkLst>
      </pc:sldChg>
      <pc:sldChg chg="modSp add ord replId">
        <pc:chgData name="主査　福島 直人" userId="S::naoto_2_fukushima@ccken.onmicrosoft.com::8f548a50-3d4a-4660-b17c-82fdb2003fd5" providerId="AD" clId="Web-{4C698553-6F18-CD71-BD64-A68072CAF175}" dt="2026-02-04T06:46:00.606" v="22" actId="20577"/>
        <pc:sldMkLst>
          <pc:docMk/>
          <pc:sldMk cId="2998734072" sldId="849"/>
        </pc:sldMkLst>
      </pc:sldChg>
      <pc:sldChg chg="modSp add ord replId">
        <pc:chgData name="主査　福島 直人" userId="S::naoto_2_fukushima@ccken.onmicrosoft.com::8f548a50-3d4a-4660-b17c-82fdb2003fd5" providerId="AD" clId="Web-{4C698553-6F18-CD71-BD64-A68072CAF175}" dt="2026-02-04T06:47:04.296" v="29" actId="20577"/>
        <pc:sldMkLst>
          <pc:docMk/>
          <pc:sldMk cId="978939477" sldId="850"/>
        </pc:sldMkLst>
      </pc:sldChg>
      <pc:sldChg chg="modSp add ord replId">
        <pc:chgData name="主査　福島 直人" userId="S::naoto_2_fukushima@ccken.onmicrosoft.com::8f548a50-3d4a-4660-b17c-82fdb2003fd5" providerId="AD" clId="Web-{4C698553-6F18-CD71-BD64-A68072CAF175}" dt="2026-02-04T06:48:02.611" v="39" actId="20577"/>
        <pc:sldMkLst>
          <pc:docMk/>
          <pc:sldMk cId="785633465" sldId="851"/>
        </pc:sldMkLst>
      </pc:sldChg>
      <pc:sldChg chg="modSp add replId">
        <pc:chgData name="主査　福島 直人" userId="S::naoto_2_fukushima@ccken.onmicrosoft.com::8f548a50-3d4a-4660-b17c-82fdb2003fd5" providerId="AD" clId="Web-{4C698553-6F18-CD71-BD64-A68072CAF175}" dt="2026-02-04T06:48:19.471" v="43" actId="20577"/>
        <pc:sldMkLst>
          <pc:docMk/>
          <pc:sldMk cId="3346796719" sldId="853"/>
        </pc:sldMkLst>
      </pc:sldChg>
      <pc:sldChg chg="modSp add ord replId">
        <pc:chgData name="主査　福島 直人" userId="S::naoto_2_fukushima@ccken.onmicrosoft.com::8f548a50-3d4a-4660-b17c-82fdb2003fd5" providerId="AD" clId="Web-{4C698553-6F18-CD71-BD64-A68072CAF175}" dt="2026-02-04T06:48:29.299" v="45" actId="20577"/>
        <pc:sldMkLst>
          <pc:docMk/>
          <pc:sldMk cId="741583435" sldId="854"/>
        </pc:sldMkLst>
      </pc:sldChg>
      <pc:sldChg chg="modSp add replId">
        <pc:chgData name="主査　福島 直人" userId="S::naoto_2_fukushima@ccken.onmicrosoft.com::8f548a50-3d4a-4660-b17c-82fdb2003fd5" providerId="AD" clId="Web-{4C698553-6F18-CD71-BD64-A68072CAF175}" dt="2026-02-04T06:47:15.453" v="32" actId="20577"/>
        <pc:sldMkLst>
          <pc:docMk/>
          <pc:sldMk cId="1039007571" sldId="855"/>
        </pc:sldMkLst>
      </pc:sldChg>
    </pc:docChg>
  </pc:docChgLst>
  <pc:docChgLst>
    <pc:chgData name="主査　福島 直人" userId="S::naoto_2_fukushima@ccken.onmicrosoft.com::8f548a50-3d4a-4660-b17c-82fdb2003fd5" providerId="AD" clId="Web-{51628E4F-9C99-67F2-30BF-C531776C3725}"/>
    <pc:docChg chg="delSld modSld modSection">
      <pc:chgData name="主査　福島 直人" userId="S::naoto_2_fukushima@ccken.onmicrosoft.com::8f548a50-3d4a-4660-b17c-82fdb2003fd5" providerId="AD" clId="Web-{51628E4F-9C99-67F2-30BF-C531776C3725}" dt="2026-02-04T13:10:52.662" v="847" actId="20577"/>
      <pc:docMkLst>
        <pc:docMk/>
      </pc:docMkLst>
      <pc:sldChg chg="addSp delSp modSp">
        <pc:chgData name="主査　福島 直人" userId="S::naoto_2_fukushima@ccken.onmicrosoft.com::8f548a50-3d4a-4660-b17c-82fdb2003fd5" providerId="AD" clId="Web-{51628E4F-9C99-67F2-30BF-C531776C3725}" dt="2026-02-04T10:58:50.846" v="47" actId="1076"/>
        <pc:sldMkLst>
          <pc:docMk/>
          <pc:sldMk cId="2863164929" sldId="773"/>
        </pc:sldMkLst>
      </pc:sldChg>
    </pc:docChg>
  </pc:docChgLst>
  <pc:docChgLst>
    <pc:chgData name="masazaki yoshihiro/6201258/昌崎　良浩" userId="S::yoshihiro.masazaki.mk_mcgc.com#ext#@ccken.onmicrosoft.com::338b9127-7fcd-4e96-b095-c08a802489d5" providerId="AD" clId="Web-{7A9F78FE-D624-A0B7-746A-2CE6D788272B}"/>
    <pc:docChg chg="modSld">
      <pc:chgData name="masazaki yoshihiro/6201258/昌崎　良浩" userId="S::yoshihiro.masazaki.mk_mcgc.com#ext#@ccken.onmicrosoft.com::338b9127-7fcd-4e96-b095-c08a802489d5" providerId="AD" clId="Web-{7A9F78FE-D624-A0B7-746A-2CE6D788272B}" dt="2026-02-13T05:16:15.146" v="93" actId="1076"/>
      <pc:docMkLst>
        <pc:docMk/>
      </pc:docMkLst>
    </pc:docChg>
  </pc:docChgLst>
  <pc:docChgLst>
    <pc:chgData name="MUS情報システム　山脇 美結" userId="S::miyu.120112.pine_gmail.com#ext#@ccken.onmicrosoft.com::fd8ccd46-d71f-4364-8690-15c60a2853cf" providerId="AD" clId="Web-{235BF63F-E374-AB19-1E28-5CC68BF4941C}"/>
    <pc:docChg chg="addSld modSld modSection">
      <pc:chgData name="MUS情報システム　山脇 美結" userId="S::miyu.120112.pine_gmail.com#ext#@ccken.onmicrosoft.com::fd8ccd46-d71f-4364-8690-15c60a2853cf" providerId="AD" clId="Web-{235BF63F-E374-AB19-1E28-5CC68BF4941C}" dt="2026-02-05T12:16:40.945" v="354"/>
      <pc:docMkLst>
        <pc:docMk/>
      </pc:docMkLst>
      <pc:sldChg chg="addSp delSp modSp modCm">
        <pc:chgData name="MUS情報システム　山脇 美結" userId="S::miyu.120112.pine_gmail.com#ext#@ccken.onmicrosoft.com::fd8ccd46-d71f-4364-8690-15c60a2853cf" providerId="AD" clId="Web-{235BF63F-E374-AB19-1E28-5CC68BF4941C}" dt="2026-02-05T12:06:14.156" v="294" actId="20577"/>
        <pc:sldMkLst>
          <pc:docMk/>
          <pc:sldMk cId="2585609864" sldId="805"/>
        </pc:sldMkLst>
        <pc:extLst>
          <p:ext xmlns:p="http://schemas.openxmlformats.org/presentationml/2006/main" uri="{D6D511B9-2390-475A-947B-AFAB55BFBCF1}">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A7140654-CA9E-4285-A509-3A49433FA088}"/>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2:03:04.117" v="276" actId="20577"/>
              <pc2:cmMkLst xmlns:pc2="http://schemas.microsoft.com/office/powerpoint/2019/9/main/command">
                <pc:docMk/>
                <pc:sldMk cId="2585609864" sldId="805"/>
                <pc2:cmMk id="{E8C4E97F-E4E5-48FB-9525-9089D724DF4D}"/>
              </pc2:cmMkLst>
            </pc226:cmChg>
          </p:ext>
        </pc:extLst>
      </pc:sldChg>
    </pc:docChg>
  </pc:docChgLst>
  <pc:docChgLst>
    <pc:chgData name="明治安田　荻野 純平" userId="S::jy-ogino@ccken.onmicrosoft.com::27cba3d8-e4d3-428c-9353-43187c47438c" providerId="AD" clId="Web-{E42FEE4C-1296-43B5-21AB-33B6FA16AC4C}"/>
    <pc:docChg chg="delSld modSld modSection">
      <pc:chgData name="明治安田　荻野 純平" userId="S::jy-ogino@ccken.onmicrosoft.com::27cba3d8-e4d3-428c-9353-43187c47438c" providerId="AD" clId="Web-{E42FEE4C-1296-43B5-21AB-33B6FA16AC4C}" dt="2026-02-26T14:58:18.537" v="122"/>
      <pc:docMkLst>
        <pc:docMk/>
      </pc:docMkLst>
      <pc:sldChg chg="modSp">
        <pc:chgData name="明治安田　荻野 純平" userId="S::jy-ogino@ccken.onmicrosoft.com::27cba3d8-e4d3-428c-9353-43187c47438c" providerId="AD" clId="Web-{E42FEE4C-1296-43B5-21AB-33B6FA16AC4C}" dt="2026-02-26T14:54:00.049" v="41" actId="20577"/>
        <pc:sldMkLst>
          <pc:docMk/>
          <pc:sldMk cId="1557085014" sldId="1005"/>
        </pc:sldMkLst>
      </pc:sldChg>
    </pc:docChg>
  </pc:docChgLst>
  <pc:docChgLst>
    <pc:chgData name="主査　福島 直人" userId="S::naoto_2_fukushima@ccken.onmicrosoft.com::8f548a50-3d4a-4660-b17c-82fdb2003fd5" providerId="AD" clId="Web-{E74E8271-A96A-3748-2421-33D3DD3ADD89}"/>
    <pc:docChg chg="modSld">
      <pc:chgData name="主査　福島 直人" userId="S::naoto_2_fukushima@ccken.onmicrosoft.com::8f548a50-3d4a-4660-b17c-82fdb2003fd5" providerId="AD" clId="Web-{E74E8271-A96A-3748-2421-33D3DD3ADD89}" dt="2026-02-21T11:40:28.063" v="63" actId="1076"/>
      <pc:docMkLst>
        <pc:docMk/>
      </pc:docMkLst>
      <pc:sldChg chg="addSp delSp modSp">
        <pc:chgData name="主査　福島 直人" userId="S::naoto_2_fukushima@ccken.onmicrosoft.com::8f548a50-3d4a-4660-b17c-82fdb2003fd5" providerId="AD" clId="Web-{E74E8271-A96A-3748-2421-33D3DD3ADD89}" dt="2026-02-21T11:40:28.063" v="63" actId="1076"/>
        <pc:sldMkLst>
          <pc:docMk/>
          <pc:sldMk cId="2104226278" sldId="925"/>
        </pc:sldMkLst>
      </pc:sldChg>
    </pc:docChg>
  </pc:docChgLst>
  <pc:docChgLst>
    <pc:chgData name="MUIT　髙橋 博実" userId="S::hiromix222_msn.com#ext#@ccken.onmicrosoft.com::9d572560-7f87-4d11-90b9-a0fc016bcb45" providerId="AD" clId="Web-{B702A087-DE17-09D9-DAA2-C3D87EA24820}"/>
    <pc:docChg chg="modSld">
      <pc:chgData name="MUIT　髙橋 博実" userId="S::hiromix222_msn.com#ext#@ccken.onmicrosoft.com::9d572560-7f87-4d11-90b9-a0fc016bcb45" providerId="AD" clId="Web-{B702A087-DE17-09D9-DAA2-C3D87EA24820}" dt="2026-02-05T07:15:26.145" v="1" actId="14100"/>
      <pc:docMkLst>
        <pc:docMk/>
      </pc:docMkLst>
    </pc:docChg>
  </pc:docChgLst>
  <pc:docChgLst>
    <pc:chgData name="主査　福島 直人" userId="S::naoto_2_fukushima@ccken.onmicrosoft.com::8f548a50-3d4a-4660-b17c-82fdb2003fd5" providerId="AD" clId="Web-{0F787F82-2155-4640-356A-503C17CAEB0F}"/>
    <pc:docChg chg="modSld">
      <pc:chgData name="主査　福島 直人" userId="S::naoto_2_fukushima@ccken.onmicrosoft.com::8f548a50-3d4a-4660-b17c-82fdb2003fd5" providerId="AD" clId="Web-{0F787F82-2155-4640-356A-503C17CAEB0F}" dt="2026-03-02T01:02:12.805" v="5" actId="20577"/>
      <pc:docMkLst>
        <pc:docMk/>
      </pc:docMkLst>
      <pc:sldChg chg="modSp">
        <pc:chgData name="主査　福島 直人" userId="S::naoto_2_fukushima@ccken.onmicrosoft.com::8f548a50-3d4a-4660-b17c-82fdb2003fd5" providerId="AD" clId="Web-{0F787F82-2155-4640-356A-503C17CAEB0F}" dt="2026-03-02T01:02:12.805" v="5" actId="20577"/>
        <pc:sldMkLst>
          <pc:docMk/>
          <pc:sldMk cId="490314474" sldId="961"/>
        </pc:sldMkLst>
      </pc:sldChg>
    </pc:docChg>
  </pc:docChgLst>
  <pc:docChgLst>
    <pc:chgData name="主査　福島 直人" userId="S::naoto_2_fukushima@ccken.onmicrosoft.com::8f548a50-3d4a-4660-b17c-82fdb2003fd5" providerId="AD" clId="Web-{EB14DE7F-053A-DB3A-F7F3-3EBD47D850C4}"/>
    <pc:docChg chg="modSld">
      <pc:chgData name="主査　福島 直人" userId="S::naoto_2_fukushima@ccken.onmicrosoft.com::8f548a50-3d4a-4660-b17c-82fdb2003fd5" providerId="AD" clId="Web-{EB14DE7F-053A-DB3A-F7F3-3EBD47D850C4}" dt="2026-03-02T09:14:41.704" v="15"/>
      <pc:docMkLst>
        <pc:docMk/>
      </pc:docMkLst>
      <pc:sldChg chg="modSp">
        <pc:chgData name="主査　福島 直人" userId="S::naoto_2_fukushima@ccken.onmicrosoft.com::8f548a50-3d4a-4660-b17c-82fdb2003fd5" providerId="AD" clId="Web-{EB14DE7F-053A-DB3A-F7F3-3EBD47D850C4}" dt="2026-03-02T09:14:41.704" v="15"/>
        <pc:sldMkLst>
          <pc:docMk/>
          <pc:sldMk cId="3657850443" sldId="990"/>
        </pc:sldMkLst>
      </pc:sldChg>
    </pc:docChg>
  </pc:docChgLst>
  <pc:docChgLst>
    <pc:chgData name="MUIT　髙橋 博実" userId="S::hiromix222_msn.com#ext#@ccken.onmicrosoft.com::9d572560-7f87-4d11-90b9-a0fc016bcb45" providerId="AD" clId="Web-{B38F9148-D6E1-ED5E-115D-C422B38F34E1}"/>
    <pc:docChg chg="sldOrd">
      <pc:chgData name="MUIT　髙橋 博実" userId="S::hiromix222_msn.com#ext#@ccken.onmicrosoft.com::9d572560-7f87-4d11-90b9-a0fc016bcb45" providerId="AD" clId="Web-{B38F9148-D6E1-ED5E-115D-C422B38F34E1}" dt="2026-02-02T01:01:32.050" v="0"/>
      <pc:docMkLst>
        <pc:docMk/>
      </pc:docMkLst>
    </pc:docChg>
  </pc:docChgLst>
  <pc:docChgLst>
    <pc:chgData name="主査　福島 直人" userId="S::naoto_2_fukushima@ccken.onmicrosoft.com::8f548a50-3d4a-4660-b17c-82fdb2003fd5" providerId="AD" clId="Web-{A661C6C6-18A8-466C-9265-B601474E1747}"/>
    <pc:docChg chg="delSld modSld modSection">
      <pc:chgData name="主査　福島 直人" userId="S::naoto_2_fukushima@ccken.onmicrosoft.com::8f548a50-3d4a-4660-b17c-82fdb2003fd5" providerId="AD" clId="Web-{A661C6C6-18A8-466C-9265-B601474E1747}" dt="2026-02-10T02:33:40.511" v="404" actId="20577"/>
      <pc:docMkLst>
        <pc:docMk/>
      </pc:docMkLst>
      <pc:sldChg chg="modSp">
        <pc:chgData name="主査　福島 直人" userId="S::naoto_2_fukushima@ccken.onmicrosoft.com::8f548a50-3d4a-4660-b17c-82fdb2003fd5" providerId="AD" clId="Web-{A661C6C6-18A8-466C-9265-B601474E1747}" dt="2026-02-10T02:27:29.859" v="328"/>
        <pc:sldMkLst>
          <pc:docMk/>
          <pc:sldMk cId="1666554009" sldId="885"/>
        </pc:sldMkLst>
      </pc:sldChg>
    </pc:docChg>
  </pc:docChgLst>
  <pc:docChgLst>
    <pc:chgData name="三菱UFJモルガン・スタンレー証券　中川 このみ" userId="S::nakagawakonomi.cc.kenkyukai_gmail.com#ext#@ccken.onmicrosoft.com::449cad5c-e2b6-4374-82cf-c006f203c156" providerId="AD" clId="Web-{4B895C52-ECD9-1263-BCE9-84C840768287}"/>
    <pc:docChg chg="modSld">
      <pc:chgData name="三菱UFJモルガン・スタンレー証券　中川 このみ" userId="S::nakagawakonomi.cc.kenkyukai_gmail.com#ext#@ccken.onmicrosoft.com::449cad5c-e2b6-4374-82cf-c006f203c156" providerId="AD" clId="Web-{4B895C52-ECD9-1263-BCE9-84C840768287}" dt="2026-02-12T07:29:08.970" v="151" actId="1076"/>
      <pc:docMkLst>
        <pc:docMk/>
      </pc:docMkLst>
    </pc:docChg>
  </pc:docChgLst>
  <pc:docChgLst>
    <pc:chgData name="主査　福島 直人" userId="S::naoto_2_fukushima@ccken.onmicrosoft.com::8f548a50-3d4a-4660-b17c-82fdb2003fd5" providerId="AD" clId="Web-{EC889488-9FF6-0918-46B4-F10DFD8FA948}"/>
    <pc:docChg chg="modSld">
      <pc:chgData name="主査　福島 直人" userId="S::naoto_2_fukushima@ccken.onmicrosoft.com::8f548a50-3d4a-4660-b17c-82fdb2003fd5" providerId="AD" clId="Web-{EC889488-9FF6-0918-46B4-F10DFD8FA948}" dt="2026-02-19T07:51:01.580" v="34"/>
      <pc:docMkLst>
        <pc:docMk/>
      </pc:docMkLst>
      <pc:sldChg chg="modSp">
        <pc:chgData name="主査　福島 直人" userId="S::naoto_2_fukushima@ccken.onmicrosoft.com::8f548a50-3d4a-4660-b17c-82fdb2003fd5" providerId="AD" clId="Web-{EC889488-9FF6-0918-46B4-F10DFD8FA948}" dt="2026-02-19T04:19:40.361" v="2"/>
        <pc:sldMkLst>
          <pc:docMk/>
          <pc:sldMk cId="3496318797" sldId="954"/>
        </pc:sldMkLst>
      </pc:sldChg>
      <pc:sldChg chg="modSp">
        <pc:chgData name="主査　福島 直人" userId="S::naoto_2_fukushima@ccken.onmicrosoft.com::8f548a50-3d4a-4660-b17c-82fdb2003fd5" providerId="AD" clId="Web-{EC889488-9FF6-0918-46B4-F10DFD8FA948}" dt="2026-02-19T04:04:28.642" v="1" actId="20577"/>
        <pc:sldMkLst>
          <pc:docMk/>
          <pc:sldMk cId="20629679" sldId="955"/>
        </pc:sldMkLst>
      </pc:sldChg>
      <pc:sldChg chg="modSp">
        <pc:chgData name="主査　福島 直人" userId="S::naoto_2_fukushima@ccken.onmicrosoft.com::8f548a50-3d4a-4660-b17c-82fdb2003fd5" providerId="AD" clId="Web-{EC889488-9FF6-0918-46B4-F10DFD8FA948}" dt="2026-02-19T04:27:52.909" v="3"/>
        <pc:sldMkLst>
          <pc:docMk/>
          <pc:sldMk cId="2802704857" sldId="956"/>
        </pc:sldMkLst>
      </pc:sldChg>
      <pc:sldChg chg="modSp">
        <pc:chgData name="主査　福島 直人" userId="S::naoto_2_fukushima@ccken.onmicrosoft.com::8f548a50-3d4a-4660-b17c-82fdb2003fd5" providerId="AD" clId="Web-{EC889488-9FF6-0918-46B4-F10DFD8FA948}" dt="2026-02-19T05:30:53.292" v="4" actId="20577"/>
        <pc:sldMkLst>
          <pc:docMk/>
          <pc:sldMk cId="4077408376" sldId="962"/>
        </pc:sldMkLst>
      </pc:sldChg>
    </pc:docChg>
  </pc:docChgLst>
  <pc:docChgLst>
    <pc:chgData name="masazaki yoshihiro/6201258/昌崎　良浩" userId="0c7474cb-3660-4f05-80b1-7e093c724de8" providerId="ADAL" clId="{3014E939-FBF6-5C63-877C-1708B5EB6ECE}"/>
    <pc:docChg chg="undo custSel modSld">
      <pc:chgData name="masazaki yoshihiro/6201258/昌崎　良浩" userId="0c7474cb-3660-4f05-80b1-7e093c724de8" providerId="ADAL" clId="{3014E939-FBF6-5C63-877C-1708B5EB6ECE}" dt="2026-02-23T23:57:29.920" v="2232" actId="208"/>
      <pc:docMkLst>
        <pc:docMk/>
      </pc:docMkLst>
    </pc:docChg>
  </pc:docChgLst>
  <pc:docChgLst>
    <pc:chgData name="主査　福島 直人" userId="S::naoto_2_fukushima@ccken.onmicrosoft.com::8f548a50-3d4a-4660-b17c-82fdb2003fd5" providerId="AD" clId="Web-{126A0584-A36B-B145-77AF-0054740975FB}"/>
    <pc:docChg chg="modSld sldOrd modSection">
      <pc:chgData name="主査　福島 直人" userId="S::naoto_2_fukushima@ccken.onmicrosoft.com::8f548a50-3d4a-4660-b17c-82fdb2003fd5" providerId="AD" clId="Web-{126A0584-A36B-B145-77AF-0054740975FB}" dt="2026-02-18T08:48:27.405" v="89" actId="20577"/>
      <pc:docMkLst>
        <pc:docMk/>
      </pc:docMkLst>
      <pc:sldChg chg="modSp">
        <pc:chgData name="主査　福島 直人" userId="S::naoto_2_fukushima@ccken.onmicrosoft.com::8f548a50-3d4a-4660-b17c-82fdb2003fd5" providerId="AD" clId="Web-{126A0584-A36B-B145-77AF-0054740975FB}" dt="2026-02-18T08:18:21.256" v="11" actId="20577"/>
        <pc:sldMkLst>
          <pc:docMk/>
          <pc:sldMk cId="2863164929" sldId="773"/>
        </pc:sldMkLst>
      </pc:sldChg>
      <pc:sldChg chg="modSp">
        <pc:chgData name="主査　福島 直人" userId="S::naoto_2_fukushima@ccken.onmicrosoft.com::8f548a50-3d4a-4660-b17c-82fdb2003fd5" providerId="AD" clId="Web-{126A0584-A36B-B145-77AF-0054740975FB}" dt="2026-02-18T08:48:27.405" v="89" actId="20577"/>
        <pc:sldMkLst>
          <pc:docMk/>
          <pc:sldMk cId="2575810299" sldId="958"/>
        </pc:sldMkLst>
      </pc:sldChg>
    </pc:docChg>
  </pc:docChgLst>
  <pc:docChgLst>
    <pc:chgData name="主査　福島 直人" userId="S::naoto_2_fukushima@ccken.onmicrosoft.com::8f548a50-3d4a-4660-b17c-82fdb2003fd5" providerId="AD" clId="Web-{10165FA0-138F-75AF-974D-8EADED0149E9}"/>
    <pc:docChg chg="modSld">
      <pc:chgData name="主査　福島 直人" userId="S::naoto_2_fukushima@ccken.onmicrosoft.com::8f548a50-3d4a-4660-b17c-82fdb2003fd5" providerId="AD" clId="Web-{10165FA0-138F-75AF-974D-8EADED0149E9}" dt="2026-03-02T06:17:31.453" v="322" actId="20577"/>
      <pc:docMkLst>
        <pc:docMk/>
      </pc:docMkLst>
      <pc:sldChg chg="modSp">
        <pc:chgData name="主査　福島 直人" userId="S::naoto_2_fukushima@ccken.onmicrosoft.com::8f548a50-3d4a-4660-b17c-82fdb2003fd5" providerId="AD" clId="Web-{10165FA0-138F-75AF-974D-8EADED0149E9}" dt="2026-03-02T05:34:16.458" v="159" actId="20577"/>
        <pc:sldMkLst>
          <pc:docMk/>
          <pc:sldMk cId="3546692421" sldId="980"/>
        </pc:sldMkLst>
      </pc:sldChg>
      <pc:sldChg chg="addSp modSp">
        <pc:chgData name="主査　福島 直人" userId="S::naoto_2_fukushima@ccken.onmicrosoft.com::8f548a50-3d4a-4660-b17c-82fdb2003fd5" providerId="AD" clId="Web-{10165FA0-138F-75AF-974D-8EADED0149E9}" dt="2026-03-02T06:16:34.124" v="320" actId="20577"/>
        <pc:sldMkLst>
          <pc:docMk/>
          <pc:sldMk cId="2912982522" sldId="983"/>
        </pc:sldMkLst>
      </pc:sldChg>
      <pc:sldChg chg="modSp">
        <pc:chgData name="主査　福島 直人" userId="S::naoto_2_fukushima@ccken.onmicrosoft.com::8f548a50-3d4a-4660-b17c-82fdb2003fd5" providerId="AD" clId="Web-{10165FA0-138F-75AF-974D-8EADED0149E9}" dt="2026-03-02T05:31:14.105" v="131" actId="20577"/>
        <pc:sldMkLst>
          <pc:docMk/>
          <pc:sldMk cId="426927151" sldId="994"/>
        </pc:sldMkLst>
      </pc:sldChg>
      <pc:sldChg chg="modSp">
        <pc:chgData name="主査　福島 直人" userId="S::naoto_2_fukushima@ccken.onmicrosoft.com::8f548a50-3d4a-4660-b17c-82fdb2003fd5" providerId="AD" clId="Web-{10165FA0-138F-75AF-974D-8EADED0149E9}" dt="2026-03-02T05:33:00.658" v="133" actId="20577"/>
        <pc:sldMkLst>
          <pc:docMk/>
          <pc:sldMk cId="1557085014" sldId="1005"/>
        </pc:sldMkLst>
      </pc:sldChg>
      <pc:sldChg chg="modSp">
        <pc:chgData name="主査　福島 直人" userId="S::naoto_2_fukushima@ccken.onmicrosoft.com::8f548a50-3d4a-4660-b17c-82fdb2003fd5" providerId="AD" clId="Web-{10165FA0-138F-75AF-974D-8EADED0149E9}" dt="2026-03-02T05:58:44.007" v="259" actId="20577"/>
        <pc:sldMkLst>
          <pc:docMk/>
          <pc:sldMk cId="433359686" sldId="1008"/>
        </pc:sldMkLst>
      </pc:sldChg>
      <pc:sldChg chg="addSp delSp modSp">
        <pc:chgData name="主査　福島 直人" userId="S::naoto_2_fukushima@ccken.onmicrosoft.com::8f548a50-3d4a-4660-b17c-82fdb2003fd5" providerId="AD" clId="Web-{10165FA0-138F-75AF-974D-8EADED0149E9}" dt="2026-03-02T06:17:31.453" v="322" actId="20577"/>
        <pc:sldMkLst>
          <pc:docMk/>
          <pc:sldMk cId="3141537626" sldId="1012"/>
        </pc:sldMkLst>
      </pc:sldChg>
    </pc:docChg>
  </pc:docChgLst>
  <pc:docChgLst>
    <pc:chgData name="主査　福島 直人" userId="S::naoto_2_fukushima@ccken.onmicrosoft.com::8f548a50-3d4a-4660-b17c-82fdb2003fd5" providerId="AD" clId="Web-{5B6A2005-474E-2886-99CB-F8E87E3779F2}"/>
    <pc:docChg chg="modSld">
      <pc:chgData name="主査　福島 直人" userId="S::naoto_2_fukushima@ccken.onmicrosoft.com::8f548a50-3d4a-4660-b17c-82fdb2003fd5" providerId="AD" clId="Web-{5B6A2005-474E-2886-99CB-F8E87E3779F2}" dt="2026-02-11T15:05:36.798" v="1" actId="20577"/>
      <pc:docMkLst>
        <pc:docMk/>
      </pc:docMkLst>
      <pc:sldChg chg="modSp">
        <pc:chgData name="主査　福島 直人" userId="S::naoto_2_fukushima@ccken.onmicrosoft.com::8f548a50-3d4a-4660-b17c-82fdb2003fd5" providerId="AD" clId="Web-{5B6A2005-474E-2886-99CB-F8E87E3779F2}" dt="2026-02-11T15:05:36.798" v="1" actId="20577"/>
        <pc:sldMkLst>
          <pc:docMk/>
          <pc:sldMk cId="2290740309" sldId="674"/>
        </pc:sldMkLst>
      </pc:sldChg>
    </pc:docChg>
  </pc:docChgLst>
  <pc:docChgLst>
    <pc:chgData name="主査　福島 直人" userId="S::naoto_2_fukushima@ccken.onmicrosoft.com::8f548a50-3d4a-4660-b17c-82fdb2003fd5" providerId="AD" clId="Web-{C8B88E84-7E4E-F7B9-5A40-1AD5A82601E1}"/>
    <pc:docChg chg="modSld">
      <pc:chgData name="主査　福島 直人" userId="S::naoto_2_fukushima@ccken.onmicrosoft.com::8f548a50-3d4a-4660-b17c-82fdb2003fd5" providerId="AD" clId="Web-{C8B88E84-7E4E-F7B9-5A40-1AD5A82601E1}" dt="2026-03-04T01:48:13.820" v="0" actId="20577"/>
      <pc:docMkLst>
        <pc:docMk/>
      </pc:docMkLst>
      <pc:sldChg chg="modSp">
        <pc:chgData name="主査　福島 直人" userId="S::naoto_2_fukushima@ccken.onmicrosoft.com::8f548a50-3d4a-4660-b17c-82fdb2003fd5" providerId="AD" clId="Web-{C8B88E84-7E4E-F7B9-5A40-1AD5A82601E1}" dt="2026-03-04T01:48:13.820" v="0" actId="20577"/>
        <pc:sldMkLst>
          <pc:docMk/>
          <pc:sldMk cId="1984299581" sldId="957"/>
        </pc:sldMkLst>
      </pc:sldChg>
    </pc:docChg>
  </pc:docChgLst>
  <pc:docChgLst>
    <pc:chgData name="主査　福島 直人" userId="S::naoto_2_fukushima@ccken.onmicrosoft.com::8f548a50-3d4a-4660-b17c-82fdb2003fd5" providerId="AD" clId="Web-{890FA7A8-72A1-E26A-704C-5225DC806B50}"/>
    <pc:docChg chg="addSld modSection">
      <pc:chgData name="主査　福島 直人" userId="S::naoto_2_fukushima@ccken.onmicrosoft.com::8f548a50-3d4a-4660-b17c-82fdb2003fd5" providerId="AD" clId="Web-{890FA7A8-72A1-E26A-704C-5225DC806B50}" dt="2026-02-11T15:07:59.487" v="0"/>
      <pc:docMkLst>
        <pc:docMk/>
      </pc:docMkLst>
    </pc:docChg>
  </pc:docChgLst>
  <pc:docChgLst>
    <pc:chgData name="主査　福島 直人" userId="S::naoto_2_fukushima@ccken.onmicrosoft.com::8f548a50-3d4a-4660-b17c-82fdb2003fd5" providerId="AD" clId="Web-{BFC22C27-2D32-FF71-A8D3-A1B5E5BC06A1}"/>
    <pc:docChg chg="modSld">
      <pc:chgData name="主査　福島 直人" userId="S::naoto_2_fukushima@ccken.onmicrosoft.com::8f548a50-3d4a-4660-b17c-82fdb2003fd5" providerId="AD" clId="Web-{BFC22C27-2D32-FF71-A8D3-A1B5E5BC06A1}" dt="2026-02-05T07:55:04.860" v="1" actId="20577"/>
      <pc:docMkLst>
        <pc:docMk/>
      </pc:docMkLst>
    </pc:docChg>
  </pc:docChgLst>
  <pc:docChgLst>
    <pc:chgData name="主査　福島 直人" userId="S::naoto_2_fukushima@ccken.onmicrosoft.com::8f548a50-3d4a-4660-b17c-82fdb2003fd5" providerId="AD" clId="Web-{C48CC299-9486-75A4-4C8D-E1D0FC68487B}"/>
    <pc:docChg chg="delSld modSld modSection">
      <pc:chgData name="主査　福島 直人" userId="S::naoto_2_fukushima@ccken.onmicrosoft.com::8f548a50-3d4a-4660-b17c-82fdb2003fd5" providerId="AD" clId="Web-{C48CC299-9486-75A4-4C8D-E1D0FC68487B}" dt="2026-02-19T16:10:22.198" v="66" actId="20577"/>
      <pc:docMkLst>
        <pc:docMk/>
      </pc:docMkLst>
      <pc:sldChg chg="modSp">
        <pc:chgData name="主査　福島 直人" userId="S::naoto_2_fukushima@ccken.onmicrosoft.com::8f548a50-3d4a-4660-b17c-82fdb2003fd5" providerId="AD" clId="Web-{C48CC299-9486-75A4-4C8D-E1D0FC68487B}" dt="2026-02-19T15:58:24.566" v="5"/>
        <pc:sldMkLst>
          <pc:docMk/>
          <pc:sldMk cId="468256319" sldId="471"/>
        </pc:sldMkLst>
      </pc:sldChg>
      <pc:sldChg chg="delSp modSp">
        <pc:chgData name="主査　福島 直人" userId="S::naoto_2_fukushima@ccken.onmicrosoft.com::8f548a50-3d4a-4660-b17c-82fdb2003fd5" providerId="AD" clId="Web-{C48CC299-9486-75A4-4C8D-E1D0FC68487B}" dt="2026-02-19T15:59:23.238" v="16"/>
        <pc:sldMkLst>
          <pc:docMk/>
          <pc:sldMk cId="4049209207" sldId="636"/>
        </pc:sldMkLst>
      </pc:sldChg>
      <pc:sldChg chg="modSp">
        <pc:chgData name="主査　福島 直人" userId="S::naoto_2_fukushima@ccken.onmicrosoft.com::8f548a50-3d4a-4660-b17c-82fdb2003fd5" providerId="AD" clId="Web-{C48CC299-9486-75A4-4C8D-E1D0FC68487B}" dt="2026-02-19T15:58:25.582" v="7"/>
        <pc:sldMkLst>
          <pc:docMk/>
          <pc:sldMk cId="1392608573" sldId="727"/>
        </pc:sldMkLst>
      </pc:sldChg>
      <pc:sldChg chg="modSp">
        <pc:chgData name="主査　福島 直人" userId="S::naoto_2_fukushima@ccken.onmicrosoft.com::8f548a50-3d4a-4660-b17c-82fdb2003fd5" providerId="AD" clId="Web-{C48CC299-9486-75A4-4C8D-E1D0FC68487B}" dt="2026-02-19T15:58:03.253" v="1" actId="20577"/>
        <pc:sldMkLst>
          <pc:docMk/>
          <pc:sldMk cId="2998734072" sldId="849"/>
        </pc:sldMkLst>
      </pc:sldChg>
      <pc:sldChg chg="modSp">
        <pc:chgData name="主査　福島 直人" userId="S::naoto_2_fukushima@ccken.onmicrosoft.com::8f548a50-3d4a-4660-b17c-82fdb2003fd5" providerId="AD" clId="Web-{C48CC299-9486-75A4-4C8D-E1D0FC68487B}" dt="2026-02-19T15:58:17.738" v="2" actId="20577"/>
        <pc:sldMkLst>
          <pc:docMk/>
          <pc:sldMk cId="978939477" sldId="850"/>
        </pc:sldMkLst>
      </pc:sldChg>
      <pc:sldChg chg="modSp">
        <pc:chgData name="主査　福島 直人" userId="S::naoto_2_fukushima@ccken.onmicrosoft.com::8f548a50-3d4a-4660-b17c-82fdb2003fd5" providerId="AD" clId="Web-{C48CC299-9486-75A4-4C8D-E1D0FC68487B}" dt="2026-02-19T15:58:27.582" v="9" actId="20577"/>
        <pc:sldMkLst>
          <pc:docMk/>
          <pc:sldMk cId="785633465" sldId="851"/>
        </pc:sldMkLst>
      </pc:sldChg>
      <pc:sldChg chg="modSp">
        <pc:chgData name="主査　福島 直人" userId="S::naoto_2_fukushima@ccken.onmicrosoft.com::8f548a50-3d4a-4660-b17c-82fdb2003fd5" providerId="AD" clId="Web-{C48CC299-9486-75A4-4C8D-E1D0FC68487B}" dt="2026-02-19T15:58:28.644" v="10" actId="20577"/>
        <pc:sldMkLst>
          <pc:docMk/>
          <pc:sldMk cId="3346796719" sldId="853"/>
        </pc:sldMkLst>
      </pc:sldChg>
      <pc:sldChg chg="modSp">
        <pc:chgData name="主査　福島 直人" userId="S::naoto_2_fukushima@ccken.onmicrosoft.com::8f548a50-3d4a-4660-b17c-82fdb2003fd5" providerId="AD" clId="Web-{C48CC299-9486-75A4-4C8D-E1D0FC68487B}" dt="2026-02-19T15:58:41.332" v="11" actId="20577"/>
        <pc:sldMkLst>
          <pc:docMk/>
          <pc:sldMk cId="741583435" sldId="854"/>
        </pc:sldMkLst>
      </pc:sldChg>
      <pc:sldChg chg="modSp">
        <pc:chgData name="主査　福島 直人" userId="S::naoto_2_fukushima@ccken.onmicrosoft.com::8f548a50-3d4a-4660-b17c-82fdb2003fd5" providerId="AD" clId="Web-{C48CC299-9486-75A4-4C8D-E1D0FC68487B}" dt="2026-02-19T15:58:22.519" v="3" actId="20577"/>
        <pc:sldMkLst>
          <pc:docMk/>
          <pc:sldMk cId="1039007571" sldId="855"/>
        </pc:sldMkLst>
      </pc:sldChg>
      <pc:sldChg chg="modSp">
        <pc:chgData name="主査　福島 直人" userId="S::naoto_2_fukushima@ccken.onmicrosoft.com::8f548a50-3d4a-4660-b17c-82fdb2003fd5" providerId="AD" clId="Web-{C48CC299-9486-75A4-4C8D-E1D0FC68487B}" dt="2026-02-19T15:58:26.863" v="8" actId="20577"/>
        <pc:sldMkLst>
          <pc:docMk/>
          <pc:sldMk cId="490314474" sldId="961"/>
        </pc:sldMkLst>
      </pc:sldChg>
    </pc:docChg>
  </pc:docChgLst>
  <pc:docChgLst>
    <pc:chgData name="主査　福島 直人" userId="S::naoto_2_fukushima@ccken.onmicrosoft.com::8f548a50-3d4a-4660-b17c-82fdb2003fd5" providerId="AD" clId="Web-{5411B5BF-F440-FC7A-DCD4-228670247A18}"/>
    <pc:docChg chg="modSld">
      <pc:chgData name="主査　福島 直人" userId="S::naoto_2_fukushima@ccken.onmicrosoft.com::8f548a50-3d4a-4660-b17c-82fdb2003fd5" providerId="AD" clId="Web-{5411B5BF-F440-FC7A-DCD4-228670247A18}" dt="2026-02-05T06:52:19.113" v="3" actId="20577"/>
      <pc:docMkLst>
        <pc:docMk/>
      </pc:docMkLst>
    </pc:docChg>
  </pc:docChgLst>
  <pc:docChgLst>
    <pc:chgData name="明治安田　荻野 純平" userId="S::jy-ogino@ccken.onmicrosoft.com::27cba3d8-e4d3-428c-9353-43187c47438c" providerId="AD" clId="Web-{29EB9731-FCF7-7CC2-3F86-218A73EBC460}"/>
    <pc:docChg chg="addSld delSld modSld modSection">
      <pc:chgData name="明治安田　荻野 純平" userId="S::jy-ogino@ccken.onmicrosoft.com::27cba3d8-e4d3-428c-9353-43187c47438c" providerId="AD" clId="Web-{29EB9731-FCF7-7CC2-3F86-218A73EBC460}" dt="2026-02-25T15:51:19.597" v="5" actId="14100"/>
      <pc:docMkLst>
        <pc:docMk/>
      </pc:docMkLst>
    </pc:docChg>
  </pc:docChgLst>
  <pc:docChgLst>
    <pc:chgData name="Takahashi Ryo/高橋 諒(MELCO/ＤＩ本 販売標)" userId="53269949-349a-402b-9227-883bd9daa6d4" providerId="ADAL" clId="{8280E182-4BA5-4A1A-BA8F-3CE442B3C9C8}"/>
    <pc:docChg chg="undo custSel modSld">
      <pc:chgData name="Takahashi Ryo/高橋 諒(MELCO/ＤＩ本 販売標)" userId="53269949-349a-402b-9227-883bd9daa6d4" providerId="ADAL" clId="{8280E182-4BA5-4A1A-BA8F-3CE442B3C9C8}" dt="2026-02-17T03:43:11.786" v="107" actId="14100"/>
      <pc:docMkLst>
        <pc:docMk/>
      </pc:docMkLst>
    </pc:docChg>
  </pc:docChgLst>
  <pc:docChgLst>
    <pc:chgData name="三菱UFJ信託銀行　網野 智仁" userId="S::tomohito_amino@ccken.onmicrosoft.com::f8474316-ab6c-4136-bc0a-a68b4c48cb80" providerId="AD" clId="Web-{79F5BC3D-CE17-914E-B7AE-85F4F96984A1}"/>
    <pc:docChg chg="addSld delSld modSld modSection">
      <pc:chgData name="三菱UFJ信託銀行　網野 智仁" userId="S::tomohito_amino@ccken.onmicrosoft.com::f8474316-ab6c-4136-bc0a-a68b4c48cb80" providerId="AD" clId="Web-{79F5BC3D-CE17-914E-B7AE-85F4F96984A1}" dt="2026-02-05T07:38:57.721" v="329" actId="1076"/>
      <pc:docMkLst>
        <pc:docMk/>
      </pc:docMkLst>
    </pc:docChg>
  </pc:docChgLst>
  <pc:docChgLst>
    <pc:chgData name="東京海上日動システムズ　遠藤 瞳" userId="S::totacana40_gmail.com#ext#@ccken.onmicrosoft.com::b4c57fd5-e1a5-4087-b897-60980b2db104" providerId="AD" clId="Web-{170783D1-1537-E7E1-2D4B-CA0A8EB4CCA5}"/>
    <pc:docChg chg="addSld modSld sldOrd modSection">
      <pc:chgData name="東京海上日動システムズ　遠藤 瞳" userId="S::totacana40_gmail.com#ext#@ccken.onmicrosoft.com::b4c57fd5-e1a5-4087-b897-60980b2db104" providerId="AD" clId="Web-{170783D1-1537-E7E1-2D4B-CA0A8EB4CCA5}" dt="2026-02-19T08:05:09.081" v="278"/>
      <pc:docMkLst>
        <pc:docMk/>
      </pc:docMkLst>
    </pc:docChg>
  </pc:docChgLst>
  <pc:docChgLst>
    <pc:chgData name="明治安田　荻野 純平" userId="S::jy-ogino@ccken.onmicrosoft.com::27cba3d8-e4d3-428c-9353-43187c47438c" providerId="AD" clId="Web-{162966BA-C16C-8AD0-E883-EBDC15099C8C}"/>
    <pc:docChg chg="modSld sldOrd">
      <pc:chgData name="明治安田　荻野 純平" userId="S::jy-ogino@ccken.onmicrosoft.com::27cba3d8-e4d3-428c-9353-43187c47438c" providerId="AD" clId="Web-{162966BA-C16C-8AD0-E883-EBDC15099C8C}" dt="2026-02-12T08:16:34.438" v="5"/>
      <pc:docMkLst>
        <pc:docMk/>
      </pc:docMkLst>
    </pc:docChg>
  </pc:docChgLst>
  <pc:docChgLst>
    <pc:chgData name="masazaki yoshihiro/6201258/昌崎　良浩" userId="S::yoshihiro.masazaki.mk_mcgc.com#ext#@ccken.onmicrosoft.com::338b9127-7fcd-4e96-b095-c08a802489d5" providerId="AD" clId="Web-{C49A3AD7-6BAA-2813-4CF0-D809AD933A0D}"/>
    <pc:docChg chg="modSld">
      <pc:chgData name="masazaki yoshihiro/6201258/昌崎　良浩" userId="S::yoshihiro.masazaki.mk_mcgc.com#ext#@ccken.onmicrosoft.com::338b9127-7fcd-4e96-b095-c08a802489d5" providerId="AD" clId="Web-{C49A3AD7-6BAA-2813-4CF0-D809AD933A0D}" dt="2026-02-06T04:01:49.533" v="5"/>
      <pc:docMkLst>
        <pc:docMk/>
      </pc:docMkLst>
    </pc:docChg>
  </pc:docChgLst>
  <pc:docChgLst>
    <pc:chgData name="主査　福島 直人" userId="S::naoto_2_fukushima@ccken.onmicrosoft.com::8f548a50-3d4a-4660-b17c-82fdb2003fd5" providerId="AD" clId="Web-{CE1252E4-C739-0203-03F0-97DD204F85FC}"/>
    <pc:docChg chg="modSld">
      <pc:chgData name="主査　福島 直人" userId="S::naoto_2_fukushima@ccken.onmicrosoft.com::8f548a50-3d4a-4660-b17c-82fdb2003fd5" providerId="AD" clId="Web-{CE1252E4-C739-0203-03F0-97DD204F85FC}" dt="2026-02-27T02:26:50.322" v="6" actId="20577"/>
      <pc:docMkLst>
        <pc:docMk/>
      </pc:docMkLst>
    </pc:docChg>
  </pc:docChgLst>
  <pc:docChgLst>
    <pc:chgData name="村上　淳" userId="S::ji-murakami@ccken.onmicrosoft.com::0b8e6a16-2353-4e90-9a7d-8e4f0d078fbd" providerId="AD" clId="Web-{457E3BE6-CBF7-12BC-6D9D-D6B18E5D3B67}"/>
    <pc:docChg chg="modSld">
      <pc:chgData name="村上　淳" userId="S::ji-murakami@ccken.onmicrosoft.com::0b8e6a16-2353-4e90-9a7d-8e4f0d078fbd" providerId="AD" clId="Web-{457E3BE6-CBF7-12BC-6D9D-D6B18E5D3B67}" dt="2026-02-28T08:42:24.899" v="68"/>
      <pc:docMkLst>
        <pc:docMk/>
      </pc:docMkLst>
      <pc:sldChg chg="modSp">
        <pc:chgData name="村上　淳" userId="S::ji-murakami@ccken.onmicrosoft.com::0b8e6a16-2353-4e90-9a7d-8e4f0d078fbd" providerId="AD" clId="Web-{457E3BE6-CBF7-12BC-6D9D-D6B18E5D3B67}" dt="2026-02-28T08:39:47.177" v="17" actId="20577"/>
        <pc:sldMkLst>
          <pc:docMk/>
          <pc:sldMk cId="3369189793" sldId="835"/>
        </pc:sldMkLst>
      </pc:sldChg>
      <pc:sldChg chg="modSp">
        <pc:chgData name="村上　淳" userId="S::ji-murakami@ccken.onmicrosoft.com::0b8e6a16-2353-4e90-9a7d-8e4f0d078fbd" providerId="AD" clId="Web-{457E3BE6-CBF7-12BC-6D9D-D6B18E5D3B67}" dt="2026-02-28T08:39:56.615" v="19" actId="20577"/>
        <pc:sldMkLst>
          <pc:docMk/>
          <pc:sldMk cId="3528798614" sldId="836"/>
        </pc:sldMkLst>
      </pc:sldChg>
      <pc:sldChg chg="modSp">
        <pc:chgData name="村上　淳" userId="S::ji-murakami@ccken.onmicrosoft.com::0b8e6a16-2353-4e90-9a7d-8e4f0d078fbd" providerId="AD" clId="Web-{457E3BE6-CBF7-12BC-6D9D-D6B18E5D3B67}" dt="2026-02-28T08:42:24.899" v="68"/>
        <pc:sldMkLst>
          <pc:docMk/>
          <pc:sldMk cId="2865370770" sldId="989"/>
        </pc:sldMkLst>
      </pc:sldChg>
      <pc:sldChg chg="modSp">
        <pc:chgData name="村上　淳" userId="S::ji-murakami@ccken.onmicrosoft.com::0b8e6a16-2353-4e90-9a7d-8e4f0d078fbd" providerId="AD" clId="Web-{457E3BE6-CBF7-12BC-6D9D-D6B18E5D3B67}" dt="2026-02-28T08:42:19.805" v="67"/>
        <pc:sldMkLst>
          <pc:docMk/>
          <pc:sldMk cId="3657850443" sldId="990"/>
        </pc:sldMkLst>
      </pc:sldChg>
      <pc:sldChg chg="modSp">
        <pc:chgData name="村上　淳" userId="S::ji-murakami@ccken.onmicrosoft.com::0b8e6a16-2353-4e90-9a7d-8e4f0d078fbd" providerId="AD" clId="Web-{457E3BE6-CBF7-12BC-6D9D-D6B18E5D3B67}" dt="2026-02-28T08:34:14.325" v="1" actId="20577"/>
        <pc:sldMkLst>
          <pc:docMk/>
          <pc:sldMk cId="1056783319" sldId="1009"/>
        </pc:sldMkLst>
      </pc:sldChg>
    </pc:docChg>
  </pc:docChgLst>
  <pc:docChgLst>
    <pc:chgData name="MUIT　髙橋 博実" userId="S::hiromix222_msn.com#ext#@ccken.onmicrosoft.com::9d572560-7f87-4d11-90b9-a0fc016bcb45" providerId="AD" clId="Web-{EAF5D6E1-2406-8D22-5141-7510EEDCEDE0}"/>
    <pc:docChg chg="modSld sldOrd">
      <pc:chgData name="MUIT　髙橋 博実" userId="S::hiromix222_msn.com#ext#@ccken.onmicrosoft.com::9d572560-7f87-4d11-90b9-a0fc016bcb45" providerId="AD" clId="Web-{EAF5D6E1-2406-8D22-5141-7510EEDCEDE0}" dt="2026-02-05T06:43:01.818" v="151" actId="20577"/>
      <pc:docMkLst>
        <pc:docMk/>
      </pc:docMkLst>
    </pc:docChg>
  </pc:docChgLst>
  <pc:docChgLst>
    <pc:chgData name="三菱UFJ信託銀行　網野 智仁" userId="S::tomohito_amino@ccken.onmicrosoft.com::f8474316-ab6c-4136-bc0a-a68b4c48cb80" providerId="AD" clId="Web-{0DC9B0B9-4B8F-FBAF-D6CE-115C9E6D17F8}"/>
    <pc:docChg chg="modSld">
      <pc:chgData name="三菱UFJ信託銀行　網野 智仁" userId="S::tomohito_amino@ccken.onmicrosoft.com::f8474316-ab6c-4136-bc0a-a68b4c48cb80" providerId="AD" clId="Web-{0DC9B0B9-4B8F-FBAF-D6CE-115C9E6D17F8}" dt="2026-02-05T08:27:10.805" v="13" actId="20577"/>
      <pc:docMkLst>
        <pc:docMk/>
      </pc:docMkLst>
    </pc:docChg>
  </pc:docChgLst>
  <pc:docChgLst>
    <pc:chgData name="明治安田　荻野 純平" userId="S::jy-ogino@ccken.onmicrosoft.com::27cba3d8-e4d3-428c-9353-43187c47438c" providerId="AD" clId="Web-{0FE1EDEB-DFC0-4413-D264-0946BB7EE639}"/>
    <pc:docChg chg="modSld sldOrd">
      <pc:chgData name="明治安田　荻野 純平" userId="S::jy-ogino@ccken.onmicrosoft.com::27cba3d8-e4d3-428c-9353-43187c47438c" providerId="AD" clId="Web-{0FE1EDEB-DFC0-4413-D264-0946BB7EE639}" dt="2026-02-05T07:02:31.191" v="3"/>
      <pc:docMkLst>
        <pc:docMk/>
      </pc:docMkLst>
    </pc:docChg>
  </pc:docChgLst>
  <pc:docChgLst>
    <pc:chgData name="村上　淳" userId="S::ji-murakami@ccken.onmicrosoft.com::0b8e6a16-2353-4e90-9a7d-8e4f0d078fbd" providerId="AD" clId="Web-{D0E1380E-BA2C-EF0D-29A8-D992EA076AF8}"/>
    <pc:docChg chg="delSld modSection">
      <pc:chgData name="村上　淳" userId="S::ji-murakami@ccken.onmicrosoft.com::0b8e6a16-2353-4e90-9a7d-8e4f0d078fbd" providerId="AD" clId="Web-{D0E1380E-BA2C-EF0D-29A8-D992EA076AF8}" dt="2026-02-26T14:26:15.995" v="5"/>
      <pc:docMkLst>
        <pc:docMk/>
      </pc:docMkLst>
    </pc:docChg>
  </pc:docChgLst>
  <pc:docChgLst>
    <pc:chgData name="MUIT　土屋 遼太郎" userId="S::ryoukunjajaan4127_gmail.com#ext#@ccken.onmicrosoft.com::fd1358ce-a2d5-4118-97fd-140e7e3174f1" providerId="AD" clId="Web-{8AB16D50-6359-A4CA-9171-FB390D8A2AB3}"/>
    <pc:docChg chg="modSld">
      <pc:chgData name="MUIT　土屋 遼太郎" userId="S::ryoukunjajaan4127_gmail.com#ext#@ccken.onmicrosoft.com::fd1358ce-a2d5-4118-97fd-140e7e3174f1" providerId="AD" clId="Web-{8AB16D50-6359-A4CA-9171-FB390D8A2AB3}" dt="2026-02-04T15:19:59.382" v="1" actId="14100"/>
      <pc:docMkLst>
        <pc:docMk/>
      </pc:docMkLst>
    </pc:docChg>
  </pc:docChgLst>
  <pc:docChgLst>
    <pc:chgData name="masazaki yoshihiro/6201258/昌崎　良浩" userId="S::yoshihiro.masazaki.mk_mcgc.com#ext#@ccken.onmicrosoft.com::338b9127-7fcd-4e96-b095-c08a802489d5" providerId="AD" clId="Web-{E5C814B2-F21D-43DE-C1A0-13CB1C4A9ACA}"/>
    <pc:docChg chg="delSld modSld modSection">
      <pc:chgData name="masazaki yoshihiro/6201258/昌崎　良浩" userId="S::yoshihiro.masazaki.mk_mcgc.com#ext#@ccken.onmicrosoft.com::338b9127-7fcd-4e96-b095-c08a802489d5" providerId="AD" clId="Web-{E5C814B2-F21D-43DE-C1A0-13CB1C4A9ACA}" dt="2026-02-13T00:50:49.448" v="1085"/>
      <pc:docMkLst>
        <pc:docMk/>
      </pc:docMkLst>
    </pc:docChg>
  </pc:docChgLst>
  <pc:docChgLst>
    <pc:chgData name="主査　福島 直人" userId="S::naoto_2_fukushima@ccken.onmicrosoft.com::8f548a50-3d4a-4660-b17c-82fdb2003fd5" providerId="AD" clId="Web-{99A9574C-940F-3782-4478-CDD30BD5E8FE}"/>
    <pc:docChg chg="modSld">
      <pc:chgData name="主査　福島 直人" userId="S::naoto_2_fukushima@ccken.onmicrosoft.com::8f548a50-3d4a-4660-b17c-82fdb2003fd5" providerId="AD" clId="Web-{99A9574C-940F-3782-4478-CDD30BD5E8FE}" dt="2026-02-12T06:10:12.505" v="32" actId="20577"/>
      <pc:docMkLst>
        <pc:docMk/>
      </pc:docMkLst>
    </pc:docChg>
  </pc:docChgLst>
  <pc:docChgLst>
    <pc:chgData name="主査　福島 直人" userId="S::naoto_2_fukushima@ccken.onmicrosoft.com::8f548a50-3d4a-4660-b17c-82fdb2003fd5" providerId="AD" clId="Web-{9C479C87-A671-82A7-8C09-25AB96879F33}"/>
    <pc:docChg chg="addSld modSld sldOrd modSection">
      <pc:chgData name="主査　福島 直人" userId="S::naoto_2_fukushima@ccken.onmicrosoft.com::8f548a50-3d4a-4660-b17c-82fdb2003fd5" providerId="AD" clId="Web-{9C479C87-A671-82A7-8C09-25AB96879F33}" dt="2026-02-19T15:41:28.257" v="1063" actId="20577"/>
      <pc:docMkLst>
        <pc:docMk/>
      </pc:docMkLst>
      <pc:sldChg chg="modSp">
        <pc:chgData name="主査　福島 直人" userId="S::naoto_2_fukushima@ccken.onmicrosoft.com::8f548a50-3d4a-4660-b17c-82fdb2003fd5" providerId="AD" clId="Web-{9C479C87-A671-82A7-8C09-25AB96879F33}" dt="2026-02-19T15:12:06.439" v="956" actId="20577"/>
        <pc:sldMkLst>
          <pc:docMk/>
          <pc:sldMk cId="1392608573" sldId="727"/>
        </pc:sldMkLst>
      </pc:sldChg>
      <pc:sldChg chg="addSp delSp modSp">
        <pc:chgData name="主査　福島 直人" userId="S::naoto_2_fukushima@ccken.onmicrosoft.com::8f548a50-3d4a-4660-b17c-82fdb2003fd5" providerId="AD" clId="Web-{9C479C87-A671-82A7-8C09-25AB96879F33}" dt="2026-02-19T14:49:18.270" v="929" actId="1076"/>
        <pc:sldMkLst>
          <pc:docMk/>
          <pc:sldMk cId="2104226278" sldId="925"/>
        </pc:sldMkLst>
      </pc:sldChg>
      <pc:sldChg chg="addSp modSp">
        <pc:chgData name="主査　福島 直人" userId="S::naoto_2_fukushima@ccken.onmicrosoft.com::8f548a50-3d4a-4660-b17c-82fdb2003fd5" providerId="AD" clId="Web-{9C479C87-A671-82A7-8C09-25AB96879F33}" dt="2026-02-19T15:20:27.030" v="1009" actId="20577"/>
        <pc:sldMkLst>
          <pc:docMk/>
          <pc:sldMk cId="3496318797" sldId="954"/>
        </pc:sldMkLst>
      </pc:sldChg>
      <pc:sldChg chg="addSp delSp modSp">
        <pc:chgData name="主査　福島 直人" userId="S::naoto_2_fukushima@ccken.onmicrosoft.com::8f548a50-3d4a-4660-b17c-82fdb2003fd5" providerId="AD" clId="Web-{9C479C87-A671-82A7-8C09-25AB96879F33}" dt="2026-02-19T15:25:40.736" v="1027" actId="20577"/>
        <pc:sldMkLst>
          <pc:docMk/>
          <pc:sldMk cId="20629679" sldId="955"/>
        </pc:sldMkLst>
      </pc:sldChg>
      <pc:sldChg chg="modSp">
        <pc:chgData name="主査　福島 直人" userId="S::naoto_2_fukushima@ccken.onmicrosoft.com::8f548a50-3d4a-4660-b17c-82fdb2003fd5" providerId="AD" clId="Web-{9C479C87-A671-82A7-8C09-25AB96879F33}" dt="2026-02-19T15:24:11.469" v="1012" actId="20577"/>
        <pc:sldMkLst>
          <pc:docMk/>
          <pc:sldMk cId="2575810299" sldId="958"/>
        </pc:sldMkLst>
      </pc:sldChg>
    </pc:docChg>
  </pc:docChgLst>
  <pc:docChgLst>
    <pc:chgData name="主査　福島 直人" userId="S::naoto_2_fukushima@ccken.onmicrosoft.com::8f548a50-3d4a-4660-b17c-82fdb2003fd5" providerId="AD" clId="Web-{2B1E44B2-0CA4-CA00-BC96-FDA678FC91C8}"/>
    <pc:docChg chg="delSld modSld modSection">
      <pc:chgData name="主査　福島 直人" userId="S::naoto_2_fukushima@ccken.onmicrosoft.com::8f548a50-3d4a-4660-b17c-82fdb2003fd5" providerId="AD" clId="Web-{2B1E44B2-0CA4-CA00-BC96-FDA678FC91C8}" dt="2026-02-27T11:03:40.206" v="44" actId="14100"/>
      <pc:docMkLst>
        <pc:docMk/>
      </pc:docMkLst>
      <pc:sldChg chg="modSp">
        <pc:chgData name="主査　福島 直人" userId="S::naoto_2_fukushima@ccken.onmicrosoft.com::8f548a50-3d4a-4660-b17c-82fdb2003fd5" providerId="AD" clId="Web-{2B1E44B2-0CA4-CA00-BC96-FDA678FC91C8}" dt="2026-02-27T10:58:02.566" v="19" actId="14100"/>
        <pc:sldMkLst>
          <pc:docMk/>
          <pc:sldMk cId="1392608573" sldId="727"/>
        </pc:sldMkLst>
      </pc:sldChg>
    </pc:docChg>
  </pc:docChgLst>
  <pc:docChgLst>
    <pc:chgData name="主査　福島 直人" userId="S::naoto_2_fukushima@ccken.onmicrosoft.com::8f548a50-3d4a-4660-b17c-82fdb2003fd5" providerId="AD" clId="Web-{8207C3D4-C6B0-BC4B-0169-AB69F7FF503F}"/>
    <pc:docChg chg="addSld delSld modSld sldOrd modSection">
      <pc:chgData name="主査　福島 直人" userId="S::naoto_2_fukushima@ccken.onmicrosoft.com::8f548a50-3d4a-4660-b17c-82fdb2003fd5" providerId="AD" clId="Web-{8207C3D4-C6B0-BC4B-0169-AB69F7FF503F}" dt="2026-02-04T06:21:04.567" v="93" actId="20577"/>
      <pc:docMkLst>
        <pc:docMk/>
      </pc:docMkLst>
    </pc:docChg>
  </pc:docChgLst>
  <pc:docChgLst>
    <pc:chgData name="主査　福島 直人" userId="S::naoto_2_fukushima@ccken.onmicrosoft.com::8f548a50-3d4a-4660-b17c-82fdb2003fd5" providerId="AD" clId="Web-{7B0B2159-DD11-69DF-82D8-17F6BF45C170}"/>
    <pc:docChg chg="addSld modSld sldOrd modSection">
      <pc:chgData name="主査　福島 直人" userId="S::naoto_2_fukushima@ccken.onmicrosoft.com::8f548a50-3d4a-4660-b17c-82fdb2003fd5" providerId="AD" clId="Web-{7B0B2159-DD11-69DF-82D8-17F6BF45C170}" dt="2026-02-18T08:11:02.497" v="319"/>
      <pc:docMkLst>
        <pc:docMk/>
      </pc:docMkLst>
      <pc:sldChg chg="modSp">
        <pc:chgData name="主査　福島 直人" userId="S::naoto_2_fukushima@ccken.onmicrosoft.com::8f548a50-3d4a-4660-b17c-82fdb2003fd5" providerId="AD" clId="Web-{7B0B2159-DD11-69DF-82D8-17F6BF45C170}" dt="2026-02-18T08:11:02.497" v="319"/>
        <pc:sldMkLst>
          <pc:docMk/>
          <pc:sldMk cId="468256319" sldId="471"/>
        </pc:sldMkLst>
      </pc:sldChg>
      <pc:sldChg chg="modSp">
        <pc:chgData name="主査　福島 直人" userId="S::naoto_2_fukushima@ccken.onmicrosoft.com::8f548a50-3d4a-4660-b17c-82fdb2003fd5" providerId="AD" clId="Web-{7B0B2159-DD11-69DF-82D8-17F6BF45C170}" dt="2026-02-18T08:01:32.231" v="278" actId="20577"/>
        <pc:sldMkLst>
          <pc:docMk/>
          <pc:sldMk cId="2104226278" sldId="925"/>
        </pc:sldMkLst>
      </pc:sldChg>
    </pc:docChg>
  </pc:docChgLst>
  <pc:docChgLst>
    <pc:chgData name="masazaki yoshihiro/6201258/昌崎　良浩" userId="S::yoshihiro.masazaki.mk_mcgc.com#ext#@ccken.onmicrosoft.com::338b9127-7fcd-4e96-b095-c08a802489d5" providerId="AD" clId="Web-{5C55B3F9-4BE2-2DB8-A529-5855BE68711A}"/>
    <pc:docChg chg="addSld modSld sldOrd modSection">
      <pc:chgData name="masazaki yoshihiro/6201258/昌崎　良浩" userId="S::yoshihiro.masazaki.mk_mcgc.com#ext#@ccken.onmicrosoft.com::338b9127-7fcd-4e96-b095-c08a802489d5" providerId="AD" clId="Web-{5C55B3F9-4BE2-2DB8-A529-5855BE68711A}" dt="2026-02-13T05:05:20.794" v="442" actId="20577"/>
      <pc:docMkLst>
        <pc:docMk/>
      </pc:docMkLst>
    </pc:docChg>
  </pc:docChgLst>
  <pc:docChgLst>
    <pc:chgData name="主査　福島 直人" userId="S::naoto_2_fukushima@ccken.onmicrosoft.com::8f548a50-3d4a-4660-b17c-82fdb2003fd5" providerId="AD" clId="Web-{4051709E-5397-C391-0229-DFFF20762975}"/>
    <pc:docChg chg="addSld modSld modSection">
      <pc:chgData name="主査　福島 直人" userId="S::naoto_2_fukushima@ccken.onmicrosoft.com::8f548a50-3d4a-4660-b17c-82fdb2003fd5" providerId="AD" clId="Web-{4051709E-5397-C391-0229-DFFF20762975}" dt="2026-02-27T12:47:54.488" v="145" actId="1076"/>
      <pc:docMkLst>
        <pc:docMk/>
      </pc:docMkLst>
      <pc:sldChg chg="addSp delSp modSp">
        <pc:chgData name="主査　福島 直人" userId="S::naoto_2_fukushima@ccken.onmicrosoft.com::8f548a50-3d4a-4660-b17c-82fdb2003fd5" providerId="AD" clId="Web-{4051709E-5397-C391-0229-DFFF20762975}" dt="2026-02-27T12:47:54.488" v="145" actId="1076"/>
        <pc:sldMkLst>
          <pc:docMk/>
          <pc:sldMk cId="3496318797" sldId="954"/>
        </pc:sldMkLst>
      </pc:sldChg>
      <pc:sldChg chg="addSp modSp">
        <pc:chgData name="主査　福島 直人" userId="S::naoto_2_fukushima@ccken.onmicrosoft.com::8f548a50-3d4a-4660-b17c-82fdb2003fd5" providerId="AD" clId="Web-{4051709E-5397-C391-0229-DFFF20762975}" dt="2026-02-27T11:06:18.717" v="26" actId="20577"/>
        <pc:sldMkLst>
          <pc:docMk/>
          <pc:sldMk cId="2802704857" sldId="956"/>
        </pc:sldMkLst>
      </pc:sldChg>
      <pc:sldChg chg="addSp modSp">
        <pc:chgData name="主査　福島 直人" userId="S::naoto_2_fukushima@ccken.onmicrosoft.com::8f548a50-3d4a-4660-b17c-82fdb2003fd5" providerId="AD" clId="Web-{4051709E-5397-C391-0229-DFFF20762975}" dt="2026-02-27T11:08:16.689" v="31" actId="14100"/>
        <pc:sldMkLst>
          <pc:docMk/>
          <pc:sldMk cId="2575810299" sldId="958"/>
        </pc:sldMkLst>
      </pc:sldChg>
    </pc:docChg>
  </pc:docChgLst>
  <pc:docChgLst>
    <pc:chgData name="MUIT　髙橋 博実" userId="S::hiromix222_msn.com#ext#@ccken.onmicrosoft.com::9d572560-7f87-4d11-90b9-a0fc016bcb45" providerId="AD" clId="Web-{95E73F63-15D8-11E2-206E-B779EAF99A8C}"/>
    <pc:docChg chg="modSld">
      <pc:chgData name="MUIT　髙橋 博実" userId="S::hiromix222_msn.com#ext#@ccken.onmicrosoft.com::9d572560-7f87-4d11-90b9-a0fc016bcb45" providerId="AD" clId="Web-{95E73F63-15D8-11E2-206E-B779EAF99A8C}" dt="2026-02-24T23:21:23.856" v="57"/>
      <pc:docMkLst>
        <pc:docMk/>
      </pc:docMkLst>
      <pc:sldChg chg="modSp">
        <pc:chgData name="MUIT　髙橋 博実" userId="S::hiromix222_msn.com#ext#@ccken.onmicrosoft.com::9d572560-7f87-4d11-90b9-a0fc016bcb45" providerId="AD" clId="Web-{95E73F63-15D8-11E2-206E-B779EAF99A8C}" dt="2026-02-24T23:21:23.856" v="57"/>
        <pc:sldMkLst>
          <pc:docMk/>
          <pc:sldMk cId="3014012821" sldId="953"/>
        </pc:sldMkLst>
      </pc:sldChg>
    </pc:docChg>
  </pc:docChgLst>
  <pc:docChgLst>
    <pc:chgData name="三菱UFJ信託銀行　網野 智仁" userId="S::tomohito_amino@ccken.onmicrosoft.com::f8474316-ab6c-4136-bc0a-a68b4c48cb80" providerId="AD" clId="Web-{313C5D48-B270-1EB3-5711-00C0D0195707}"/>
    <pc:docChg chg="modSld">
      <pc:chgData name="三菱UFJ信託銀行　網野 智仁" userId="S::tomohito_amino@ccken.onmicrosoft.com::f8474316-ab6c-4136-bc0a-a68b4c48cb80" providerId="AD" clId="Web-{313C5D48-B270-1EB3-5711-00C0D0195707}" dt="2026-02-26T21:05:10.297" v="61" actId="20577"/>
      <pc:docMkLst>
        <pc:docMk/>
      </pc:docMkLst>
      <pc:sldChg chg="modSp">
        <pc:chgData name="三菱UFJ信託銀行　網野 智仁" userId="S::tomohito_amino@ccken.onmicrosoft.com::f8474316-ab6c-4136-bc0a-a68b4c48cb80" providerId="AD" clId="Web-{313C5D48-B270-1EB3-5711-00C0D0195707}" dt="2026-02-26T21:02:13.733" v="42" actId="20577"/>
        <pc:sldMkLst>
          <pc:docMk/>
          <pc:sldMk cId="865026807" sldId="1010"/>
        </pc:sldMkLst>
      </pc:sldChg>
      <pc:sldChg chg="modSp">
        <pc:chgData name="三菱UFJ信託銀行　網野 智仁" userId="S::tomohito_amino@ccken.onmicrosoft.com::f8474316-ab6c-4136-bc0a-a68b4c48cb80" providerId="AD" clId="Web-{313C5D48-B270-1EB3-5711-00C0D0195707}" dt="2026-02-26T21:05:10.297" v="61" actId="20577"/>
        <pc:sldMkLst>
          <pc:docMk/>
          <pc:sldMk cId="3418834785" sldId="1011"/>
        </pc:sldMkLst>
      </pc:sldChg>
    </pc:docChg>
  </pc:docChgLst>
  <pc:docChgLst>
    <pc:chgData name="ono kanta/0888989/小野　幹太" userId="S::kanta.ono.ma_mcgc.com#ext#@ccken.onmicrosoft.com::dfbd62e6-aad9-430f-8c23-c5eb0da84986" providerId="AD" clId="Web-{C35EC127-53F7-BF22-DB4D-079F067F6C46}"/>
    <pc:docChg chg="modSld">
      <pc:chgData name="ono kanta/0888989/小野　幹太" userId="S::kanta.ono.ma_mcgc.com#ext#@ccken.onmicrosoft.com::dfbd62e6-aad9-430f-8c23-c5eb0da84986" providerId="AD" clId="Web-{C35EC127-53F7-BF22-DB4D-079F067F6C46}" dt="2026-02-12T07:48:48.726" v="17"/>
      <pc:docMkLst>
        <pc:docMk/>
      </pc:docMkLst>
    </pc:docChg>
  </pc:docChgLst>
  <pc:docChgLst>
    <pc:chgData name="東京海上日動システムズ　小田 和弥" userId="S::kazuya.oda1014_gmail.com#ext#@ccken.onmicrosoft.com::7d754f48-d90c-443c-a8c9-ee8d894037e8" providerId="AD" clId="Web-{9F7030C6-2CD8-56E2-BEB5-8F2BDB90AC44}"/>
    <pc:docChg chg="sldOrd">
      <pc:chgData name="東京海上日動システムズ　小田 和弥" userId="S::kazuya.oda1014_gmail.com#ext#@ccken.onmicrosoft.com::7d754f48-d90c-443c-a8c9-ee8d894037e8" providerId="AD" clId="Web-{9F7030C6-2CD8-56E2-BEB5-8F2BDB90AC44}" dt="2026-02-11T06:47:34.164" v="0"/>
      <pc:docMkLst>
        <pc:docMk/>
      </pc:docMkLst>
    </pc:docChg>
  </pc:docChgLst>
  <pc:docChgLst>
    <pc:chgData name="ono kanta/0888989/小野　幹太" userId="S::kanta.ono.ma_mcgc.com#ext#@ccken.onmicrosoft.com::dfbd62e6-aad9-430f-8c23-c5eb0da84986" providerId="AD" clId="Web-{ECCE1972-2F71-DAB9-5E28-52BCE1C53860}"/>
    <pc:docChg chg="modSld">
      <pc:chgData name="ono kanta/0888989/小野　幹太" userId="S::kanta.ono.ma_mcgc.com#ext#@ccken.onmicrosoft.com::dfbd62e6-aad9-430f-8c23-c5eb0da84986" providerId="AD" clId="Web-{ECCE1972-2F71-DAB9-5E28-52BCE1C53860}" dt="2026-02-13T05:14:46.872" v="325"/>
      <pc:docMkLst>
        <pc:docMk/>
      </pc:docMkLst>
    </pc:docChg>
  </pc:docChgLst>
  <pc:docChgLst>
    <pc:chgData name="主査　福島 直人" userId="S::naoto_2_fukushima@ccken.onmicrosoft.com::8f548a50-3d4a-4660-b17c-82fdb2003fd5" providerId="AD" clId="Web-{F03B18E8-374F-47FF-4373-0855A1B87225}"/>
    <pc:docChg chg="addSld modSld modSection">
      <pc:chgData name="主査　福島 直人" userId="S::naoto_2_fukushima@ccken.onmicrosoft.com::8f548a50-3d4a-4660-b17c-82fdb2003fd5" providerId="AD" clId="Web-{F03B18E8-374F-47FF-4373-0855A1B87225}" dt="2026-02-26T05:46:33.904" v="37" actId="20577"/>
      <pc:docMkLst>
        <pc:docMk/>
      </pc:docMkLst>
      <pc:sldChg chg="delSp">
        <pc:chgData name="主査　福島 直人" userId="S::naoto_2_fukushima@ccken.onmicrosoft.com::8f548a50-3d4a-4660-b17c-82fdb2003fd5" providerId="AD" clId="Web-{F03B18E8-374F-47FF-4373-0855A1B87225}" dt="2026-02-25T10:32:00.214" v="0"/>
        <pc:sldMkLst>
          <pc:docMk/>
          <pc:sldMk cId="3496318797" sldId="954"/>
        </pc:sldMkLst>
      </pc:sldChg>
    </pc:docChg>
  </pc:docChgLst>
  <pc:docChgLst>
    <pc:chgData name="三菱UFJ信託銀行　網野 智仁" userId="S::tomohito_amino@ccken.onmicrosoft.com::f8474316-ab6c-4136-bc0a-a68b4c48cb80" providerId="AD" clId="Web-{FC4652C9-DF94-319A-9FED-D2F0469613B9}"/>
    <pc:docChg chg="delSld modSld sldOrd modSection">
      <pc:chgData name="三菱UFJ信託銀行　網野 智仁" userId="S::tomohito_amino@ccken.onmicrosoft.com::f8474316-ab6c-4136-bc0a-a68b4c48cb80" providerId="AD" clId="Web-{FC4652C9-DF94-319A-9FED-D2F0469613B9}" dt="2026-02-24T14:48:27.153" v="527" actId="20577"/>
      <pc:docMkLst>
        <pc:docMk/>
      </pc:docMkLst>
      <pc:sldChg chg="modSp ord modCm">
        <pc:chgData name="三菱UFJ信託銀行　網野 智仁" userId="S::tomohito_amino@ccken.onmicrosoft.com::f8474316-ab6c-4136-bc0a-a68b4c48cb80" providerId="AD" clId="Web-{FC4652C9-DF94-319A-9FED-D2F0469613B9}" dt="2026-02-24T14:41:53.722" v="473"/>
        <pc:sldMkLst>
          <pc:docMk/>
          <pc:sldMk cId="2585609864" sldId="805"/>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39:48.890" v="410" actId="20577"/>
              <pc2:cmMkLst xmlns:pc2="http://schemas.microsoft.com/office/powerpoint/2019/9/main/command">
                <pc:docMk/>
                <pc:sldMk cId="2585609864" sldId="805"/>
                <pc2:cmMk id="{E8C4E97F-E4E5-48FB-9525-9089D724DF4D}"/>
              </pc2:cmMkLst>
            </pc226:cmChg>
          </p:ext>
        </pc:extLst>
      </pc:sldChg>
      <pc:sldChg chg="modSp modCm">
        <pc:chgData name="三菱UFJ信託銀行　網野 智仁" userId="S::tomohito_amino@ccken.onmicrosoft.com::f8474316-ab6c-4136-bc0a-a68b4c48cb80" providerId="AD" clId="Web-{FC4652C9-DF94-319A-9FED-D2F0469613B9}" dt="2026-02-24T14:42:12.896" v="475" actId="20577"/>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E25B2D68-FBC4-442B-A1A5-8AA2661529F2}"/>
              </pc2:cmMkLst>
            </pc226:cmChg>
          </p:ext>
        </pc:extLst>
      </pc:sldChg>
    </pc:docChg>
  </pc:docChgLst>
  <pc:docChgLst>
    <pc:chgData name="主査　福島 直人" userId="S::naoto_2_fukushima@ccken.onmicrosoft.com::8f548a50-3d4a-4660-b17c-82fdb2003fd5" providerId="AD" clId="Web-{81BB9EC2-D5C5-FD2C-C85C-86C47513F5EE}"/>
    <pc:docChg chg="modSld">
      <pc:chgData name="主査　福島 直人" userId="S::naoto_2_fukushima@ccken.onmicrosoft.com::8f548a50-3d4a-4660-b17c-82fdb2003fd5" providerId="AD" clId="Web-{81BB9EC2-D5C5-FD2C-C85C-86C47513F5EE}" dt="2026-02-24T05:56:27.565" v="12" actId="1076"/>
      <pc:docMkLst>
        <pc:docMk/>
      </pc:docMkLst>
    </pc:docChg>
  </pc:docChgLst>
  <pc:docChgLst>
    <pc:chgData name="主査　福島 直人" userId="S::naoto_2_fukushima@ccken.onmicrosoft.com::8f548a50-3d4a-4660-b17c-82fdb2003fd5" providerId="AD" clId="Web-{8A034A64-8E00-1713-B4CE-D7E002794F51}"/>
    <pc:docChg chg="modSld">
      <pc:chgData name="主査　福島 直人" userId="S::naoto_2_fukushima@ccken.onmicrosoft.com::8f548a50-3d4a-4660-b17c-82fdb2003fd5" providerId="AD" clId="Web-{8A034A64-8E00-1713-B4CE-D7E002794F51}" dt="2026-02-26T16:00:25.500" v="4" actId="20577"/>
      <pc:docMkLst>
        <pc:docMk/>
      </pc:docMkLst>
      <pc:sldChg chg="modSp">
        <pc:chgData name="主査　福島 直人" userId="S::naoto_2_fukushima@ccken.onmicrosoft.com::8f548a50-3d4a-4660-b17c-82fdb2003fd5" providerId="AD" clId="Web-{8A034A64-8E00-1713-B4CE-D7E002794F51}" dt="2026-02-26T15:57:50.667" v="0" actId="20577"/>
        <pc:sldMkLst>
          <pc:docMk/>
          <pc:sldMk cId="995557494" sldId="986"/>
        </pc:sldMkLst>
      </pc:sldChg>
      <pc:sldChg chg="modSp">
        <pc:chgData name="主査　福島 直人" userId="S::naoto_2_fukushima@ccken.onmicrosoft.com::8f548a50-3d4a-4660-b17c-82fdb2003fd5" providerId="AD" clId="Web-{8A034A64-8E00-1713-B4CE-D7E002794F51}" dt="2026-02-26T16:00:25.500" v="4" actId="20577"/>
        <pc:sldMkLst>
          <pc:docMk/>
          <pc:sldMk cId="3851575879" sldId="98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180084-6F84-49B0-9AA5-9C645D94108B}" type="doc">
      <dgm:prSet loTypeId="urn:microsoft.com/office/officeart/2005/8/layout/chevron1" loCatId="process" qsTypeId="urn:microsoft.com/office/officeart/2005/8/quickstyle/simple1" qsCatId="simple" csTypeId="urn:microsoft.com/office/officeart/2005/8/colors/accent1_2" csCatId="accent1" phldr="1"/>
      <dgm:spPr/>
    </dgm:pt>
    <dgm:pt modelId="{8BD9BAE0-74C9-4002-8A5D-22393BAAD2D2}">
      <dgm:prSet phldrT="[テキスト]"/>
      <dgm:spPr>
        <a:solidFill>
          <a:schemeClr val="accent1">
            <a:lumMod val="20000"/>
            <a:lumOff val="80000"/>
          </a:schemeClr>
        </a:solidFill>
      </dgm:spPr>
      <dgm:t>
        <a:bodyPr/>
        <a:lstStyle/>
        <a:p>
          <a:r>
            <a:rPr kumimoji="1" lang="ja-JP" altLang="en-US" b="1">
              <a:solidFill>
                <a:schemeClr val="bg1">
                  <a:lumMod val="50000"/>
                </a:schemeClr>
              </a:solidFill>
              <a:latin typeface="Meiryo UI" panose="020B0604030504040204" pitchFamily="50" charset="-128"/>
              <a:ea typeface="Meiryo UI" panose="020B0604030504040204" pitchFamily="50" charset="-128"/>
            </a:rPr>
            <a:t>大昔（～</a:t>
          </a:r>
          <a:r>
            <a:rPr kumimoji="1" lang="en-US" altLang="ja-JP" b="1">
              <a:solidFill>
                <a:schemeClr val="bg1">
                  <a:lumMod val="50000"/>
                </a:schemeClr>
              </a:solidFill>
              <a:latin typeface="Meiryo UI" panose="020B0604030504040204" pitchFamily="50" charset="-128"/>
              <a:ea typeface="Meiryo UI" panose="020B0604030504040204" pitchFamily="50" charset="-128"/>
            </a:rPr>
            <a:t>2000</a:t>
          </a:r>
          <a:r>
            <a:rPr kumimoji="1" lang="ja-JP" altLang="en-US" b="1">
              <a:solidFill>
                <a:schemeClr val="bg1">
                  <a:lumMod val="50000"/>
                </a:schemeClr>
              </a:solidFill>
              <a:latin typeface="Meiryo UI" panose="020B0604030504040204" pitchFamily="50" charset="-128"/>
              <a:ea typeface="Meiryo UI" panose="020B0604030504040204" pitchFamily="50" charset="-128"/>
            </a:rPr>
            <a:t>年代前半）</a:t>
          </a:r>
        </a:p>
      </dgm:t>
    </dgm:pt>
    <dgm:pt modelId="{80724AD2-D34D-4EA0-A843-63D108F31C4C}" type="par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7FB529DD-58F9-458D-A8B2-15B6778B2A4E}" type="sib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1EE7BD3F-A463-47C6-BB50-13E39526B52C}">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B40C7824-E4BC-4F23-910A-DBB2F4B6FC77}" type="par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C9FF0B9A-F7C8-4C78-84AD-E1D2FA694BEF}" type="sib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273F8AC2-19BE-4524-8ACB-2F8A0517EC67}">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E24CD6AB-9A97-41FC-8902-F653F628129A}" type="par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AFD3549-89C2-45F7-A9E5-B07B7BE01ED7}" type="sib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D6FF320A-EBF8-4ABE-AD09-85C158AEBA59}">
      <dgm:prSet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年代）</a:t>
          </a:r>
        </a:p>
      </dgm:t>
    </dgm:pt>
    <dgm:pt modelId="{40239299-40E4-4BE0-84CB-E7F4350B3511}" type="parTrans" cxnId="{31E97699-D495-4765-9BD9-2E82D69EDD31}">
      <dgm:prSet/>
      <dgm:spPr/>
      <dgm:t>
        <a:bodyPr/>
        <a:lstStyle/>
        <a:p>
          <a:endParaRPr kumimoji="1" lang="ja-JP" altLang="en-US" b="1"/>
        </a:p>
      </dgm:t>
    </dgm:pt>
    <dgm:pt modelId="{04545C00-2BE5-4248-AEE8-EF4665F495BC}" type="sibTrans" cxnId="{31E97699-D495-4765-9BD9-2E82D69EDD31}">
      <dgm:prSet/>
      <dgm:spPr/>
      <dgm:t>
        <a:bodyPr/>
        <a:lstStyle/>
        <a:p>
          <a:endParaRPr kumimoji="1" lang="ja-JP" altLang="en-US" b="1"/>
        </a:p>
      </dgm:t>
    </dgm:pt>
    <dgm:pt modelId="{E1F2EEEA-4822-4A9D-908E-829938A7F7CA}" type="pres">
      <dgm:prSet presAssocID="{7C180084-6F84-49B0-9AA5-9C645D94108B}" presName="Name0" presStyleCnt="0">
        <dgm:presLayoutVars>
          <dgm:dir/>
          <dgm:animLvl val="lvl"/>
          <dgm:resizeHandles val="exact"/>
        </dgm:presLayoutVars>
      </dgm:prSet>
      <dgm:spPr/>
    </dgm:pt>
    <dgm:pt modelId="{B00A7EDC-A1CA-43C4-9D1A-C077EEF3F98C}" type="pres">
      <dgm:prSet presAssocID="{8BD9BAE0-74C9-4002-8A5D-22393BAAD2D2}" presName="parTxOnly" presStyleLbl="node1" presStyleIdx="0" presStyleCnt="4" custScaleX="74926">
        <dgm:presLayoutVars>
          <dgm:chMax val="0"/>
          <dgm:chPref val="0"/>
          <dgm:bulletEnabled val="1"/>
        </dgm:presLayoutVars>
      </dgm:prSet>
      <dgm:spPr/>
    </dgm:pt>
    <dgm:pt modelId="{193ADAAC-F07E-40DC-A4B4-C65862529253}" type="pres">
      <dgm:prSet presAssocID="{7FB529DD-58F9-458D-A8B2-15B6778B2A4E}" presName="parTxOnlySpace" presStyleCnt="0"/>
      <dgm:spPr/>
    </dgm:pt>
    <dgm:pt modelId="{68ABCEAE-E27A-4B57-9181-A2768538FDD6}" type="pres">
      <dgm:prSet presAssocID="{D6FF320A-EBF8-4ABE-AD09-85C158AEBA59}" presName="parTxOnly" presStyleLbl="node1" presStyleIdx="1" presStyleCnt="4">
        <dgm:presLayoutVars>
          <dgm:chMax val="0"/>
          <dgm:chPref val="0"/>
          <dgm:bulletEnabled val="1"/>
        </dgm:presLayoutVars>
      </dgm:prSet>
      <dgm:spPr/>
    </dgm:pt>
    <dgm:pt modelId="{FD1D8F4C-FED1-4750-B023-066EBB0B90CA}" type="pres">
      <dgm:prSet presAssocID="{04545C00-2BE5-4248-AEE8-EF4665F495BC}" presName="parTxOnlySpace" presStyleCnt="0"/>
      <dgm:spPr/>
    </dgm:pt>
    <dgm:pt modelId="{F933783A-CBA2-4675-8236-EB3E8F5929D0}" type="pres">
      <dgm:prSet presAssocID="{1EE7BD3F-A463-47C6-BB50-13E39526B52C}" presName="parTxOnly" presStyleLbl="node1" presStyleIdx="2" presStyleCnt="4">
        <dgm:presLayoutVars>
          <dgm:chMax val="0"/>
          <dgm:chPref val="0"/>
          <dgm:bulletEnabled val="1"/>
        </dgm:presLayoutVars>
      </dgm:prSet>
      <dgm:spPr/>
    </dgm:pt>
    <dgm:pt modelId="{67F06001-F613-4F04-AA38-1224180F1BFA}" type="pres">
      <dgm:prSet presAssocID="{C9FF0B9A-F7C8-4C78-84AD-E1D2FA694BEF}" presName="parTxOnlySpace" presStyleCnt="0"/>
      <dgm:spPr/>
    </dgm:pt>
    <dgm:pt modelId="{04FF204C-28A2-42E9-BC47-FF4E747B9737}" type="pres">
      <dgm:prSet presAssocID="{273F8AC2-19BE-4524-8ACB-2F8A0517EC67}" presName="parTxOnly" presStyleLbl="node1" presStyleIdx="3" presStyleCnt="4">
        <dgm:presLayoutVars>
          <dgm:chMax val="0"/>
          <dgm:chPref val="0"/>
          <dgm:bulletEnabled val="1"/>
        </dgm:presLayoutVars>
      </dgm:prSet>
      <dgm:spPr/>
    </dgm:pt>
  </dgm:ptLst>
  <dgm:cxnLst>
    <dgm:cxn modelId="{2B1DBA1C-4F3E-4E7A-AE08-837BF21E25C1}" type="presOf" srcId="{8BD9BAE0-74C9-4002-8A5D-22393BAAD2D2}" destId="{B00A7EDC-A1CA-43C4-9D1A-C077EEF3F98C}" srcOrd="0" destOrd="0" presId="urn:microsoft.com/office/officeart/2005/8/layout/chevron1"/>
    <dgm:cxn modelId="{3ED39B25-B40A-4082-9518-BAD2E1B2C613}" srcId="{7C180084-6F84-49B0-9AA5-9C645D94108B}" destId="{1EE7BD3F-A463-47C6-BB50-13E39526B52C}" srcOrd="2" destOrd="0" parTransId="{B40C7824-E4BC-4F23-910A-DBB2F4B6FC77}" sibTransId="{C9FF0B9A-F7C8-4C78-84AD-E1D2FA694BEF}"/>
    <dgm:cxn modelId="{12456D83-2394-44CF-BFA7-4BAC9594E546}" type="presOf" srcId="{1EE7BD3F-A463-47C6-BB50-13E39526B52C}" destId="{F933783A-CBA2-4675-8236-EB3E8F5929D0}" srcOrd="0" destOrd="0" presId="urn:microsoft.com/office/officeart/2005/8/layout/chevron1"/>
    <dgm:cxn modelId="{AD194F8A-1486-4255-85EE-81113EF151E4}" type="presOf" srcId="{D6FF320A-EBF8-4ABE-AD09-85C158AEBA59}" destId="{68ABCEAE-E27A-4B57-9181-A2768538FDD6}" srcOrd="0" destOrd="0" presId="urn:microsoft.com/office/officeart/2005/8/layout/chevron1"/>
    <dgm:cxn modelId="{31E97699-D495-4765-9BD9-2E82D69EDD31}" srcId="{7C180084-6F84-49B0-9AA5-9C645D94108B}" destId="{D6FF320A-EBF8-4ABE-AD09-85C158AEBA59}" srcOrd="1" destOrd="0" parTransId="{40239299-40E4-4BE0-84CB-E7F4350B3511}" sibTransId="{04545C00-2BE5-4248-AEE8-EF4665F495BC}"/>
    <dgm:cxn modelId="{DD261CA1-5542-47AF-854B-51F8F436D473}" srcId="{7C180084-6F84-49B0-9AA5-9C645D94108B}" destId="{8BD9BAE0-74C9-4002-8A5D-22393BAAD2D2}" srcOrd="0" destOrd="0" parTransId="{80724AD2-D34D-4EA0-A843-63D108F31C4C}" sibTransId="{7FB529DD-58F9-458D-A8B2-15B6778B2A4E}"/>
    <dgm:cxn modelId="{CE6A20B3-CC81-488F-8EA4-72440A4B4102}" type="presOf" srcId="{273F8AC2-19BE-4524-8ACB-2F8A0517EC67}" destId="{04FF204C-28A2-42E9-BC47-FF4E747B9737}" srcOrd="0" destOrd="0" presId="urn:microsoft.com/office/officeart/2005/8/layout/chevron1"/>
    <dgm:cxn modelId="{663ECDB6-6577-4792-8C70-791FB7A09C22}" srcId="{7C180084-6F84-49B0-9AA5-9C645D94108B}" destId="{273F8AC2-19BE-4524-8ACB-2F8A0517EC67}" srcOrd="3" destOrd="0" parTransId="{E24CD6AB-9A97-41FC-8902-F653F628129A}" sibTransId="{EAFD3549-89C2-45F7-A9E5-B07B7BE01ED7}"/>
    <dgm:cxn modelId="{E479ECCE-3AC9-456E-BE27-D467F19402E9}" type="presOf" srcId="{7C180084-6F84-49B0-9AA5-9C645D94108B}" destId="{E1F2EEEA-4822-4A9D-908E-829938A7F7CA}" srcOrd="0" destOrd="0" presId="urn:microsoft.com/office/officeart/2005/8/layout/chevron1"/>
    <dgm:cxn modelId="{2108E3BA-084A-4C41-B25F-208E2C349CF4}" type="presParOf" srcId="{E1F2EEEA-4822-4A9D-908E-829938A7F7CA}" destId="{B00A7EDC-A1CA-43C4-9D1A-C077EEF3F98C}" srcOrd="0" destOrd="0" presId="urn:microsoft.com/office/officeart/2005/8/layout/chevron1"/>
    <dgm:cxn modelId="{E8668ECB-10BB-4B06-BA95-664ED574DB2B}" type="presParOf" srcId="{E1F2EEEA-4822-4A9D-908E-829938A7F7CA}" destId="{193ADAAC-F07E-40DC-A4B4-C65862529253}" srcOrd="1" destOrd="0" presId="urn:microsoft.com/office/officeart/2005/8/layout/chevron1"/>
    <dgm:cxn modelId="{B9CC4136-FF4B-4D31-97D3-FDF8B6B1AF80}" type="presParOf" srcId="{E1F2EEEA-4822-4A9D-908E-829938A7F7CA}" destId="{68ABCEAE-E27A-4B57-9181-A2768538FDD6}" srcOrd="2" destOrd="0" presId="urn:microsoft.com/office/officeart/2005/8/layout/chevron1"/>
    <dgm:cxn modelId="{2EAED067-F4AD-48E2-887E-169583D89782}" type="presParOf" srcId="{E1F2EEEA-4822-4A9D-908E-829938A7F7CA}" destId="{FD1D8F4C-FED1-4750-B023-066EBB0B90CA}" srcOrd="3" destOrd="0" presId="urn:microsoft.com/office/officeart/2005/8/layout/chevron1"/>
    <dgm:cxn modelId="{FFBF7EE7-8D9A-40B6-98D5-014889979C54}" type="presParOf" srcId="{E1F2EEEA-4822-4A9D-908E-829938A7F7CA}" destId="{F933783A-CBA2-4675-8236-EB3E8F5929D0}" srcOrd="4" destOrd="0" presId="urn:microsoft.com/office/officeart/2005/8/layout/chevron1"/>
    <dgm:cxn modelId="{BEBC0AC7-11FA-40DC-A0AE-09155BD4E017}" type="presParOf" srcId="{E1F2EEEA-4822-4A9D-908E-829938A7F7CA}" destId="{67F06001-F613-4F04-AA38-1224180F1BFA}" srcOrd="5" destOrd="0" presId="urn:microsoft.com/office/officeart/2005/8/layout/chevron1"/>
    <dgm:cxn modelId="{3D1264CA-7A9E-4D4C-9D67-9848A33DF2A4}" type="presParOf" srcId="{E1F2EEEA-4822-4A9D-908E-829938A7F7CA}" destId="{04FF204C-28A2-42E9-BC47-FF4E747B9737}" srcOrd="6"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A7EDC-A1CA-43C4-9D1A-C077EEF3F98C}">
      <dsp:nvSpPr>
        <dsp:cNvPr id="0" name=""/>
        <dsp:cNvSpPr/>
      </dsp:nvSpPr>
      <dsp:spPr>
        <a:xfrm>
          <a:off x="5663" y="0"/>
          <a:ext cx="1944004"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大昔（～</a:t>
          </a:r>
          <a:r>
            <a:rPr kumimoji="1" lang="en-US" altLang="ja-JP" sz="1000" b="1" kern="1200">
              <a:solidFill>
                <a:schemeClr val="bg1">
                  <a:lumMod val="50000"/>
                </a:schemeClr>
              </a:solidFill>
              <a:latin typeface="Meiryo UI" panose="020B0604030504040204" pitchFamily="50" charset="-128"/>
              <a:ea typeface="Meiryo UI" panose="020B0604030504040204" pitchFamily="50" charset="-128"/>
            </a:rPr>
            <a:t>2000</a:t>
          </a: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年代前半）</a:t>
          </a:r>
        </a:p>
      </dsp:txBody>
      <dsp:txXfrm>
        <a:off x="164016" y="0"/>
        <a:ext cx="1627298" cy="316706"/>
      </dsp:txXfrm>
    </dsp:sp>
    <dsp:sp modelId="{68ABCEAE-E27A-4B57-9181-A2768538FDD6}">
      <dsp:nvSpPr>
        <dsp:cNvPr id="0" name=""/>
        <dsp:cNvSpPr/>
      </dsp:nvSpPr>
      <dsp:spPr>
        <a:xfrm>
          <a:off x="1690211"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年代）</a:t>
          </a:r>
        </a:p>
      </dsp:txBody>
      <dsp:txXfrm>
        <a:off x="1848564" y="0"/>
        <a:ext cx="2277859" cy="316706"/>
      </dsp:txXfrm>
    </dsp:sp>
    <dsp:sp modelId="{F933783A-CBA2-4675-8236-EB3E8F5929D0}">
      <dsp:nvSpPr>
        <dsp:cNvPr id="0" name=""/>
        <dsp:cNvSpPr/>
      </dsp:nvSpPr>
      <dsp:spPr>
        <a:xfrm>
          <a:off x="4025320"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4183673" y="0"/>
        <a:ext cx="2277859" cy="316706"/>
      </dsp:txXfrm>
    </dsp:sp>
    <dsp:sp modelId="{04FF204C-28A2-42E9-BC47-FF4E747B9737}">
      <dsp:nvSpPr>
        <dsp:cNvPr id="0" name=""/>
        <dsp:cNvSpPr/>
      </dsp:nvSpPr>
      <dsp:spPr>
        <a:xfrm>
          <a:off x="6360429"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6518782" y="0"/>
        <a:ext cx="2277859" cy="3167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9413" cy="493713"/>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1"/>
            <a:ext cx="2919412" cy="493713"/>
          </a:xfrm>
          <a:prstGeom prst="rect">
            <a:avLst/>
          </a:prstGeom>
        </p:spPr>
        <p:txBody>
          <a:bodyPr vert="horz" lIns="91434" tIns="45717" rIns="91434" bIns="45717" rtlCol="0"/>
          <a:lstStyle>
            <a:lvl1pPr algn="r">
              <a:defRPr sz="1200"/>
            </a:lvl1pPr>
          </a:lstStyle>
          <a:p>
            <a:fld id="{DB19A1A4-E593-48C5-A0A7-23291AD7165E}" type="datetimeFigureOut">
              <a:rPr kumimoji="1" lang="ja-JP" altLang="en-US" smtClean="0"/>
              <a:t>2026/8/27</a:t>
            </a:fld>
            <a:endParaRPr kumimoji="1" lang="ja-JP" altLang="en-US"/>
          </a:p>
        </p:txBody>
      </p:sp>
      <p:sp>
        <p:nvSpPr>
          <p:cNvPr id="4" name="フッター プレースホルダー 3"/>
          <p:cNvSpPr>
            <a:spLocks noGrp="1"/>
          </p:cNvSpPr>
          <p:nvPr>
            <p:ph type="ftr" sz="quarter" idx="2"/>
          </p:nvPr>
        </p:nvSpPr>
        <p:spPr>
          <a:xfrm>
            <a:off x="1" y="9371013"/>
            <a:ext cx="2919413" cy="493712"/>
          </a:xfrm>
          <a:prstGeom prst="rect">
            <a:avLst/>
          </a:prstGeom>
        </p:spPr>
        <p:txBody>
          <a:bodyPr vert="horz" lIns="91434" tIns="45717" rIns="91434" bIns="4571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3712"/>
          </a:xfrm>
          <a:prstGeom prst="rect">
            <a:avLst/>
          </a:prstGeom>
        </p:spPr>
        <p:txBody>
          <a:bodyPr vert="horz" lIns="91434" tIns="45717" rIns="91434" bIns="45717" rtlCol="0" anchor="b"/>
          <a:lstStyle>
            <a:lvl1pPr algn="r">
              <a:defRPr sz="1200"/>
            </a:lvl1pPr>
          </a:lstStyle>
          <a:p>
            <a:fld id="{BB01C0F2-D7FC-499F-AED1-4FA2AB58BE2A}" type="slidenum">
              <a:rPr kumimoji="1" lang="ja-JP" altLang="en-US" smtClean="0"/>
              <a:t>‹#›</a:t>
            </a:fld>
            <a:endParaRPr kumimoji="1" lang="ja-JP" altLang="en-US"/>
          </a:p>
        </p:txBody>
      </p:sp>
    </p:spTree>
    <p:extLst>
      <p:ext uri="{BB962C8B-B14F-4D97-AF65-F5344CB8AC3E}">
        <p14:creationId xmlns:p14="http://schemas.microsoft.com/office/powerpoint/2010/main" val="3433617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8831" cy="495029"/>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5029"/>
          </a:xfrm>
          <a:prstGeom prst="rect">
            <a:avLst/>
          </a:prstGeom>
        </p:spPr>
        <p:txBody>
          <a:bodyPr vert="horz" lIns="91434" tIns="45717" rIns="91434" bIns="45717" rtlCol="0"/>
          <a:lstStyle>
            <a:lvl1pPr algn="r">
              <a:defRPr sz="1200"/>
            </a:lvl1pPr>
          </a:lstStyle>
          <a:p>
            <a:fld id="{DE29D9BF-E477-4981-B422-92F988F29E2D}" type="datetimeFigureOut">
              <a:rPr kumimoji="1" lang="ja-JP" altLang="en-US" smtClean="0"/>
              <a:t>2026/8/27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34" tIns="45717" rIns="91434" bIns="45717" rtlCol="0" anchor="ctr"/>
          <a:lstStyle/>
          <a:p>
            <a:endParaRPr lang="ja-JP" altLang="en-US"/>
          </a:p>
        </p:txBody>
      </p:sp>
      <p:sp>
        <p:nvSpPr>
          <p:cNvPr id="5" name="ノート プレースホルダー 4"/>
          <p:cNvSpPr>
            <a:spLocks noGrp="1"/>
          </p:cNvSpPr>
          <p:nvPr>
            <p:ph type="body" sz="quarter" idx="3"/>
          </p:nvPr>
        </p:nvSpPr>
        <p:spPr>
          <a:xfrm>
            <a:off x="673577" y="4748164"/>
            <a:ext cx="5388610" cy="3884861"/>
          </a:xfrm>
          <a:prstGeom prst="rect">
            <a:avLst/>
          </a:prstGeom>
        </p:spPr>
        <p:txBody>
          <a:bodyPr vert="horz" lIns="91434" tIns="45717" rIns="91434" bIns="4571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6"/>
            <a:ext cx="2918831" cy="495028"/>
          </a:xfrm>
          <a:prstGeom prst="rect">
            <a:avLst/>
          </a:prstGeom>
        </p:spPr>
        <p:txBody>
          <a:bodyPr vert="horz" lIns="91434" tIns="45717" rIns="91434" bIns="4571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5028"/>
          </a:xfrm>
          <a:prstGeom prst="rect">
            <a:avLst/>
          </a:prstGeom>
        </p:spPr>
        <p:txBody>
          <a:bodyPr vert="horz" lIns="91434" tIns="45717" rIns="91434" bIns="45717" rtlCol="0" anchor="b"/>
          <a:lstStyle>
            <a:lvl1pPr algn="r">
              <a:defRPr sz="1200"/>
            </a:lvl1pPr>
          </a:lstStyle>
          <a:p>
            <a:fld id="{DC01644C-2238-481D-829D-5B70BE41F101}" type="slidenum">
              <a:rPr kumimoji="1" lang="ja-JP" altLang="en-US" smtClean="0"/>
              <a:t>‹#›</a:t>
            </a:fld>
            <a:endParaRPr kumimoji="1" lang="ja-JP" altLang="en-US"/>
          </a:p>
        </p:txBody>
      </p:sp>
    </p:spTree>
    <p:extLst>
      <p:ext uri="{BB962C8B-B14F-4D97-AF65-F5344CB8AC3E}">
        <p14:creationId xmlns:p14="http://schemas.microsoft.com/office/powerpoint/2010/main" val="3533447775"/>
      </p:ext>
    </p:extLst>
  </p:cSld>
  <p:clrMap bg1="lt1" tx1="dk1" bg2="lt2" tx2="dk2" accent1="accent1" accent2="accent2" accent3="accent3" accent4="accent4" accent5="accent5" accent6="accent6" hlink="hlink" folHlink="folHlink"/>
  <p:notesStyle>
    <a:lvl1pPr marL="0" algn="l" defTabSz="779163" rtl="0" eaLnBrk="1" latinLnBrk="0" hangingPunct="1">
      <a:defRPr kumimoji="1" sz="1000" kern="1200">
        <a:solidFill>
          <a:schemeClr val="tx1"/>
        </a:solidFill>
        <a:latin typeface="+mn-lt"/>
        <a:ea typeface="+mn-ea"/>
        <a:cs typeface="+mn-cs"/>
      </a:defRPr>
    </a:lvl1pPr>
    <a:lvl2pPr marL="389582" algn="l" defTabSz="779163" rtl="0" eaLnBrk="1" latinLnBrk="0" hangingPunct="1">
      <a:defRPr kumimoji="1" sz="1000" kern="1200">
        <a:solidFill>
          <a:schemeClr val="tx1"/>
        </a:solidFill>
        <a:latin typeface="+mn-lt"/>
        <a:ea typeface="+mn-ea"/>
        <a:cs typeface="+mn-cs"/>
      </a:defRPr>
    </a:lvl2pPr>
    <a:lvl3pPr marL="779163" algn="l" defTabSz="779163" rtl="0" eaLnBrk="1" latinLnBrk="0" hangingPunct="1">
      <a:defRPr kumimoji="1" sz="1000" kern="1200">
        <a:solidFill>
          <a:schemeClr val="tx1"/>
        </a:solidFill>
        <a:latin typeface="+mn-lt"/>
        <a:ea typeface="+mn-ea"/>
        <a:cs typeface="+mn-cs"/>
      </a:defRPr>
    </a:lvl3pPr>
    <a:lvl4pPr marL="1168745" algn="l" defTabSz="779163" rtl="0" eaLnBrk="1" latinLnBrk="0" hangingPunct="1">
      <a:defRPr kumimoji="1" sz="1000" kern="1200">
        <a:solidFill>
          <a:schemeClr val="tx1"/>
        </a:solidFill>
        <a:latin typeface="+mn-lt"/>
        <a:ea typeface="+mn-ea"/>
        <a:cs typeface="+mn-cs"/>
      </a:defRPr>
    </a:lvl4pPr>
    <a:lvl5pPr marL="1558326" algn="l" defTabSz="779163" rtl="0" eaLnBrk="1" latinLnBrk="0" hangingPunct="1">
      <a:defRPr kumimoji="1" sz="1000" kern="1200">
        <a:solidFill>
          <a:schemeClr val="tx1"/>
        </a:solidFill>
        <a:latin typeface="+mn-lt"/>
        <a:ea typeface="+mn-ea"/>
        <a:cs typeface="+mn-cs"/>
      </a:defRPr>
    </a:lvl5pPr>
    <a:lvl6pPr marL="1947908" algn="l" defTabSz="779163" rtl="0" eaLnBrk="1" latinLnBrk="0" hangingPunct="1">
      <a:defRPr kumimoji="1" sz="1000" kern="1200">
        <a:solidFill>
          <a:schemeClr val="tx1"/>
        </a:solidFill>
        <a:latin typeface="+mn-lt"/>
        <a:ea typeface="+mn-ea"/>
        <a:cs typeface="+mn-cs"/>
      </a:defRPr>
    </a:lvl6pPr>
    <a:lvl7pPr marL="2337489" algn="l" defTabSz="779163" rtl="0" eaLnBrk="1" latinLnBrk="0" hangingPunct="1">
      <a:defRPr kumimoji="1" sz="1000" kern="1200">
        <a:solidFill>
          <a:schemeClr val="tx1"/>
        </a:solidFill>
        <a:latin typeface="+mn-lt"/>
        <a:ea typeface="+mn-ea"/>
        <a:cs typeface="+mn-cs"/>
      </a:defRPr>
    </a:lvl7pPr>
    <a:lvl8pPr marL="2727071" algn="l" defTabSz="779163" rtl="0" eaLnBrk="1" latinLnBrk="0" hangingPunct="1">
      <a:defRPr kumimoji="1" sz="1000" kern="1200">
        <a:solidFill>
          <a:schemeClr val="tx1"/>
        </a:solidFill>
        <a:latin typeface="+mn-lt"/>
        <a:ea typeface="+mn-ea"/>
        <a:cs typeface="+mn-cs"/>
      </a:defRPr>
    </a:lvl8pPr>
    <a:lvl9pPr marL="3116652" algn="l" defTabSz="779163"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10"/>
          </p:nvPr>
        </p:nvSpPr>
        <p:spPr/>
        <p:txBody>
          <a:bodyPr/>
          <a:lstStyle/>
          <a:p>
            <a:fld id="{DC01644C-2238-481D-829D-5B70BE41F101}" type="slidenum">
              <a:rPr kumimoji="1" lang="ja-JP" altLang="en-US" smtClean="0"/>
              <a:t>1</a:t>
            </a:fld>
            <a:endParaRPr kumimoji="1" lang="ja-JP" altLang="en-US"/>
          </a:p>
        </p:txBody>
      </p:sp>
    </p:spTree>
    <p:extLst>
      <p:ext uri="{BB962C8B-B14F-4D97-AF65-F5344CB8AC3E}">
        <p14:creationId xmlns:p14="http://schemas.microsoft.com/office/powerpoint/2010/main" val="136785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DA76-0587-F69D-FF24-5A800A0DFB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6766E2-9524-6B3A-6F6B-F32FECBF2EB5}"/>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699E19D-A7A3-16A9-42AD-822A52DD0766}"/>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2BB639-BB21-A534-66B2-6E48C17DBAE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AAE0407C-2E4B-160E-AB9E-215945EE15C9}"/>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a:t>
            </a:fld>
            <a:endParaRPr lang="en-US" altLang="ja-JP">
              <a:solidFill>
                <a:srgbClr val="000000"/>
              </a:solidFill>
            </a:endParaRPr>
          </a:p>
        </p:txBody>
      </p:sp>
    </p:spTree>
    <p:extLst>
      <p:ext uri="{BB962C8B-B14F-4D97-AF65-F5344CB8AC3E}">
        <p14:creationId xmlns:p14="http://schemas.microsoft.com/office/powerpoint/2010/main" val="1980460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ED24-1AF9-DA94-7BAF-E13AB71C37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2DF5DC-89EC-5039-CC74-C460316EA551}"/>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11BFDAB-3B08-CF5F-25D3-B2165824093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FC7D374F-91E3-2720-9B43-F7B52F408C9F}"/>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8C7C0EA-45B7-3E4F-A520-0E698BB4BD1D}"/>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3</a:t>
            </a:fld>
            <a:endParaRPr lang="en-US" altLang="ja-JP">
              <a:solidFill>
                <a:srgbClr val="000000"/>
              </a:solidFill>
            </a:endParaRPr>
          </a:p>
        </p:txBody>
      </p:sp>
    </p:spTree>
    <p:extLst>
      <p:ext uri="{BB962C8B-B14F-4D97-AF65-F5344CB8AC3E}">
        <p14:creationId xmlns:p14="http://schemas.microsoft.com/office/powerpoint/2010/main" val="3632713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4A74-A594-270A-F6A5-09FDF60886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597D25-E573-BF64-86FB-B744D5281F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A36BFC-837A-33D6-9687-0F88D51B3C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66912A-EFE0-AC4D-2DF9-0DD4FFB9F79C}"/>
              </a:ext>
            </a:extLst>
          </p:cNvPr>
          <p:cNvSpPr>
            <a:spLocks noGrp="1"/>
          </p:cNvSpPr>
          <p:nvPr>
            <p:ph type="sldNum" sz="quarter" idx="5"/>
          </p:nvPr>
        </p:nvSpPr>
        <p:spPr/>
        <p:txBody>
          <a:bodyPr/>
          <a:lstStyle/>
          <a:p>
            <a:fld id="{DC01644C-2238-481D-829D-5B70BE41F101}" type="slidenum">
              <a:rPr kumimoji="1" lang="ja-JP" altLang="en-US" smtClean="0"/>
              <a:t>4</a:t>
            </a:fld>
            <a:endParaRPr kumimoji="1" lang="ja-JP" altLang="en-US"/>
          </a:p>
        </p:txBody>
      </p:sp>
    </p:spTree>
    <p:extLst>
      <p:ext uri="{BB962C8B-B14F-4D97-AF65-F5344CB8AC3E}">
        <p14:creationId xmlns:p14="http://schemas.microsoft.com/office/powerpoint/2010/main" val="1300332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5432-E78D-31A4-E801-7278427DD8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AA3F07-1202-3CBE-C5A2-CF30E33B5B99}"/>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94473E5-ECBC-0588-3090-3590A0F826B1}"/>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6DCDC2D4-CD28-87BB-EEC1-2638D1B7BD9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6B585A7-7F51-7123-4546-66DC42C94FF5}"/>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5</a:t>
            </a:fld>
            <a:endParaRPr lang="en-US" altLang="ja-JP">
              <a:solidFill>
                <a:srgbClr val="000000"/>
              </a:solidFill>
            </a:endParaRPr>
          </a:p>
        </p:txBody>
      </p:sp>
    </p:spTree>
    <p:extLst>
      <p:ext uri="{BB962C8B-B14F-4D97-AF65-F5344CB8AC3E}">
        <p14:creationId xmlns:p14="http://schemas.microsoft.com/office/powerpoint/2010/main" val="533819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305-4B61-4D5C-1C74-42B564EB07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965529-6965-0C5C-FB6F-A9C48A0EC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AC26E9-8134-DCEF-932C-9A6C7E1F7B5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DA8952-6F15-9EF5-D72C-D093F7918542}"/>
              </a:ext>
            </a:extLst>
          </p:cNvPr>
          <p:cNvSpPr>
            <a:spLocks noGrp="1"/>
          </p:cNvSpPr>
          <p:nvPr>
            <p:ph type="sldNum" sz="quarter" idx="5"/>
          </p:nvPr>
        </p:nvSpPr>
        <p:spPr/>
        <p:txBody>
          <a:bodyPr/>
          <a:lstStyle/>
          <a:p>
            <a:fld id="{DC01644C-2238-481D-829D-5B70BE41F101}" type="slidenum">
              <a:rPr kumimoji="1" lang="ja-JP" altLang="en-US" smtClean="0"/>
              <a:t>6</a:t>
            </a:fld>
            <a:endParaRPr kumimoji="1" lang="ja-JP" altLang="en-US"/>
          </a:p>
        </p:txBody>
      </p:sp>
    </p:spTree>
    <p:extLst>
      <p:ext uri="{BB962C8B-B14F-4D97-AF65-F5344CB8AC3E}">
        <p14:creationId xmlns:p14="http://schemas.microsoft.com/office/powerpoint/2010/main" val="1862973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A646-B329-5E98-87B8-E05C3F08EB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68C499-41B4-34DA-139F-ED18C1D9B11D}"/>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2B7B686-648C-A8C5-68B0-62BFC5C3C805}"/>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92D0FEDE-9E26-8DD6-E732-E66648938E03}"/>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ECC8963-E9FB-38A9-87DA-1052835F65F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7</a:t>
            </a:fld>
            <a:endParaRPr lang="en-US" altLang="ja-JP">
              <a:solidFill>
                <a:srgbClr val="000000"/>
              </a:solidFill>
            </a:endParaRPr>
          </a:p>
        </p:txBody>
      </p:sp>
    </p:spTree>
    <p:extLst>
      <p:ext uri="{BB962C8B-B14F-4D97-AF65-F5344CB8AC3E}">
        <p14:creationId xmlns:p14="http://schemas.microsoft.com/office/powerpoint/2010/main" val="368660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9147-C534-E2C1-45E0-1DA529B4FC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C1600-7DEB-FB95-08A1-398A656CF633}"/>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5D99572-BF96-B2AA-5A96-E99D7CB68BB8}"/>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85100BD1-40FD-3458-D985-040371D9370C}"/>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3C81472-4990-6841-3416-121E5FB1C0C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8</a:t>
            </a:fld>
            <a:endParaRPr lang="en-US" altLang="ja-JP">
              <a:solidFill>
                <a:srgbClr val="000000"/>
              </a:solidFill>
            </a:endParaRPr>
          </a:p>
        </p:txBody>
      </p:sp>
    </p:spTree>
    <p:extLst>
      <p:ext uri="{BB962C8B-B14F-4D97-AF65-F5344CB8AC3E}">
        <p14:creationId xmlns:p14="http://schemas.microsoft.com/office/powerpoint/2010/main" val="2944579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9</a:t>
            </a:fld>
            <a:endParaRPr lang="en-US" altLang="ja-JP">
              <a:solidFill>
                <a:srgbClr val="000000"/>
              </a:solidFill>
            </a:endParaRPr>
          </a:p>
        </p:txBody>
      </p:sp>
    </p:spTree>
    <p:extLst>
      <p:ext uri="{BB962C8B-B14F-4D97-AF65-F5344CB8AC3E}">
        <p14:creationId xmlns:p14="http://schemas.microsoft.com/office/powerpoint/2010/main" val="115429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6A82-88BA-1B97-9BA5-3E712556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E3660A-83D4-22DC-2A7A-63D82774721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32E20C5-042D-95B9-BD30-E998A750D8BA}"/>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13A1A46-2712-8D98-BFF1-D3A577311327}"/>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7CEBC4E2-DB1B-8D08-FA91-2AE2A1F744D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10</a:t>
            </a:fld>
            <a:endParaRPr lang="en-US" altLang="ja-JP">
              <a:solidFill>
                <a:srgbClr val="000000"/>
              </a:solidFill>
            </a:endParaRPr>
          </a:p>
        </p:txBody>
      </p:sp>
    </p:spTree>
    <p:extLst>
      <p:ext uri="{BB962C8B-B14F-4D97-AF65-F5344CB8AC3E}">
        <p14:creationId xmlns:p14="http://schemas.microsoft.com/office/powerpoint/2010/main" val="6641540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1"/>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34E5102-D1CA-3F6A-58E5-66711485C20C}"/>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92995" name="Rectangle 3"/>
          <p:cNvSpPr>
            <a:spLocks noGrp="1" noChangeArrowheads="1"/>
          </p:cNvSpPr>
          <p:nvPr>
            <p:ph type="ctrTitle"/>
          </p:nvPr>
        </p:nvSpPr>
        <p:spPr>
          <a:xfrm>
            <a:off x="958362" y="1456136"/>
            <a:ext cx="8009792" cy="665559"/>
          </a:xfrm>
          <a:extLst>
            <a:ext uri="{909E8E84-426E-40DD-AFC4-6F175D3DCCD1}">
              <a14:hiddenFill xmlns:a14="http://schemas.microsoft.com/office/drawing/2010/main">
                <a:solidFill>
                  <a:srgbClr val="003366"/>
                </a:solidFill>
              </a14:hiddenFill>
            </a:ext>
          </a:extLst>
        </p:spPr>
        <p:txBody>
          <a:bodyPr tIns="38958" anchor="ctr"/>
          <a:lstStyle>
            <a:lvl1pPr>
              <a:defRPr sz="34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タイトルの書式設定</a:t>
            </a:r>
          </a:p>
        </p:txBody>
      </p:sp>
      <p:sp>
        <p:nvSpPr>
          <p:cNvPr id="1492996" name="Rectangle 4"/>
          <p:cNvSpPr>
            <a:spLocks noGrp="1" noChangeArrowheads="1"/>
          </p:cNvSpPr>
          <p:nvPr>
            <p:ph type="subTitle" idx="1"/>
          </p:nvPr>
        </p:nvSpPr>
        <p:spPr>
          <a:xfrm>
            <a:off x="1009651" y="3090863"/>
            <a:ext cx="7923334" cy="540342"/>
          </a:xfrm>
        </p:spPr>
        <p:txBody>
          <a:bodyPr/>
          <a:lstStyle>
            <a:lvl1pPr marL="0" indent="0">
              <a:buFont typeface="Wingdings" pitchFamily="2" charset="2"/>
              <a:buNone/>
              <a:defRPr sz="2400">
                <a:solidFill>
                  <a:schemeClr val="tx1">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サブタイトルの書式設定</a:t>
            </a:r>
          </a:p>
        </p:txBody>
      </p:sp>
      <p:sp>
        <p:nvSpPr>
          <p:cNvPr id="1492997" name="Rectangle 5"/>
          <p:cNvSpPr>
            <a:spLocks noChangeArrowheads="1"/>
          </p:cNvSpPr>
          <p:nvPr/>
        </p:nvSpPr>
        <p:spPr bwMode="auto">
          <a:xfrm>
            <a:off x="838200" y="1428750"/>
            <a:ext cx="77724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lIns="77916" tIns="38958" rIns="77916" bIns="38958" anchor="b"/>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8" name="Rectangle 6"/>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9" name="Rectangle 7"/>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3015" name="Line 23"/>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pic>
        <p:nvPicPr>
          <p:cNvPr id="1026" name="Picture 2" descr="三菱CC研究会 Mitsubishi Computer Communication Research Associa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1"/>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
        <p:nvSpPr>
          <p:cNvPr id="4" name="正方形/長方形 3">
            <a:extLst>
              <a:ext uri="{FF2B5EF4-FFF2-40B4-BE49-F238E27FC236}">
                <a16:creationId xmlns:a16="http://schemas.microsoft.com/office/drawing/2014/main" id="{6FCCFC2E-B33C-E329-022A-E77BD53CEFE7}"/>
              </a:ext>
            </a:extLst>
          </p:cNvPr>
          <p:cNvSpPr/>
          <p:nvPr userDrawn="1"/>
        </p:nvSpPr>
        <p:spPr bwMode="auto">
          <a:xfrm>
            <a:off x="865573" y="1450651"/>
            <a:ext cx="88858" cy="680847"/>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3AB45DCA-ED2D-835D-CDDD-C75F42AB0A82}"/>
              </a:ext>
            </a:extLst>
          </p:cNvPr>
          <p:cNvSpPr/>
          <p:nvPr userDrawn="1"/>
        </p:nvSpPr>
        <p:spPr bwMode="auto">
          <a:xfrm>
            <a:off x="865573" y="3044785"/>
            <a:ext cx="88857" cy="1131616"/>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8579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a:t>
            </a:fld>
            <a:endParaRPr lang="en-US" altLang="ja-JP">
              <a:solidFill>
                <a:srgbClr val="FFFFFF"/>
              </a:solidFill>
            </a:endParaRPr>
          </a:p>
        </p:txBody>
      </p:sp>
      <p:sp>
        <p:nvSpPr>
          <p:cNvPr id="11"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6" name="タイトル 1"/>
          <p:cNvSpPr>
            <a:spLocks noGrp="1"/>
          </p:cNvSpPr>
          <p:nvPr>
            <p:ph type="title"/>
          </p:nvPr>
        </p:nvSpPr>
        <p:spPr>
          <a:xfrm>
            <a:off x="113386" y="45577"/>
            <a:ext cx="7281603" cy="316706"/>
          </a:xfrm>
        </p:spPr>
        <p:txBody>
          <a:bodyPr/>
          <a:lstStyle/>
          <a:p>
            <a:endParaRPr kumimoji="1" lang="ja-JP" altLang="en-US"/>
          </a:p>
        </p:txBody>
      </p:sp>
    </p:spTree>
    <p:extLst>
      <p:ext uri="{BB962C8B-B14F-4D97-AF65-F5344CB8AC3E}">
        <p14:creationId xmlns:p14="http://schemas.microsoft.com/office/powerpoint/2010/main" val="41175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90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433A3B-7100-B6A7-795D-4ADB208076BD}"/>
              </a:ext>
            </a:extLst>
          </p:cNvPr>
          <p:cNvGraphicFramePr>
            <a:graphicFrameLocks/>
          </p:cNvGraphicFramePr>
          <p:nvPr userDrawn="1">
            <p:custDataLst>
              <p:tags r:id="rId5"/>
            </p:custDataLst>
            <p:extLst>
              <p:ext uri="{D42A27DB-BD31-4B8C-83A1-F6EECF244321}">
                <p14:modId xmlns:p14="http://schemas.microsoft.com/office/powerpoint/2010/main" val="1111440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78" imgH="486" progId="TCLayout.ActiveDocument.1">
                  <p:embed/>
                </p:oleObj>
              </mc:Choice>
              <mc:Fallback>
                <p:oleObj name="think-cellスライド" r:id="rId6" imgW="478" imgH="486" progId="TCLayout.ActiveDocument.1">
                  <p:embed/>
                  <p:pic>
                    <p:nvPicPr>
                      <p:cNvPr id="5" name="think-cell data - do not delete" hidden="1">
                        <a:extLst>
                          <a:ext uri="{FF2B5EF4-FFF2-40B4-BE49-F238E27FC236}">
                            <a16:creationId xmlns:a16="http://schemas.microsoft.com/office/drawing/2014/main" id="{E4433A3B-7100-B6A7-795D-4ADB208076B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491970" name="Rectangle 2"/>
          <p:cNvSpPr>
            <a:spLocks noGrp="1" noChangeArrowheads="1"/>
          </p:cNvSpPr>
          <p:nvPr>
            <p:ph type="body" idx="1"/>
          </p:nvPr>
        </p:nvSpPr>
        <p:spPr bwMode="auto">
          <a:xfrm>
            <a:off x="124864" y="288131"/>
            <a:ext cx="8919906" cy="367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38958" rIns="77916" bIns="38958" numCol="1" anchor="t" anchorCtr="0" compatLnSpc="1">
            <a:prstTxWarp prst="textNoShape">
              <a:avLst/>
            </a:prstTxWarp>
            <a:spAutoFit/>
          </a:bodyPr>
          <a:lstStyle/>
          <a:p>
            <a:pPr lvl="0"/>
            <a:r>
              <a:rPr lang="ja-JP" altLang="en-US"/>
              <a:t>マスタ テキストの書式設定</a:t>
            </a:r>
          </a:p>
        </p:txBody>
      </p:sp>
      <p:sp>
        <p:nvSpPr>
          <p:cNvPr id="1491977" name="Rectangle 9"/>
          <p:cNvSpPr>
            <a:spLocks noGrp="1" noChangeArrowheads="1"/>
          </p:cNvSpPr>
          <p:nvPr>
            <p:ph type="title"/>
          </p:nvPr>
        </p:nvSpPr>
        <p:spPr bwMode="auto">
          <a:xfrm>
            <a:off x="124864" y="14869"/>
            <a:ext cx="7258160" cy="31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0" rIns="77916" bIns="38958" numCol="1" anchor="ctr" anchorCtr="0" compatLnSpc="1">
            <a:prstTxWarp prst="textNoShape">
              <a:avLst/>
            </a:prstTxWarp>
          </a:bodyPr>
          <a:lstStyle/>
          <a:p>
            <a:pPr lvl="0"/>
            <a:r>
              <a:rPr lang="ja-JP" altLang="en-US"/>
              <a:t>マスタ タイトルの書式設定</a:t>
            </a:r>
          </a:p>
        </p:txBody>
      </p:sp>
      <p:sp>
        <p:nvSpPr>
          <p:cNvPr id="1491979" name="Rectangle 11"/>
          <p:cNvSpPr>
            <a:spLocks noGrp="1" noChangeArrowheads="1"/>
          </p:cNvSpPr>
          <p:nvPr>
            <p:ph type="ftr" sz="quarter" idx="3"/>
          </p:nvPr>
        </p:nvSpPr>
        <p:spPr bwMode="auto">
          <a:xfrm>
            <a:off x="2382717" y="4963716"/>
            <a:ext cx="597730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r>
              <a:rPr lang="en-US" altLang="ja-JP">
                <a:solidFill>
                  <a:srgbClr val="FFFFFF"/>
                </a:solidFill>
              </a:rPr>
              <a:t>Copyright 2015 Mitsubishi Corporation IT Planning Dept. All rights reserved.  Proprietary &amp; Confidential</a:t>
            </a:r>
          </a:p>
        </p:txBody>
      </p:sp>
      <p:sp>
        <p:nvSpPr>
          <p:cNvPr id="149198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fld id="{5CE835A6-4A53-49E7-9E15-10ED7101D083}" type="slidenum">
              <a:rPr lang="en-US" altLang="ja-JP">
                <a:solidFill>
                  <a:srgbClr val="FFFFFF"/>
                </a:solidFill>
              </a:rPr>
              <a:pPr fontAlgn="base">
                <a:spcBef>
                  <a:spcPct val="0"/>
                </a:spcBef>
                <a:spcAft>
                  <a:spcPct val="0"/>
                </a:spcAft>
              </a:pPr>
              <a:t>‹#›</a:t>
            </a:fld>
            <a:endParaRPr lang="en-US" altLang="ja-JP">
              <a:solidFill>
                <a:srgbClr val="FFFFFF"/>
              </a:solidFill>
            </a:endParaRPr>
          </a:p>
        </p:txBody>
      </p:sp>
      <p:sp>
        <p:nvSpPr>
          <p:cNvPr id="1491985"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1491989" name="Line 21"/>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2" name="日付プレースホルダー 1"/>
          <p:cNvSpPr>
            <a:spLocks noGrp="1"/>
          </p:cNvSpPr>
          <p:nvPr>
            <p:ph type="dt" sz="half" idx="2"/>
          </p:nvPr>
        </p:nvSpPr>
        <p:spPr>
          <a:xfrm>
            <a:off x="0" y="4956463"/>
            <a:ext cx="2057400" cy="187039"/>
          </a:xfrm>
          <a:prstGeom prst="rect">
            <a:avLst/>
          </a:prstGeom>
        </p:spPr>
        <p:txBody>
          <a:bodyPr vert="horz" lIns="77916" tIns="38958" rIns="77916" bIns="38958" rtlCol="0" anchor="ctr"/>
          <a:lstStyle>
            <a:lvl1pPr algn="l">
              <a:defRPr sz="800">
                <a:solidFill>
                  <a:schemeClr val="bg1"/>
                </a:solidFill>
              </a:defRPr>
            </a:lvl1pPr>
          </a:lstStyle>
          <a:p>
            <a:pPr fontAlgn="base">
              <a:spcBef>
                <a:spcPct val="0"/>
              </a:spcBef>
              <a:spcAft>
                <a:spcPct val="0"/>
              </a:spcAft>
            </a:pPr>
            <a:fld id="{228BF670-20B2-4051-8460-6C923474228A}" type="datetimeFigureOut">
              <a:rPr lang="ja-JP" altLang="en-US" smtClean="0">
                <a:solidFill>
                  <a:srgbClr val="FFFFFF"/>
                </a:solidFill>
                <a:latin typeface="Arial" charset="0"/>
              </a:rPr>
              <a:pPr fontAlgn="base">
                <a:spcBef>
                  <a:spcPct val="0"/>
                </a:spcBef>
                <a:spcAft>
                  <a:spcPct val="0"/>
                </a:spcAft>
              </a:pPr>
              <a:t>2026/8/27</a:t>
            </a:fld>
            <a:endParaRPr lang="ja-JP" altLang="en-US">
              <a:solidFill>
                <a:srgbClr val="FFFFFF"/>
              </a:solidFill>
              <a:latin typeface="Arial" charset="0"/>
            </a:endParaRPr>
          </a:p>
        </p:txBody>
      </p:sp>
      <p:pic>
        <p:nvPicPr>
          <p:cNvPr id="14" name="Picture 2" descr="三菱CC研究会 Mitsubishi Computer Communication Research Association"/>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a:extLst>
              <a:ext uri="{FF2B5EF4-FFF2-40B4-BE49-F238E27FC236}">
                <a16:creationId xmlns:a16="http://schemas.microsoft.com/office/drawing/2014/main" id="{E0B9366B-76DA-56A2-B2F2-69EF5B74BD39}"/>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Rectangle 11">
            <a:extLst>
              <a:ext uri="{FF2B5EF4-FFF2-40B4-BE49-F238E27FC236}">
                <a16:creationId xmlns:a16="http://schemas.microsoft.com/office/drawing/2014/main" id="{29D834C6-DD7F-3F62-7A95-BF2ABB2602FF}"/>
              </a:ext>
            </a:extLst>
          </p:cNvPr>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Tree>
    <p:extLst>
      <p:ext uri="{BB962C8B-B14F-4D97-AF65-F5344CB8AC3E}">
        <p14:creationId xmlns:p14="http://schemas.microsoft.com/office/powerpoint/2010/main" val="39330150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1" r:id="rId3"/>
  </p:sldLayoutIdLst>
  <p:hf hdr="0"/>
  <p:txStyles>
    <p:titleStyle>
      <a:lvl1pPr algn="l" rtl="0" fontAlgn="base">
        <a:lnSpc>
          <a:spcPct val="115000"/>
        </a:lnSpc>
        <a:spcBef>
          <a:spcPct val="0"/>
        </a:spcBef>
        <a:spcAft>
          <a:spcPct val="0"/>
        </a:spcAft>
        <a:defRPr kumimoji="1" sz="17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2pPr>
      <a:lvl3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3pPr>
      <a:lvl4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4pPr>
      <a:lvl5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5pPr>
      <a:lvl6pPr marL="389582"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6pPr>
      <a:lvl7pPr marL="779163"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7pPr>
      <a:lvl8pPr marL="1168745"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8pPr>
      <a:lvl9pPr marL="1558326"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9pPr>
    </p:titleStyle>
    <p:bodyStyle>
      <a:lvl1pPr marL="0" indent="0" algn="l" rtl="0" fontAlgn="base">
        <a:lnSpc>
          <a:spcPct val="125000"/>
        </a:lnSpc>
        <a:spcBef>
          <a:spcPct val="5000"/>
        </a:spcBef>
        <a:spcAft>
          <a:spcPct val="0"/>
        </a:spcAft>
        <a:buClr>
          <a:schemeClr val="tx1"/>
        </a:buClr>
        <a:buFontTx/>
        <a:buNone/>
        <a:defRPr kumimoji="1" sz="15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30165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61007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19845" indent="0" algn="l" rtl="0" fontAlgn="base">
        <a:lnSpc>
          <a:spcPct val="125000"/>
        </a:lnSpc>
        <a:spcBef>
          <a:spcPct val="5000"/>
        </a:spcBef>
        <a:spcAft>
          <a:spcPct val="0"/>
        </a:spcAft>
        <a:buClr>
          <a:schemeClr val="tx1"/>
        </a:buClr>
        <a:buSzPct val="80000"/>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228264"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762587"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6pPr>
      <a:lvl7pPr marL="2152168"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7pPr>
      <a:lvl8pPr marL="2541749"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8pPr>
      <a:lvl9pPr marL="2931330"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9pPr>
    </p:bodyStyle>
    <p:other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4.xml"/><Relationship Id="rId7" Type="http://schemas.openxmlformats.org/officeDocument/2006/relationships/diagramLayout" Target="../diagrams/layout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Data" Target="../diagrams/data1.xml"/><Relationship Id="rId11" Type="http://schemas.openxmlformats.org/officeDocument/2006/relationships/image" Target="../media/image4.png"/><Relationship Id="rId5" Type="http://schemas.openxmlformats.org/officeDocument/2006/relationships/image" Target="../media/image3.emf"/><Relationship Id="rId10" Type="http://schemas.microsoft.com/office/2007/relationships/diagramDrawing" Target="../diagrams/drawing1.xml"/><Relationship Id="rId4" Type="http://schemas.openxmlformats.org/officeDocument/2006/relationships/oleObject" Target="../embeddings/oleObject2.bin"/><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en-US" altLang="ja-JP" sz="2400" dirty="0">
                <a:solidFill>
                  <a:schemeClr val="tx1"/>
                </a:solidFill>
                <a:latin typeface="Meiryo UI"/>
                <a:ea typeface="Meiryo UI"/>
              </a:rPr>
              <a:t>AI</a:t>
            </a:r>
            <a:r>
              <a:rPr lang="ja-JP" altLang="en-US" sz="2400" dirty="0">
                <a:solidFill>
                  <a:schemeClr val="tx1"/>
                </a:solidFill>
                <a:latin typeface="Meiryo UI"/>
                <a:ea typeface="Meiryo UI"/>
              </a:rPr>
              <a:t>時代の「アジャイルとウォーターフォール」の進化に関する研究</a:t>
            </a:r>
            <a:br>
              <a:rPr lang="ja-JP" altLang="en-US" sz="2400" dirty="0">
                <a:latin typeface="Meiryo UI"/>
                <a:ea typeface="Meiryo UI"/>
              </a:rPr>
            </a:br>
            <a:r>
              <a:rPr lang="ja-JP" altLang="en-US" sz="2400" dirty="0">
                <a:solidFill>
                  <a:schemeClr val="tx1"/>
                </a:solidFill>
                <a:latin typeface="Meiryo UI"/>
                <a:ea typeface="Meiryo UI"/>
              </a:rPr>
              <a:t>　～</a:t>
            </a:r>
            <a:r>
              <a:rPr lang="ja-JP" altLang="en-US" sz="2400" dirty="0">
                <a:solidFill>
                  <a:srgbClr val="FF0000"/>
                </a:solidFill>
                <a:latin typeface="Meiryo UI"/>
                <a:ea typeface="Meiryo UI"/>
              </a:rPr>
              <a:t>サブタイトル</a:t>
            </a:r>
            <a:r>
              <a:rPr lang="ja-JP" altLang="en-US" sz="2400" dirty="0">
                <a:solidFill>
                  <a:schemeClr val="tx1"/>
                </a:solidFill>
                <a:latin typeface="Meiryo UI"/>
                <a:ea typeface="Meiryo UI"/>
              </a:rPr>
              <a:t>～</a:t>
            </a:r>
          </a:p>
        </p:txBody>
      </p:sp>
      <p:sp>
        <p:nvSpPr>
          <p:cNvPr id="3" name="サブタイトル 2"/>
          <p:cNvSpPr>
            <a:spLocks noGrp="1"/>
          </p:cNvSpPr>
          <p:nvPr>
            <p:ph type="subTitle" idx="1"/>
          </p:nvPr>
        </p:nvSpPr>
        <p:spPr>
          <a:xfrm>
            <a:off x="1009651" y="2962662"/>
            <a:ext cx="7923334" cy="1218348"/>
          </a:xfrm>
        </p:spPr>
        <p:txBody>
          <a:bodyPr/>
          <a:lstStyle/>
          <a:p>
            <a:pPr lvl="0"/>
            <a:r>
              <a:rPr lang="en-US" sz="2000" dirty="0">
                <a:solidFill>
                  <a:schemeClr val="tx1"/>
                </a:solidFill>
                <a:latin typeface="Meiryo UI"/>
                <a:ea typeface="Meiryo UI"/>
              </a:rPr>
              <a:t>2026</a:t>
            </a:r>
            <a:r>
              <a:rPr lang="ja-JP" sz="2000" dirty="0">
                <a:solidFill>
                  <a:schemeClr val="tx1"/>
                </a:solidFill>
                <a:latin typeface="Meiryo UI"/>
                <a:ea typeface="Meiryo UI"/>
              </a:rPr>
              <a:t>年</a:t>
            </a:r>
            <a:r>
              <a:rPr lang="en-US" altLang="ja-JP" sz="2000" dirty="0">
                <a:solidFill>
                  <a:schemeClr val="tx1"/>
                </a:solidFill>
                <a:latin typeface="Meiryo UI"/>
                <a:ea typeface="Meiryo UI"/>
              </a:rPr>
              <a:t>10</a:t>
            </a:r>
            <a:r>
              <a:rPr lang="ja-JP" sz="2000" dirty="0">
                <a:solidFill>
                  <a:schemeClr val="tx1"/>
                </a:solidFill>
                <a:latin typeface="Meiryo UI"/>
                <a:ea typeface="Meiryo UI"/>
              </a:rPr>
              <a:t>月</a:t>
            </a:r>
            <a:r>
              <a:rPr lang="ja-JP" altLang="en-US" sz="2000" dirty="0">
                <a:solidFill>
                  <a:schemeClr val="tx1"/>
                </a:solidFill>
                <a:latin typeface="Meiryo UI"/>
                <a:ea typeface="Meiryo UI"/>
              </a:rPr>
              <a:t>２</a:t>
            </a:r>
            <a:r>
              <a:rPr lang="ja-JP" sz="2000" dirty="0">
                <a:solidFill>
                  <a:schemeClr val="tx1"/>
                </a:solidFill>
                <a:latin typeface="Meiryo UI"/>
                <a:ea typeface="Meiryo UI"/>
              </a:rPr>
              <a:t>日</a:t>
            </a:r>
            <a:endParaRPr lang="en-US" sz="2000" b="0" dirty="0">
              <a:solidFill>
                <a:schemeClr val="tx1"/>
              </a:solidFill>
              <a:latin typeface="Meiryo UI"/>
              <a:ea typeface="Meiryo UI"/>
            </a:endParaRPr>
          </a:p>
          <a:p>
            <a:pPr lvl="0"/>
            <a:r>
              <a:rPr lang="en-US" sz="2000" dirty="0">
                <a:solidFill>
                  <a:schemeClr val="tx1"/>
                </a:solidFill>
                <a:latin typeface="Meiryo UI"/>
                <a:ea typeface="Meiryo UI"/>
              </a:rPr>
              <a:t>202</a:t>
            </a:r>
            <a:r>
              <a:rPr lang="en-US" altLang="ja-JP" sz="2000" dirty="0">
                <a:solidFill>
                  <a:schemeClr val="tx1"/>
                </a:solidFill>
                <a:latin typeface="Meiryo UI"/>
                <a:ea typeface="Meiryo UI"/>
              </a:rPr>
              <a:t>6</a:t>
            </a:r>
            <a:r>
              <a:rPr lang="ja-JP" sz="2000" dirty="0">
                <a:solidFill>
                  <a:schemeClr val="tx1"/>
                </a:solidFill>
                <a:latin typeface="Meiryo UI"/>
                <a:ea typeface="Meiryo UI"/>
              </a:rPr>
              <a:t>年度 三菱</a:t>
            </a:r>
            <a:r>
              <a:rPr lang="en-US" sz="2000" dirty="0">
                <a:solidFill>
                  <a:schemeClr val="tx1"/>
                </a:solidFill>
                <a:latin typeface="Meiryo UI"/>
                <a:ea typeface="Meiryo UI"/>
              </a:rPr>
              <a:t>CC</a:t>
            </a:r>
            <a:r>
              <a:rPr lang="ja-JP" sz="2000" dirty="0">
                <a:solidFill>
                  <a:schemeClr val="tx1"/>
                </a:solidFill>
                <a:latin typeface="Meiryo UI"/>
                <a:ea typeface="Meiryo UI"/>
              </a:rPr>
              <a:t>研究会 </a:t>
            </a:r>
            <a:r>
              <a:rPr lang="ja-JP" altLang="en-US" sz="2000" dirty="0">
                <a:solidFill>
                  <a:schemeClr val="tx1"/>
                </a:solidFill>
                <a:latin typeface="Meiryo UI"/>
                <a:ea typeface="Meiryo UI"/>
              </a:rPr>
              <a:t>中間</a:t>
            </a:r>
            <a:r>
              <a:rPr lang="ja-JP" sz="2000" dirty="0">
                <a:solidFill>
                  <a:schemeClr val="tx1"/>
                </a:solidFill>
                <a:latin typeface="Meiryo UI"/>
                <a:ea typeface="Meiryo UI"/>
              </a:rPr>
              <a:t>報告会 </a:t>
            </a:r>
            <a:endParaRPr lang="en-US" sz="2000" b="0" dirty="0">
              <a:solidFill>
                <a:schemeClr val="tx1"/>
              </a:solidFill>
              <a:latin typeface="Meiryo UI"/>
              <a:ea typeface="Meiryo UI"/>
            </a:endParaRPr>
          </a:p>
          <a:p>
            <a:r>
              <a:rPr lang="ja-JP" sz="2000" dirty="0">
                <a:solidFill>
                  <a:schemeClr val="tx1"/>
                </a:solidFill>
                <a:latin typeface="Meiryo UI"/>
                <a:ea typeface="Meiryo UI"/>
              </a:rPr>
              <a:t>第</a:t>
            </a:r>
            <a:r>
              <a:rPr lang="ja-JP" altLang="en-US" sz="2000" dirty="0">
                <a:solidFill>
                  <a:schemeClr val="tx1"/>
                </a:solidFill>
                <a:latin typeface="Meiryo UI"/>
                <a:ea typeface="Meiryo UI"/>
              </a:rPr>
              <a:t>３</a:t>
            </a:r>
            <a:r>
              <a:rPr lang="ja-JP" sz="2000" dirty="0">
                <a:solidFill>
                  <a:schemeClr val="tx1"/>
                </a:solidFill>
                <a:latin typeface="Meiryo UI"/>
                <a:ea typeface="Meiryo UI"/>
              </a:rPr>
              <a:t>研究部会</a:t>
            </a:r>
            <a:endParaRPr lang="en-US" sz="2000" b="0" dirty="0">
              <a:solidFill>
                <a:schemeClr val="tx1"/>
              </a:solidFill>
              <a:latin typeface="Meiryo UI"/>
              <a:ea typeface="Meiryo UI"/>
            </a:endParaRPr>
          </a:p>
        </p:txBody>
      </p:sp>
      <p:sp>
        <p:nvSpPr>
          <p:cNvPr id="6" name="スライド番号プレースホルダー 5"/>
          <p:cNvSpPr txBox="1">
            <a:spLocks/>
          </p:cNvSpPr>
          <p:nvPr/>
        </p:nvSpPr>
        <p:spPr>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r"/>
            <a:r>
              <a:rPr lang="en-US" altLang="ja-JP" sz="800">
                <a:solidFill>
                  <a:srgbClr val="FFFFFF"/>
                </a:solidFill>
                <a:latin typeface="Meiryo UI" panose="020B0604030504040204" pitchFamily="50" charset="-128"/>
                <a:ea typeface="Meiryo UI" panose="020B0604030504040204" pitchFamily="50" charset="-128"/>
                <a:cs typeface="Meiryo UI" panose="020B0604030504040204" pitchFamily="50" charset="-128"/>
              </a:rPr>
              <a:t>1</a:t>
            </a:r>
          </a:p>
        </p:txBody>
      </p:sp>
      <p:sp>
        <p:nvSpPr>
          <p:cNvPr id="4" name="テキスト ボックス 3">
            <a:extLst>
              <a:ext uri="{FF2B5EF4-FFF2-40B4-BE49-F238E27FC236}">
                <a16:creationId xmlns:a16="http://schemas.microsoft.com/office/drawing/2014/main" id="{E64822F2-0A7E-FCA7-DCB7-CC2CD66BB15C}"/>
              </a:ext>
            </a:extLst>
          </p:cNvPr>
          <p:cNvSpPr txBox="1"/>
          <p:nvPr/>
        </p:nvSpPr>
        <p:spPr>
          <a:xfrm>
            <a:off x="3954161" y="2004358"/>
            <a:ext cx="4575236" cy="2664000"/>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サブタイトル案</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9074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48FD-8E4C-0018-822E-54644241A3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D26F23-D2AF-3118-B7BA-2704E5068F8E}"/>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C2EB76A-7420-5F31-1301-953C21D57E8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tx1"/>
                </a:solidFill>
                <a:latin typeface="Meiryo UI"/>
                <a:ea typeface="Meiryo UI"/>
              </a:rPr>
              <a:t> 活動実績</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-1.</a:t>
            </a:r>
            <a:r>
              <a:rPr lang="en-US" altLang="ja-JP" sz="2400" b="1" dirty="0">
                <a:solidFill>
                  <a:schemeClr val="tx1"/>
                </a:solidFill>
                <a:latin typeface="Meiryo UI"/>
                <a:ea typeface="Meiryo UI"/>
              </a:rPr>
              <a:t> AI-Ready</a:t>
            </a:r>
            <a:r>
              <a:rPr lang="ja-JP" altLang="en-US" sz="2400" b="1" dirty="0">
                <a:solidFill>
                  <a:schemeClr val="tx1"/>
                </a:solidFill>
                <a:latin typeface="Meiryo UI"/>
                <a:ea typeface="Meiryo UI"/>
              </a:rPr>
              <a:t>基盤</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-2</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駆動開発</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-3</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品質保証</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ja-JP" sz="2400" b="1" dirty="0">
                <a:solidFill>
                  <a:schemeClr val="tx1"/>
                </a:solidFill>
                <a:latin typeface="Meiryo UI"/>
                <a:ea typeface="Meiryo UI"/>
              </a:rPr>
              <a:t>-</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ｘｘｘｘ</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38009B9C-D955-C644-EB61-C99A83D3DF0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a:t>
            </a:fld>
            <a:endParaRPr lang="en-US" altLang="ja-JP">
              <a:solidFill>
                <a:srgbClr val="FFFFFF"/>
              </a:solidFill>
            </a:endParaRPr>
          </a:p>
        </p:txBody>
      </p:sp>
    </p:spTree>
    <p:extLst>
      <p:ext uri="{BB962C8B-B14F-4D97-AF65-F5344CB8AC3E}">
        <p14:creationId xmlns:p14="http://schemas.microsoft.com/office/powerpoint/2010/main" val="4049209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1CD7-2494-1CA9-F7EB-77E237A343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FE6FD5-4392-3592-6339-4D71800E309D}"/>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92F2776F-934D-76AC-0DFC-04D9E3FC3561}"/>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08A0E523-2283-6ADD-A665-EAAB23338107}"/>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3</a:t>
            </a:fld>
            <a:endParaRPr lang="en-US" altLang="ja-JP">
              <a:solidFill>
                <a:srgbClr val="FFFFFF"/>
              </a:solidFill>
            </a:endParaRPr>
          </a:p>
        </p:txBody>
      </p:sp>
    </p:spTree>
    <p:extLst>
      <p:ext uri="{BB962C8B-B14F-4D97-AF65-F5344CB8AC3E}">
        <p14:creationId xmlns:p14="http://schemas.microsoft.com/office/powerpoint/2010/main" val="217416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2DDC-68C9-2D23-1AA6-B77AE6CEA2C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DAEB6B3-C89D-4B9B-81CC-75EFB89EF557}"/>
              </a:ext>
            </a:extLst>
          </p:cNvPr>
          <p:cNvGraphicFramePr>
            <a:graphicFrameLocks/>
          </p:cNvGraphicFramePr>
          <p:nvPr>
            <p:custDataLst>
              <p:tags r:id="rId1"/>
            </p:custDataLst>
            <p:extLst>
              <p:ext uri="{D42A27DB-BD31-4B8C-83A1-F6EECF244321}">
                <p14:modId xmlns:p14="http://schemas.microsoft.com/office/powerpoint/2010/main" val="1641537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8" imgH="408" progId="TCLayout.ActiveDocument.1">
                  <p:embed/>
                </p:oleObj>
              </mc:Choice>
              <mc:Fallback>
                <p:oleObj name="think-cellスライド" r:id="rId4" imgW="408" imgH="408" progId="TCLayout.ActiveDocument.1">
                  <p:embed/>
                  <p:pic>
                    <p:nvPicPr>
                      <p:cNvPr id="12" name="think-cell data - do not delete" hidden="1">
                        <a:extLst>
                          <a:ext uri="{FF2B5EF4-FFF2-40B4-BE49-F238E27FC236}">
                            <a16:creationId xmlns:a16="http://schemas.microsoft.com/office/drawing/2014/main" id="{9DAEB6B3-C89D-4B9B-81CC-75EFB89EF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矢印: 右 7">
            <a:extLst>
              <a:ext uri="{FF2B5EF4-FFF2-40B4-BE49-F238E27FC236}">
                <a16:creationId xmlns:a16="http://schemas.microsoft.com/office/drawing/2014/main" id="{86440CC3-A7FA-CFCE-E7B3-E982C5743E8B}"/>
              </a:ext>
            </a:extLst>
          </p:cNvPr>
          <p:cNvSpPr/>
          <p:nvPr/>
        </p:nvSpPr>
        <p:spPr bwMode="auto">
          <a:xfrm>
            <a:off x="3114495" y="1350318"/>
            <a:ext cx="1979297" cy="1100890"/>
          </a:xfrm>
          <a:prstGeom prst="rightArrow">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a:ln>
                  <a:noFill/>
                </a:ln>
                <a:solidFill>
                  <a:schemeClr val="bg1"/>
                </a:solidFill>
                <a:effectLst/>
                <a:latin typeface="Meiryo UI"/>
                <a:ea typeface="Meiryo UI"/>
                <a:cs typeface="Meiryo UI" panose="020B0604030504040204" pitchFamily="50" charset="-128"/>
              </a:rPr>
              <a:t>アジャイル開発の</a:t>
            </a:r>
            <a:br>
              <a:rPr lang="en-US" altLang="ja-JP" sz="1400" b="0"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b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需要増加</a:t>
            </a:r>
            <a:r>
              <a:rPr lang="ja-JP" altLang="en-US" sz="1400" b="1">
                <a:solidFill>
                  <a:schemeClr val="bg1"/>
                </a:solidFill>
                <a:latin typeface="Meiryo UI"/>
                <a:ea typeface="Meiryo UI"/>
                <a:cs typeface="Meiryo UI" panose="020B0604030504040204" pitchFamily="50" charset="-128"/>
              </a:rPr>
              <a:t>＆</a:t>
            </a: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必然</a:t>
            </a:r>
          </a:p>
        </p:txBody>
      </p:sp>
      <p:sp>
        <p:nvSpPr>
          <p:cNvPr id="2" name="スライド番号プレースホルダー 1">
            <a:extLst>
              <a:ext uri="{FF2B5EF4-FFF2-40B4-BE49-F238E27FC236}">
                <a16:creationId xmlns:a16="http://schemas.microsoft.com/office/drawing/2014/main" id="{D702103C-912C-B7C0-B3CC-35BABB6224E6}"/>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4</a:t>
            </a:fld>
            <a:endParaRPr lang="en-US" altLang="ja-JP">
              <a:solidFill>
                <a:srgbClr val="FFFFFF"/>
              </a:solidFill>
            </a:endParaRPr>
          </a:p>
        </p:txBody>
      </p:sp>
      <p:sp>
        <p:nvSpPr>
          <p:cNvPr id="3" name="タイトル 2">
            <a:extLst>
              <a:ext uri="{FF2B5EF4-FFF2-40B4-BE49-F238E27FC236}">
                <a16:creationId xmlns:a16="http://schemas.microsoft.com/office/drawing/2014/main" id="{632A0B57-D434-686B-4A37-A4A1E064E811}"/>
              </a:ext>
            </a:extLst>
          </p:cNvPr>
          <p:cNvSpPr>
            <a:spLocks noGrp="1"/>
          </p:cNvSpPr>
          <p:nvPr>
            <p:ph type="title"/>
          </p:nvPr>
        </p:nvSpPr>
        <p:spPr/>
        <p:txBody>
          <a:bodyPr vert="horz" rIns="77916"/>
          <a:lstStyle/>
          <a:p>
            <a:r>
              <a:rPr lang="ja-JP" altLang="en-US" dirty="0">
                <a:solidFill>
                  <a:srgbClr val="7F7F7F"/>
                </a:solidFill>
                <a:latin typeface="Meiryo UI"/>
                <a:ea typeface="Meiryo UI"/>
              </a:rPr>
              <a:t>1.</a:t>
            </a:r>
            <a:r>
              <a:rPr lang="en-US" altLang="ja-JP" dirty="0">
                <a:solidFill>
                  <a:srgbClr val="7F7F7F"/>
                </a:solidFill>
                <a:latin typeface="Meiryo UI"/>
                <a:ea typeface="Meiryo UI"/>
              </a:rPr>
              <a:t> </a:t>
            </a:r>
            <a:r>
              <a:rPr lang="ja-JP" altLang="en-US" dirty="0">
                <a:solidFill>
                  <a:srgbClr val="7F7F7F"/>
                </a:solidFill>
                <a:latin typeface="Meiryo UI"/>
                <a:ea typeface="Meiryo UI"/>
              </a:rPr>
              <a:t>研究の背景 ～外部環境の変化と求められる対応～</a:t>
            </a:r>
            <a:endParaRPr lang="en-US" dirty="0">
              <a:solidFill>
                <a:srgbClr val="7F7F7F"/>
              </a:solidFill>
              <a:latin typeface="Meiryo UI"/>
              <a:ea typeface="Meiryo UI"/>
            </a:endParaRPr>
          </a:p>
        </p:txBody>
      </p:sp>
      <p:sp>
        <p:nvSpPr>
          <p:cNvPr id="4" name="正方形/長方形 3">
            <a:extLst>
              <a:ext uri="{FF2B5EF4-FFF2-40B4-BE49-F238E27FC236}">
                <a16:creationId xmlns:a16="http://schemas.microsoft.com/office/drawing/2014/main" id="{38AF7428-4374-5A78-5C06-9D6202138608}"/>
              </a:ext>
            </a:extLst>
          </p:cNvPr>
          <p:cNvSpPr/>
          <p:nvPr/>
        </p:nvSpPr>
        <p:spPr>
          <a:xfrm>
            <a:off x="109025" y="359419"/>
            <a:ext cx="8960659" cy="75709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a:solidFill>
                  <a:schemeClr val="tx1"/>
                </a:solidFill>
                <a:latin typeface="Meiryo UI"/>
                <a:ea typeface="Meiryo UI"/>
              </a:rPr>
              <a:t>世はまさに大”生成</a:t>
            </a:r>
            <a:r>
              <a:rPr lang="en-US" altLang="ja-JP" sz="1800">
                <a:solidFill>
                  <a:schemeClr val="tx1"/>
                </a:solidFill>
                <a:latin typeface="Meiryo UI"/>
                <a:ea typeface="Meiryo UI"/>
              </a:rPr>
              <a:t>AI</a:t>
            </a:r>
            <a:r>
              <a:rPr lang="ja-JP" altLang="en-US" sz="1800">
                <a:solidFill>
                  <a:schemeClr val="tx1"/>
                </a:solidFill>
                <a:latin typeface="Meiryo UI"/>
                <a:ea typeface="Meiryo UI"/>
              </a:rPr>
              <a:t>時代︎”。　　 　　　技術革新とビジネス環境の変化により、</a:t>
            </a:r>
            <a:br>
              <a:rPr lang="en-US" altLang="ja-JP" sz="1800">
                <a:latin typeface="Meiryo UI"/>
                <a:ea typeface="Meiryo UI"/>
              </a:rPr>
            </a:br>
            <a:r>
              <a:rPr lang="ja-JP" altLang="en-US" sz="1800" b="1">
                <a:solidFill>
                  <a:schemeClr val="tx1"/>
                </a:solidFill>
                <a:latin typeface="Meiryo UI"/>
                <a:ea typeface="Meiryo UI"/>
              </a:rPr>
              <a:t>アジャイル開発とアジャイルな組織運営は「選択肢」ではなく「必須要件」</a:t>
            </a:r>
            <a:r>
              <a:rPr lang="ja-JP" altLang="en-US" sz="1800">
                <a:solidFill>
                  <a:schemeClr val="tx1"/>
                </a:solidFill>
                <a:latin typeface="Meiryo UI"/>
                <a:ea typeface="Meiryo UI"/>
              </a:rPr>
              <a:t>となりつつある。</a:t>
            </a:r>
            <a:endParaRPr lang="en-US" altLang="ja-JP" sz="1800">
              <a:solidFill>
                <a:schemeClr val="tx1"/>
              </a:solidFill>
              <a:latin typeface="Meiryo UI"/>
              <a:ea typeface="Meiryo UI"/>
            </a:endParaRPr>
          </a:p>
        </p:txBody>
      </p:sp>
      <p:sp>
        <p:nvSpPr>
          <p:cNvPr id="10" name="正方形/長方形 9">
            <a:extLst>
              <a:ext uri="{FF2B5EF4-FFF2-40B4-BE49-F238E27FC236}">
                <a16:creationId xmlns:a16="http://schemas.microsoft.com/office/drawing/2014/main" id="{3C49770F-B597-99E3-4C3F-7045D2CD7F66}"/>
              </a:ext>
            </a:extLst>
          </p:cNvPr>
          <p:cNvSpPr/>
          <p:nvPr/>
        </p:nvSpPr>
        <p:spPr>
          <a:xfrm>
            <a:off x="5217410" y="1284187"/>
            <a:ext cx="3685954" cy="122118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en-US" altLang="ja-JP" sz="1600" b="1" err="1">
                <a:solidFill>
                  <a:schemeClr val="tx1"/>
                </a:solidFill>
                <a:latin typeface="Meiryo UI"/>
                <a:ea typeface="Meiryo UI"/>
              </a:rPr>
              <a:t>私たちに求められる対応</a:t>
            </a:r>
            <a:endParaRPr lang="en-US"/>
          </a:p>
          <a:p>
            <a:pPr>
              <a:spcBef>
                <a:spcPts val="300"/>
              </a:spcBef>
            </a:pPr>
            <a:r>
              <a:rPr lang="ja-JP" altLang="en-US" sz="1400">
                <a:solidFill>
                  <a:schemeClr val="tx1"/>
                </a:solidFill>
                <a:latin typeface="Meiryo UI"/>
                <a:ea typeface="Meiryo UI"/>
              </a:rPr>
              <a:t>　　　・「計画」重視から「適応」重視へのシフト</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・曖昧なビジネス要件での</a:t>
            </a:r>
            <a:r>
              <a:rPr lang="en-US" altLang="ja-JP" sz="1400">
                <a:solidFill>
                  <a:schemeClr val="tx1"/>
                </a:solidFill>
                <a:latin typeface="Meiryo UI"/>
                <a:ea typeface="Meiryo UI"/>
              </a:rPr>
              <a:t>PoC</a:t>
            </a:r>
            <a:r>
              <a:rPr lang="ja-JP" altLang="en-US" sz="1400">
                <a:solidFill>
                  <a:schemeClr val="tx1"/>
                </a:solidFill>
                <a:latin typeface="Meiryo UI"/>
                <a:ea typeface="Meiryo UI"/>
              </a:rPr>
              <a:t>常態化</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・変化を前提とした組織構造改革</a:t>
            </a:r>
            <a:endParaRPr lang="en-US" altLang="ja-JP" sz="1400">
              <a:solidFill>
                <a:schemeClr val="tx1"/>
              </a:solidFill>
              <a:latin typeface="Meiryo UI"/>
              <a:ea typeface="Meiryo UI"/>
            </a:endParaRPr>
          </a:p>
        </p:txBody>
      </p:sp>
      <p:graphicFrame>
        <p:nvGraphicFramePr>
          <p:cNvPr id="5" name="図表 4">
            <a:extLst>
              <a:ext uri="{FF2B5EF4-FFF2-40B4-BE49-F238E27FC236}">
                <a16:creationId xmlns:a16="http://schemas.microsoft.com/office/drawing/2014/main" id="{568C2EC1-2D54-2A06-DA9B-C53499D00601}"/>
              </a:ext>
            </a:extLst>
          </p:cNvPr>
          <p:cNvGraphicFramePr/>
          <p:nvPr>
            <p:extLst>
              <p:ext uri="{D42A27DB-BD31-4B8C-83A1-F6EECF244321}">
                <p14:modId xmlns:p14="http://schemas.microsoft.com/office/powerpoint/2010/main" val="1612478362"/>
              </p:ext>
            </p:extLst>
          </p:nvPr>
        </p:nvGraphicFramePr>
        <p:xfrm>
          <a:off x="109024" y="2699784"/>
          <a:ext cx="8960659" cy="31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3" name="正方形/長方形 12">
            <a:extLst>
              <a:ext uri="{FF2B5EF4-FFF2-40B4-BE49-F238E27FC236}">
                <a16:creationId xmlns:a16="http://schemas.microsoft.com/office/drawing/2014/main" id="{9B5B5492-8B1D-8981-592B-5C34DC95A388}"/>
              </a:ext>
            </a:extLst>
          </p:cNvPr>
          <p:cNvSpPr/>
          <p:nvPr/>
        </p:nvSpPr>
        <p:spPr>
          <a:xfrm>
            <a:off x="164263" y="3010415"/>
            <a:ext cx="1537369" cy="181073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基幹システム</a:t>
            </a:r>
            <a:endParaRPr kumimoji="1" lang="en-US" altLang="ja-JP" sz="1400" b="1">
              <a:solidFill>
                <a:schemeClr val="tx1"/>
              </a:solidFill>
              <a:latin typeface="Meiryo UI" panose="020B0604030504040204" pitchFamily="50" charset="-128"/>
              <a:ea typeface="Meiryo UI" panose="020B0604030504040204" pitchFamily="50" charset="-128"/>
            </a:endParaRPr>
          </a:p>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中心の時代</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ERP</a:t>
            </a:r>
            <a:r>
              <a:rPr kumimoji="1" lang="ja-JP" altLang="en-US" sz="1200">
                <a:solidFill>
                  <a:schemeClr val="tx1"/>
                </a:solidFill>
                <a:latin typeface="Meiryo UI" panose="020B0604030504040204" pitchFamily="50" charset="-128"/>
                <a:ea typeface="Meiryo UI" panose="020B0604030504040204" pitchFamily="50" charset="-128"/>
              </a:rPr>
              <a:t>など大規模システム導入が主流</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lang="en-US" altLang="ja-JP" sz="1200">
                <a:solidFill>
                  <a:schemeClr val="tx1"/>
                </a:solidFill>
                <a:latin typeface="Meiryo UI" panose="020B0604030504040204" pitchFamily="50" charset="-128"/>
                <a:ea typeface="Meiryo UI" panose="020B0604030504040204" pitchFamily="50" charset="-128"/>
              </a:rPr>
              <a:t>WF</a:t>
            </a:r>
            <a:r>
              <a:rPr kumimoji="1" lang="ja-JP" altLang="en-US" sz="1200">
                <a:solidFill>
                  <a:schemeClr val="tx1"/>
                </a:solidFill>
                <a:latin typeface="Meiryo UI" panose="020B0604030504040204" pitchFamily="50" charset="-128"/>
                <a:ea typeface="Meiryo UI" panose="020B0604030504040204" pitchFamily="50" charset="-128"/>
              </a:rPr>
              <a:t>開発が前提</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u="sng">
                <a:solidFill>
                  <a:schemeClr val="tx1"/>
                </a:solidFill>
                <a:latin typeface="Meiryo UI" panose="020B0604030504040204" pitchFamily="50" charset="-128"/>
                <a:ea typeface="Meiryo UI" panose="020B0604030504040204" pitchFamily="50" charset="-128"/>
              </a:rPr>
              <a:t>アジャイル開発登場</a:t>
            </a:r>
            <a:br>
              <a:rPr kumimoji="1" lang="en-US" altLang="ja-JP" sz="1200" u="sng">
                <a:solidFill>
                  <a:schemeClr val="tx1"/>
                </a:solidFill>
                <a:latin typeface="Meiryo UI" panose="020B0604030504040204" pitchFamily="50" charset="-128"/>
                <a:ea typeface="Meiryo UI" panose="020B0604030504040204" pitchFamily="50" charset="-128"/>
              </a:rPr>
            </a:br>
            <a:r>
              <a:rPr lang="en-US" altLang="ja-JP" sz="1000">
                <a:solidFill>
                  <a:schemeClr val="tx1"/>
                </a:solidFill>
                <a:latin typeface="Meiryo UI" panose="020B0604030504040204" pitchFamily="50" charset="-128"/>
                <a:ea typeface="Meiryo UI" panose="020B0604030504040204" pitchFamily="50" charset="-128"/>
              </a:rPr>
              <a:t>(</a:t>
            </a:r>
            <a:r>
              <a:rPr kumimoji="1" lang="en-US" altLang="ja-JP" sz="1000">
                <a:solidFill>
                  <a:schemeClr val="tx1"/>
                </a:solidFill>
                <a:latin typeface="Meiryo UI" panose="020B0604030504040204" pitchFamily="50" charset="-128"/>
                <a:ea typeface="Meiryo UI" panose="020B0604030504040204" pitchFamily="50" charset="-128"/>
              </a:rPr>
              <a:t>2001</a:t>
            </a:r>
            <a:r>
              <a:rPr kumimoji="1" lang="ja-JP" altLang="en-US" sz="1000">
                <a:solidFill>
                  <a:schemeClr val="tx1"/>
                </a:solidFill>
                <a:latin typeface="Meiryo UI" panose="020B0604030504040204" pitchFamily="50" charset="-128"/>
                <a:ea typeface="Meiryo UI" panose="020B0604030504040204" pitchFamily="50" charset="-128"/>
              </a:rPr>
              <a:t>年</a:t>
            </a:r>
            <a:r>
              <a:rPr kumimoji="1" lang="en-US" altLang="ja-JP" sz="10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BECF08-C23E-5469-FAE7-0FB685F038AA}"/>
              </a:ext>
            </a:extLst>
          </p:cNvPr>
          <p:cNvSpPr/>
          <p:nvPr/>
        </p:nvSpPr>
        <p:spPr>
          <a:xfrm>
            <a:off x="1630353" y="3010415"/>
            <a:ext cx="2605109" cy="157456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クラウド・</a:t>
            </a:r>
            <a:r>
              <a:rPr kumimoji="1" lang="en-US" altLang="ja-JP" sz="1400" b="1">
                <a:solidFill>
                  <a:schemeClr val="tx1"/>
                </a:solidFill>
                <a:latin typeface="Meiryo UI" panose="020B0604030504040204" pitchFamily="50" charset="-128"/>
                <a:ea typeface="Meiryo UI" panose="020B0604030504040204" pitchFamily="50" charset="-128"/>
              </a:rPr>
              <a:t>DX</a:t>
            </a:r>
            <a:r>
              <a:rPr kumimoji="1" lang="ja-JP" altLang="en-US" sz="1400" b="1">
                <a:solidFill>
                  <a:schemeClr val="tx1"/>
                </a:solidFill>
                <a:latin typeface="Meiryo UI" panose="020B0604030504040204" pitchFamily="50" charset="-128"/>
                <a:ea typeface="Meiryo UI" panose="020B0604030504040204" pitchFamily="50" charset="-128"/>
              </a:rPr>
              <a:t>の進展</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クラウド普及により開発スピードが向上</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IT</a:t>
            </a:r>
            <a:r>
              <a:rPr kumimoji="1" lang="ja-JP" altLang="en-US" sz="1200">
                <a:solidFill>
                  <a:schemeClr val="tx1"/>
                </a:solidFill>
                <a:latin typeface="Meiryo UI" panose="020B0604030504040204" pitchFamily="50" charset="-128"/>
                <a:ea typeface="Meiryo UI" panose="020B0604030504040204" pitchFamily="50" charset="-128"/>
              </a:rPr>
              <a:t>が業務支援からビジネスの中心へ</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accent1"/>
                </a:solidFill>
                <a:latin typeface="Meiryo UI" panose="020B0604030504040204" pitchFamily="50" charset="-128"/>
                <a:ea typeface="Meiryo UI" panose="020B0604030504040204" pitchFamily="50" charset="-128"/>
              </a:rPr>
              <a:t>顧客ニーズの変化が加速し、継続的改善が重要に</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FDF36592-FFBE-FCC7-7C00-26E072EB4E45}"/>
              </a:ext>
            </a:extLst>
          </p:cNvPr>
          <p:cNvSpPr/>
          <p:nvPr/>
        </p:nvSpPr>
        <p:spPr>
          <a:xfrm>
            <a:off x="4166269" y="3001161"/>
            <a:ext cx="224058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生成</a:t>
            </a:r>
            <a:r>
              <a:rPr kumimoji="1" lang="en-US" altLang="ja-JP" sz="1400" b="1">
                <a:solidFill>
                  <a:schemeClr val="tx1"/>
                </a:solidFill>
                <a:latin typeface="Meiryo UI" panose="020B0604030504040204" pitchFamily="50" charset="-128"/>
                <a:ea typeface="Meiryo UI" panose="020B0604030504040204" pitchFamily="50" charset="-128"/>
              </a:rPr>
              <a:t>AI</a:t>
            </a:r>
            <a:r>
              <a:rPr kumimoji="1" lang="ja-JP" altLang="en-US" sz="1400" b="1">
                <a:solidFill>
                  <a:schemeClr val="tx1"/>
                </a:solidFill>
                <a:latin typeface="Meiryo UI" panose="020B0604030504040204" pitchFamily="50" charset="-128"/>
                <a:ea typeface="Meiryo UI" panose="020B0604030504040204" pitchFamily="50" charset="-128"/>
              </a:rPr>
              <a:t>による開発</a:t>
            </a:r>
            <a:r>
              <a:rPr lang="ja-JP" altLang="en-US" sz="1400" b="1">
                <a:solidFill>
                  <a:schemeClr val="tx1"/>
                </a:solidFill>
                <a:latin typeface="Meiryo UI" panose="020B0604030504040204" pitchFamily="50" charset="-128"/>
                <a:ea typeface="Meiryo UI" panose="020B0604030504040204" pitchFamily="50" charset="-128"/>
              </a:rPr>
              <a:t>革命</a:t>
            </a:r>
            <a:endParaRPr kumimoji="1" lang="en-US" altLang="ja-JP" sz="14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生成</a:t>
            </a:r>
            <a:r>
              <a:rPr kumimoji="1" lang="en-US" altLang="ja-JP" sz="1200">
                <a:solidFill>
                  <a:schemeClr val="tx1"/>
                </a:solidFill>
                <a:latin typeface="Meiryo UI" panose="020B0604030504040204" pitchFamily="50" charset="-128"/>
                <a:ea typeface="Meiryo UI" panose="020B0604030504040204" pitchFamily="50" charset="-128"/>
              </a:rPr>
              <a:t>AI</a:t>
            </a:r>
            <a:r>
              <a:rPr kumimoji="1" lang="ja-JP" altLang="en-US" sz="1200">
                <a:solidFill>
                  <a:schemeClr val="tx1"/>
                </a:solidFill>
                <a:latin typeface="Meiryo UI" panose="020B0604030504040204" pitchFamily="50" charset="-128"/>
                <a:ea typeface="Meiryo UI" panose="020B0604030504040204" pitchFamily="50" charset="-128"/>
              </a:rPr>
              <a:t>の一般化により開発・検証サイクルが劇的に短縮</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accent1"/>
                </a:solidFill>
                <a:latin typeface="Meiryo UI" panose="020B0604030504040204" pitchFamily="50" charset="-128"/>
                <a:ea typeface="Meiryo UI" panose="020B0604030504040204" pitchFamily="50" charset="-128"/>
              </a:rPr>
              <a:t>AI</a:t>
            </a:r>
            <a:r>
              <a:rPr kumimoji="1" lang="ja-JP" altLang="en-US" sz="1200">
                <a:solidFill>
                  <a:schemeClr val="accent1"/>
                </a:solidFill>
                <a:latin typeface="Meiryo UI" panose="020B0604030504040204" pitchFamily="50" charset="-128"/>
                <a:ea typeface="Meiryo UI" panose="020B0604030504040204" pitchFamily="50" charset="-128"/>
              </a:rPr>
              <a:t>機能を前提としたサービス開発が拡大</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0710AEF-4167-314C-94F0-F945231B42AA}"/>
              </a:ext>
            </a:extLst>
          </p:cNvPr>
          <p:cNvSpPr/>
          <p:nvPr/>
        </p:nvSpPr>
        <p:spPr>
          <a:xfrm>
            <a:off x="6376741" y="2997004"/>
            <a:ext cx="2686366"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ja-JP" altLang="en-US" sz="1400" b="1">
                <a:solidFill>
                  <a:schemeClr val="accent1"/>
                </a:solidFill>
                <a:latin typeface="Meiryo UI" panose="020B0604030504040204" pitchFamily="50" charset="-128"/>
                <a:ea typeface="Meiryo UI" panose="020B0604030504040204" pitchFamily="50" charset="-128"/>
              </a:rPr>
              <a:t>変化が常態化する時代</a:t>
            </a:r>
          </a:p>
          <a:p>
            <a:pPr marL="90170" indent="-90170" algn="l">
              <a:spcBef>
                <a:spcPts val="300"/>
              </a:spcBef>
              <a:buFont typeface="Arial" panose="020B0604020202020204" pitchFamily="34" charset="0"/>
              <a:buChar char="•"/>
            </a:pPr>
            <a:r>
              <a:rPr lang="en-US" altLang="ja-JP" sz="1200" err="1">
                <a:solidFill>
                  <a:schemeClr val="tx1"/>
                </a:solidFill>
                <a:latin typeface="Meiryo UI"/>
                <a:ea typeface="Meiryo UI"/>
              </a:rPr>
              <a:t>生成</a:t>
            </a:r>
            <a:r>
              <a:rPr kumimoji="1" lang="en-US" altLang="ja-JP" sz="1200" err="1">
                <a:solidFill>
                  <a:schemeClr val="tx1"/>
                </a:solidFill>
                <a:latin typeface="Meiryo UI"/>
                <a:ea typeface="Meiryo UI"/>
              </a:rPr>
              <a:t>AI</a:t>
            </a:r>
            <a:r>
              <a:rPr kumimoji="1" lang="ja-JP" altLang="en-US" sz="1200">
                <a:solidFill>
                  <a:schemeClr val="tx1"/>
                </a:solidFill>
                <a:latin typeface="Meiryo UI"/>
                <a:ea typeface="Meiryo UI"/>
              </a:rPr>
              <a:t>により開発の速さが前提条件に</a:t>
            </a:r>
            <a:endParaRPr lang="en-US" altLang="ja-JP" sz="1200">
              <a:solidFill>
                <a:schemeClr val="tx1"/>
              </a:solidFill>
              <a:latin typeface="Meiryo UI"/>
              <a:ea typeface="Meiryo UI"/>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要求・仕様は固定できず継続的に変化</a:t>
            </a:r>
            <a:endParaRPr lang="en-US" altLang="ja-JP" sz="1200">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a:ea typeface="Meiryo UI"/>
              </a:rPr>
              <a:t>小さく作り、試し、</a:t>
            </a:r>
            <a:r>
              <a:rPr lang="ja-JP" altLang="en-US" sz="1200">
                <a:solidFill>
                  <a:schemeClr val="tx1"/>
                </a:solidFill>
                <a:latin typeface="Meiryo UI"/>
                <a:ea typeface="Meiryo UI"/>
              </a:rPr>
              <a:t>反復する</a:t>
            </a:r>
            <a:r>
              <a:rPr kumimoji="1" lang="ja-JP" altLang="en-US" sz="1200">
                <a:solidFill>
                  <a:schemeClr val="tx1"/>
                </a:solidFill>
                <a:latin typeface="Meiryo UI"/>
                <a:ea typeface="Meiryo UI"/>
              </a:rPr>
              <a:t>開発が標準に</a:t>
            </a:r>
            <a:endParaRPr lang="en-US" altLang="ja-JP" sz="1400">
              <a:solidFill>
                <a:schemeClr val="tx1"/>
              </a:solidFill>
              <a:latin typeface="Meiryo UI"/>
              <a:ea typeface="Meiryo UI"/>
            </a:endParaRPr>
          </a:p>
        </p:txBody>
      </p:sp>
      <p:cxnSp>
        <p:nvCxnSpPr>
          <p:cNvPr id="14" name="コネクタ: カギ線 13">
            <a:extLst>
              <a:ext uri="{FF2B5EF4-FFF2-40B4-BE49-F238E27FC236}">
                <a16:creationId xmlns:a16="http://schemas.microsoft.com/office/drawing/2014/main" id="{8634F549-62ED-3B1A-84CD-903513DEB9DA}"/>
              </a:ext>
            </a:extLst>
          </p:cNvPr>
          <p:cNvCxnSpPr>
            <a:cxnSpLocks/>
            <a:stCxn id="23" idx="0"/>
            <a:endCxn id="18" idx="2"/>
          </p:cNvCxnSpPr>
          <p:nvPr/>
        </p:nvCxnSpPr>
        <p:spPr bwMode="auto">
          <a:xfrm rot="16200000" flipV="1">
            <a:off x="5571304" y="647828"/>
            <a:ext cx="571724" cy="3636122"/>
          </a:xfrm>
          <a:prstGeom prst="bentConnector3">
            <a:avLst>
              <a:gd name="adj1" fmla="val 26698"/>
            </a:avLst>
          </a:prstGeom>
          <a:solidFill>
            <a:schemeClr val="bg1"/>
          </a:solidFill>
          <a:ln w="57150" cap="flat" cmpd="sng" algn="ctr">
            <a:solidFill>
              <a:schemeClr val="accent1">
                <a:lumMod val="20000"/>
                <a:lumOff val="8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正方形/長方形 17">
            <a:extLst>
              <a:ext uri="{FF2B5EF4-FFF2-40B4-BE49-F238E27FC236}">
                <a16:creationId xmlns:a16="http://schemas.microsoft.com/office/drawing/2014/main" id="{CE2AF48B-40E2-F093-AF17-23E521A77004}"/>
              </a:ext>
            </a:extLst>
          </p:cNvPr>
          <p:cNvSpPr/>
          <p:nvPr/>
        </p:nvSpPr>
        <p:spPr bwMode="auto">
          <a:xfrm>
            <a:off x="3657600" y="168952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130D5950-AD91-727F-1D71-7978D671ECA8}"/>
              </a:ext>
            </a:extLst>
          </p:cNvPr>
          <p:cNvSpPr/>
          <p:nvPr/>
        </p:nvSpPr>
        <p:spPr bwMode="auto">
          <a:xfrm>
            <a:off x="7293722" y="275175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四角形: 角を丸くする 111">
            <a:extLst>
              <a:ext uri="{FF2B5EF4-FFF2-40B4-BE49-F238E27FC236}">
                <a16:creationId xmlns:a16="http://schemas.microsoft.com/office/drawing/2014/main" id="{85EF354C-28D5-A152-9881-D5488B2305DE}"/>
              </a:ext>
            </a:extLst>
          </p:cNvPr>
          <p:cNvSpPr/>
          <p:nvPr/>
        </p:nvSpPr>
        <p:spPr>
          <a:xfrm>
            <a:off x="109024" y="4552039"/>
            <a:ext cx="8960659" cy="392124"/>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ja-JP" altLang="en-US" sz="1800" b="1">
                <a:latin typeface="Meiryo UI"/>
                <a:ea typeface="Meiryo UI"/>
              </a:rPr>
              <a:t>アジャイルを「導入すべきか」の議論は終了し、「いかに組織全体へ展開するか」のフェーズに移行。</a:t>
            </a:r>
            <a:endParaRPr lang="en-US" altLang="ja-JP" sz="1800" b="1">
              <a:latin typeface="Meiryo UI"/>
              <a:ea typeface="Meiryo UI"/>
            </a:endParaRPr>
          </a:p>
        </p:txBody>
      </p:sp>
      <p:pic>
        <p:nvPicPr>
          <p:cNvPr id="86" name="Picture 85">
            <a:extLst>
              <a:ext uri="{FF2B5EF4-FFF2-40B4-BE49-F238E27FC236}">
                <a16:creationId xmlns:a16="http://schemas.microsoft.com/office/drawing/2014/main" id="{ACF50ECB-63D2-3664-554C-92FE04CEB54E}"/>
              </a:ext>
            </a:extLst>
          </p:cNvPr>
          <p:cNvPicPr>
            <a:picLocks noChangeAspect="1"/>
          </p:cNvPicPr>
          <p:nvPr/>
        </p:nvPicPr>
        <p:blipFill>
          <a:blip r:embed="rId11"/>
          <a:srcRect l="45464" t="-2770"/>
          <a:stretch>
            <a:fillRect/>
          </a:stretch>
        </p:blipFill>
        <p:spPr>
          <a:xfrm>
            <a:off x="2814077" y="148856"/>
            <a:ext cx="651344" cy="865277"/>
          </a:xfrm>
          <a:prstGeom prst="rect">
            <a:avLst/>
          </a:prstGeom>
        </p:spPr>
      </p:pic>
      <p:sp>
        <p:nvSpPr>
          <p:cNvPr id="44" name="正方形/長方形 9">
            <a:extLst>
              <a:ext uri="{FF2B5EF4-FFF2-40B4-BE49-F238E27FC236}">
                <a16:creationId xmlns:a16="http://schemas.microsoft.com/office/drawing/2014/main" id="{4389D102-26EA-E3CF-3593-DA7EE8044BEE}"/>
              </a:ext>
            </a:extLst>
          </p:cNvPr>
          <p:cNvSpPr/>
          <p:nvPr/>
        </p:nvSpPr>
        <p:spPr>
          <a:xfrm>
            <a:off x="343485" y="1294970"/>
            <a:ext cx="2596870" cy="1210402"/>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ja-JP" altLang="en-US" sz="1600" b="1" dirty="0">
                <a:solidFill>
                  <a:schemeClr val="tx1"/>
                </a:solidFill>
                <a:latin typeface="Meiryo UI"/>
                <a:ea typeface="Meiryo UI"/>
              </a:rPr>
              <a:t>外部環境の変化</a:t>
            </a:r>
            <a:endParaRPr lang="en-US" altLang="ja-JP" sz="1400" dirty="0">
              <a:solidFill>
                <a:schemeClr val="tx1"/>
              </a:solidFill>
              <a:latin typeface="Meiryo UI"/>
              <a:ea typeface="Meiryo UI"/>
            </a:endParaRPr>
          </a:p>
          <a:p>
            <a:pPr>
              <a:spcBef>
                <a:spcPts val="300"/>
              </a:spcBef>
            </a:pPr>
            <a:r>
              <a:rPr lang="en-US" sz="1400" dirty="0">
                <a:solidFill>
                  <a:schemeClr val="tx1"/>
                </a:solidFill>
                <a:latin typeface="Meiryo UI"/>
                <a:ea typeface="Meiryo UI"/>
              </a:rPr>
              <a:t>　　　・</a:t>
            </a:r>
            <a:r>
              <a:rPr lang="en-US" sz="1400" dirty="0" err="1">
                <a:solidFill>
                  <a:schemeClr val="tx1"/>
                </a:solidFill>
                <a:latin typeface="Meiryo UI"/>
                <a:ea typeface="Meiryo UI"/>
              </a:rPr>
              <a:t>不確実な市場動向</a:t>
            </a:r>
            <a:endParaRPr lang="ja-JP" alt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・生成</a:t>
            </a:r>
            <a:r>
              <a:rPr lang="en-US" sz="1400" dirty="0">
                <a:solidFill>
                  <a:schemeClr val="tx1"/>
                </a:solidFill>
                <a:latin typeface="Meiryo UI"/>
                <a:ea typeface="Meiryo UI"/>
              </a:rPr>
              <a:t>AI</a:t>
            </a:r>
            <a:r>
              <a:rPr lang="ja-JP" altLang="en-US" sz="1400" dirty="0">
                <a:solidFill>
                  <a:schemeClr val="tx1"/>
                </a:solidFill>
                <a:latin typeface="Meiryo UI"/>
                <a:ea typeface="Meiryo UI"/>
              </a:rPr>
              <a:t>による高速開発</a:t>
            </a:r>
            <a:endParaRPr 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・顧客ニーズの多様化</a:t>
            </a:r>
            <a:endParaRPr lang="en-US" dirty="0">
              <a:solidFill>
                <a:schemeClr val="tx1"/>
              </a:solidFill>
            </a:endParaRPr>
          </a:p>
        </p:txBody>
      </p:sp>
      <p:sp>
        <p:nvSpPr>
          <p:cNvPr id="6" name="テキスト ボックス 5">
            <a:extLst>
              <a:ext uri="{FF2B5EF4-FFF2-40B4-BE49-F238E27FC236}">
                <a16:creationId xmlns:a16="http://schemas.microsoft.com/office/drawing/2014/main" id="{05EBC461-9678-6B76-8223-2C8B5B5B30D2}"/>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１～２ページ程度</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（馬さん）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0422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A922-BC2C-6565-5E8A-148A6FCCAF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212C1-2EB3-9036-25DA-4A8E6734923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5C637C7-8127-B375-A2E6-EDA4979AF04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867DF830-DD41-165B-24CA-E52FD56ACCD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5</a:t>
            </a:fld>
            <a:endParaRPr lang="en-US" altLang="ja-JP">
              <a:solidFill>
                <a:srgbClr val="FFFFFF"/>
              </a:solidFill>
            </a:endParaRPr>
          </a:p>
        </p:txBody>
      </p:sp>
    </p:spTree>
    <p:extLst>
      <p:ext uri="{BB962C8B-B14F-4D97-AF65-F5344CB8AC3E}">
        <p14:creationId xmlns:p14="http://schemas.microsoft.com/office/powerpoint/2010/main" val="823472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E683-9F33-362A-013E-F21584A319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B56DFF-F25A-E067-55A6-D1FE4E9450A8}"/>
              </a:ext>
            </a:extLst>
          </p:cNvPr>
          <p:cNvGraphicFramePr>
            <a:graphicFrameLocks/>
          </p:cNvGraphicFramePr>
          <p:nvPr>
            <p:custDataLst>
              <p:tags r:id="rId1"/>
            </p:custDataLst>
            <p:extLst>
              <p:ext uri="{D42A27DB-BD31-4B8C-83A1-F6EECF244321}">
                <p14:modId xmlns:p14="http://schemas.microsoft.com/office/powerpoint/2010/main" val="286156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78" imgH="486" progId="TCLayout.ActiveDocument.1">
                  <p:embed/>
                </p:oleObj>
              </mc:Choice>
              <mc:Fallback>
                <p:oleObj name="think-cellスライド" r:id="rId4" imgW="478" imgH="486" progId="TCLayout.ActiveDocument.1">
                  <p:embed/>
                  <p:pic>
                    <p:nvPicPr>
                      <p:cNvPr id="5" name="think-cell data - do not delete" hidden="1">
                        <a:extLst>
                          <a:ext uri="{FF2B5EF4-FFF2-40B4-BE49-F238E27FC236}">
                            <a16:creationId xmlns:a16="http://schemas.microsoft.com/office/drawing/2014/main" id="{02B56DFF-F25A-E067-55A6-D1FE4E9450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150287DF-62EC-B652-6FFB-67128B02DBE0}"/>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6</a:t>
            </a:fld>
            <a:endParaRPr lang="en-US" altLang="ja-JP">
              <a:solidFill>
                <a:srgbClr val="FFFFFF"/>
              </a:solidFill>
            </a:endParaRPr>
          </a:p>
        </p:txBody>
      </p:sp>
      <p:sp>
        <p:nvSpPr>
          <p:cNvPr id="3" name="タイトル 2">
            <a:extLst>
              <a:ext uri="{FF2B5EF4-FFF2-40B4-BE49-F238E27FC236}">
                <a16:creationId xmlns:a16="http://schemas.microsoft.com/office/drawing/2014/main" id="{2FF11C97-A0C6-892C-4B18-E03E386E498A}"/>
              </a:ext>
            </a:extLst>
          </p:cNvPr>
          <p:cNvSpPr>
            <a:spLocks noGrp="1"/>
          </p:cNvSpPr>
          <p:nvPr>
            <p:ph type="title"/>
          </p:nvPr>
        </p:nvSpPr>
        <p:spPr/>
        <p:txBody>
          <a:bodyPr vert="horz" rIns="77916"/>
          <a:lstStyle/>
          <a:p>
            <a:r>
              <a:rPr lang="ja-JP" altLang="en-US">
                <a:latin typeface="Meiryo UI"/>
                <a:ea typeface="Meiryo UI"/>
              </a:rPr>
              <a:t>2.</a:t>
            </a:r>
            <a:r>
              <a:rPr lang="en-US" altLang="ja-JP">
                <a:latin typeface="Meiryo UI"/>
                <a:ea typeface="Meiryo UI"/>
              </a:rPr>
              <a:t> </a:t>
            </a:r>
            <a:r>
              <a:rPr lang="ja-JP" altLang="en-US">
                <a:latin typeface="Meiryo UI"/>
                <a:ea typeface="Meiryo UI"/>
              </a:rPr>
              <a:t>研究の目的 ～検証する仮説～</a:t>
            </a:r>
            <a:endParaRPr lang="en-US">
              <a:latin typeface="Meiryo UI"/>
              <a:ea typeface="Meiryo UI"/>
            </a:endParaRPr>
          </a:p>
        </p:txBody>
      </p:sp>
      <p:sp>
        <p:nvSpPr>
          <p:cNvPr id="4" name="正方形/長方形 3">
            <a:extLst>
              <a:ext uri="{FF2B5EF4-FFF2-40B4-BE49-F238E27FC236}">
                <a16:creationId xmlns:a16="http://schemas.microsoft.com/office/drawing/2014/main" id="{7FF48C40-2ACA-16A9-FA39-AA402A56C1E1}"/>
              </a:ext>
            </a:extLst>
          </p:cNvPr>
          <p:cNvSpPr/>
          <p:nvPr/>
        </p:nvSpPr>
        <p:spPr>
          <a:xfrm>
            <a:off x="56749" y="386344"/>
            <a:ext cx="9031463" cy="928007"/>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dirty="0">
                <a:solidFill>
                  <a:schemeClr val="tx1"/>
                </a:solidFill>
                <a:latin typeface="Meiryo UI"/>
                <a:ea typeface="Meiryo UI"/>
              </a:rPr>
              <a:t>本研究では、単一チームでのアジャイル開発導入にとどまらず、組織全体への文化浸透・活用に至るまでのステップアップ手段を探り、三菱</a:t>
            </a:r>
            <a:r>
              <a:rPr lang="en-US" altLang="ja-JP" sz="1800" dirty="0">
                <a:solidFill>
                  <a:schemeClr val="tx1"/>
                </a:solidFill>
                <a:latin typeface="Meiryo UI"/>
                <a:ea typeface="Meiryo UI"/>
              </a:rPr>
              <a:t>CC</a:t>
            </a:r>
            <a:r>
              <a:rPr lang="ja-JP" altLang="en-US" sz="1800" dirty="0">
                <a:solidFill>
                  <a:schemeClr val="tx1"/>
                </a:solidFill>
                <a:latin typeface="Meiryo UI"/>
                <a:ea typeface="Meiryo UI"/>
              </a:rPr>
              <a:t>研究会参加企業にとって再現性のある提言を導き出すことを目的とする。</a:t>
            </a:r>
            <a:endParaRPr lang="en-US" altLang="ja-JP" sz="1800" dirty="0">
              <a:solidFill>
                <a:schemeClr val="tx1"/>
              </a:solidFill>
              <a:latin typeface="Meiryo UI"/>
              <a:ea typeface="Meiryo UI"/>
            </a:endParaRPr>
          </a:p>
        </p:txBody>
      </p:sp>
      <p:sp>
        <p:nvSpPr>
          <p:cNvPr id="11" name="正方形/長方形 10">
            <a:extLst>
              <a:ext uri="{FF2B5EF4-FFF2-40B4-BE49-F238E27FC236}">
                <a16:creationId xmlns:a16="http://schemas.microsoft.com/office/drawing/2014/main" id="{EAA32C65-6221-F52E-FD71-8495FDEFED2E}"/>
              </a:ext>
            </a:extLst>
          </p:cNvPr>
          <p:cNvSpPr/>
          <p:nvPr/>
        </p:nvSpPr>
        <p:spPr bwMode="auto">
          <a:xfrm>
            <a:off x="300079" y="1718811"/>
            <a:ext cx="8574716" cy="597269"/>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600">
                <a:latin typeface="Meiryo UI"/>
                <a:ea typeface="Meiryo UI"/>
              </a:rPr>
              <a:t>・アジャイル運営の定着には</a:t>
            </a:r>
            <a:r>
              <a:rPr lang="ja-JP" altLang="en-US" sz="1600" b="1">
                <a:latin typeface="Meiryo UI"/>
                <a:ea typeface="Meiryo UI"/>
              </a:rPr>
              <a:t>「特定組織での成功→横展開」</a:t>
            </a:r>
            <a:r>
              <a:rPr lang="ja-JP" altLang="en-US" sz="1600">
                <a:latin typeface="Meiryo UI"/>
                <a:ea typeface="Meiryo UI"/>
              </a:rPr>
              <a:t>と</a:t>
            </a:r>
            <a:r>
              <a:rPr lang="ja-JP" altLang="en-US" sz="1600" b="1">
                <a:latin typeface="Meiryo UI"/>
                <a:ea typeface="Meiryo UI"/>
              </a:rPr>
              <a:t>「理想系の追求」</a:t>
            </a:r>
            <a:r>
              <a:rPr lang="ja-JP" altLang="en-US" sz="1600">
                <a:latin typeface="Meiryo UI"/>
                <a:ea typeface="Meiryo UI"/>
              </a:rPr>
              <a:t>が有効ではないか。</a:t>
            </a:r>
            <a:endParaRPr lang="en-US" altLang="ja-JP" sz="1600">
              <a:latin typeface="Meiryo UI"/>
              <a:ea typeface="Meiryo UI"/>
            </a:endParaRPr>
          </a:p>
          <a:p>
            <a:pPr algn="ctr" defTabSz="914400" fontAlgn="base">
              <a:spcBef>
                <a:spcPct val="0"/>
              </a:spcBef>
              <a:spcAft>
                <a:spcPct val="0"/>
              </a:spcAft>
            </a:pPr>
            <a:r>
              <a:rPr lang="ja-JP" altLang="en-US" sz="1600">
                <a:latin typeface="Meiryo UI"/>
                <a:ea typeface="Meiryo UI"/>
              </a:rPr>
              <a:t>・生成</a:t>
            </a:r>
            <a:r>
              <a:rPr lang="en-US" altLang="ja-JP" sz="1600">
                <a:latin typeface="Meiryo UI"/>
                <a:ea typeface="Meiryo UI"/>
              </a:rPr>
              <a:t>AI</a:t>
            </a:r>
            <a:r>
              <a:rPr lang="ja-JP" altLang="en-US" sz="1600">
                <a:latin typeface="Meiryo UI"/>
                <a:ea typeface="Meiryo UI"/>
              </a:rPr>
              <a:t>の普及は、従来の開発プロセスおよび人的役割の</a:t>
            </a:r>
            <a:r>
              <a:rPr lang="ja-JP" altLang="en-US" sz="1600" b="1">
                <a:latin typeface="Meiryo UI"/>
                <a:ea typeface="Meiryo UI"/>
              </a:rPr>
              <a:t>「変革」</a:t>
            </a:r>
            <a:r>
              <a:rPr lang="ja-JP" altLang="en-US" sz="1600">
                <a:latin typeface="Meiryo UI"/>
                <a:ea typeface="Meiryo UI"/>
              </a:rPr>
              <a:t>をもたらすのではないか。</a:t>
            </a:r>
            <a:endParaRPr lang="en-US" altLang="ja-JP" sz="1600">
              <a:latin typeface="Meiryo UI"/>
              <a:ea typeface="Meiryo UI"/>
            </a:endParaRPr>
          </a:p>
        </p:txBody>
      </p:sp>
      <p:sp>
        <p:nvSpPr>
          <p:cNvPr id="8" name="正方形/長方形 7">
            <a:extLst>
              <a:ext uri="{FF2B5EF4-FFF2-40B4-BE49-F238E27FC236}">
                <a16:creationId xmlns:a16="http://schemas.microsoft.com/office/drawing/2014/main" id="{590543FC-3681-ECDB-74D6-17456524A067}"/>
              </a:ext>
            </a:extLst>
          </p:cNvPr>
          <p:cNvSpPr/>
          <p:nvPr/>
        </p:nvSpPr>
        <p:spPr>
          <a:xfrm>
            <a:off x="299704" y="1413044"/>
            <a:ext cx="8575090" cy="305767"/>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algn="ctr">
              <a:spcBef>
                <a:spcPts val="300"/>
              </a:spcBef>
            </a:pPr>
            <a:r>
              <a:rPr lang="ja-JP" altLang="en-US" sz="1800" b="1">
                <a:solidFill>
                  <a:schemeClr val="bg1"/>
                </a:solidFill>
                <a:latin typeface="Meiryo UI"/>
                <a:ea typeface="Meiryo UI"/>
              </a:rPr>
              <a:t>検証仮説</a:t>
            </a:r>
            <a:endParaRPr lang="en-US" altLang="ja-JP" sz="1800" b="1">
              <a:solidFill>
                <a:schemeClr val="bg1"/>
              </a:solidFill>
              <a:latin typeface="Meiryo UI"/>
              <a:ea typeface="Meiryo UI"/>
            </a:endParaRPr>
          </a:p>
        </p:txBody>
      </p:sp>
      <p:grpSp>
        <p:nvGrpSpPr>
          <p:cNvPr id="21" name="グループ化 20">
            <a:extLst>
              <a:ext uri="{FF2B5EF4-FFF2-40B4-BE49-F238E27FC236}">
                <a16:creationId xmlns:a16="http://schemas.microsoft.com/office/drawing/2014/main" id="{9DC49EE3-E6C6-E6CA-CF58-07CFF641F675}"/>
              </a:ext>
            </a:extLst>
          </p:cNvPr>
          <p:cNvGrpSpPr/>
          <p:nvPr/>
        </p:nvGrpSpPr>
        <p:grpSpPr>
          <a:xfrm>
            <a:off x="324994" y="2760949"/>
            <a:ext cx="2736001" cy="2129888"/>
            <a:chOff x="324994" y="2480688"/>
            <a:chExt cx="2736001" cy="2129888"/>
          </a:xfrm>
        </p:grpSpPr>
        <p:sp>
          <p:nvSpPr>
            <p:cNvPr id="13" name="正方形/長方形 12">
              <a:extLst>
                <a:ext uri="{FF2B5EF4-FFF2-40B4-BE49-F238E27FC236}">
                  <a16:creationId xmlns:a16="http://schemas.microsoft.com/office/drawing/2014/main" id="{F967AD52-8CCD-A45B-6CC3-8156C90EA7D9}"/>
                </a:ext>
              </a:extLst>
            </p:cNvPr>
            <p:cNvSpPr/>
            <p:nvPr/>
          </p:nvSpPr>
          <p:spPr bwMode="auto">
            <a:xfrm>
              <a:off x="324995" y="2852199"/>
              <a:ext cx="2736000" cy="1758377"/>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：局所的な成功体験を組織全体へ展開するための障壁と乗り越え方</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ja-JP" altLang="en-US" sz="1600">
                  <a:latin typeface="Meiryo UI"/>
                  <a:ea typeface="Meiryo UI"/>
                </a:rPr>
                <a:t>アジャイル先進企業(</a:t>
              </a:r>
              <a:r>
                <a:rPr lang="en-US" altLang="ja-JP" sz="1600">
                  <a:latin typeface="Meiryo UI"/>
                  <a:ea typeface="Meiryo UI"/>
                </a:rPr>
                <a:t>8</a:t>
              </a:r>
              <a:r>
                <a:rPr lang="ja-JP" altLang="en-US" sz="1600">
                  <a:latin typeface="Meiryo UI"/>
                  <a:ea typeface="Meiryo UI"/>
                </a:rPr>
                <a:t>社)への</a:t>
              </a:r>
              <a:endParaRPr lang="en-US" altLang="ja-JP" sz="1600">
                <a:latin typeface="Meiryo UI"/>
                <a:ea typeface="Meiryo UI"/>
              </a:endParaRPr>
            </a:p>
            <a:p>
              <a:pPr defTabSz="718291">
                <a:spcAft>
                  <a:spcPct val="0"/>
                </a:spcAft>
              </a:pPr>
              <a:r>
                <a:rPr lang="ja-JP" altLang="en-US" sz="1600">
                  <a:latin typeface="Meiryo UI"/>
                  <a:ea typeface="Meiryo UI"/>
                </a:rPr>
                <a:t>ヒアリング・分析</a:t>
              </a:r>
              <a:endParaRPr lang="en-US" altLang="ja-JP" sz="1600">
                <a:latin typeface="Meiryo UI"/>
                <a:ea typeface="Meiryo UI"/>
              </a:endParaRPr>
            </a:p>
          </p:txBody>
        </p:sp>
        <p:sp>
          <p:nvSpPr>
            <p:cNvPr id="18" name="正方形/長方形 17">
              <a:extLst>
                <a:ext uri="{FF2B5EF4-FFF2-40B4-BE49-F238E27FC236}">
                  <a16:creationId xmlns:a16="http://schemas.microsoft.com/office/drawing/2014/main" id="{ADDF69F5-F394-A87F-ABDA-900938B99B1A}"/>
                </a:ext>
              </a:extLst>
            </p:cNvPr>
            <p:cNvSpPr/>
            <p:nvPr/>
          </p:nvSpPr>
          <p:spPr>
            <a:xfrm>
              <a:off x="324994" y="2480688"/>
              <a:ext cx="2735999"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1</a:t>
              </a:r>
              <a:r>
                <a:rPr lang="ja-JP" altLang="en-US" sz="1800" b="1">
                  <a:latin typeface="Meiryo UI"/>
                  <a:ea typeface="Meiryo UI"/>
                </a:rPr>
                <a:t>：拡大</a:t>
              </a:r>
              <a:r>
                <a:rPr lang="en-US" altLang="ja-JP" sz="1800" b="1">
                  <a:latin typeface="Meiryo UI"/>
                  <a:ea typeface="Meiryo UI"/>
                </a:rPr>
                <a:t>】</a:t>
              </a:r>
            </a:p>
          </p:txBody>
        </p:sp>
      </p:grpSp>
      <p:grpSp>
        <p:nvGrpSpPr>
          <p:cNvPr id="22" name="グループ化 21">
            <a:extLst>
              <a:ext uri="{FF2B5EF4-FFF2-40B4-BE49-F238E27FC236}">
                <a16:creationId xmlns:a16="http://schemas.microsoft.com/office/drawing/2014/main" id="{D6D446C0-EE4B-CE5C-103C-1F1123F51E9C}"/>
              </a:ext>
            </a:extLst>
          </p:cNvPr>
          <p:cNvGrpSpPr/>
          <p:nvPr/>
        </p:nvGrpSpPr>
        <p:grpSpPr>
          <a:xfrm>
            <a:off x="3247068" y="2760949"/>
            <a:ext cx="2736001" cy="2129887"/>
            <a:chOff x="3247068" y="2480688"/>
            <a:chExt cx="2736001" cy="2129887"/>
          </a:xfrm>
        </p:grpSpPr>
        <p:sp>
          <p:nvSpPr>
            <p:cNvPr id="16" name="正方形/長方形 15">
              <a:extLst>
                <a:ext uri="{FF2B5EF4-FFF2-40B4-BE49-F238E27FC236}">
                  <a16:creationId xmlns:a16="http://schemas.microsoft.com/office/drawing/2014/main" id="{376FFBE3-3FC4-D1DA-7323-AE428AA8AB37}"/>
                </a:ext>
              </a:extLst>
            </p:cNvPr>
            <p:cNvSpPr/>
            <p:nvPr/>
          </p:nvSpPr>
          <p:spPr bwMode="auto">
            <a:xfrm>
              <a:off x="3247069" y="2852200"/>
              <a:ext cx="2736000" cy="1758375"/>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：チーム単位の実践力・成熟度向上</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en-US" altLang="ja-JP" sz="1600">
                  <a:latin typeface="Meiryo UI"/>
                  <a:ea typeface="Meiryo UI"/>
                </a:rPr>
                <a:t>CC</a:t>
              </a:r>
              <a:r>
                <a:rPr lang="ja-JP" altLang="en-US" sz="1600">
                  <a:latin typeface="Meiryo UI"/>
                  <a:ea typeface="Meiryo UI"/>
                </a:rPr>
                <a:t>研参加企業等</a:t>
              </a:r>
              <a:r>
                <a:rPr lang="ja-JP" altLang="en-US" sz="1600">
                  <a:solidFill>
                    <a:prstClr val="black"/>
                  </a:solidFill>
                  <a:latin typeface="Meiryo UI"/>
                  <a:ea typeface="Meiryo UI"/>
                </a:rPr>
                <a:t>(</a:t>
              </a:r>
              <a:r>
                <a:rPr lang="en-US" altLang="ja-JP" sz="1600">
                  <a:solidFill>
                    <a:prstClr val="black"/>
                  </a:solidFill>
                  <a:latin typeface="Meiryo UI"/>
                  <a:ea typeface="Meiryo UI"/>
                </a:rPr>
                <a:t>15</a:t>
              </a:r>
              <a:r>
                <a:rPr lang="ja-JP" altLang="en-US" sz="1600">
                  <a:solidFill>
                    <a:prstClr val="black"/>
                  </a:solidFill>
                  <a:latin typeface="Meiryo UI"/>
                  <a:ea typeface="Meiryo UI"/>
                </a:rPr>
                <a:t>社</a:t>
              </a:r>
              <a:r>
                <a:rPr lang="en-US" altLang="ja-JP" sz="1600">
                  <a:solidFill>
                    <a:prstClr val="black"/>
                  </a:solidFill>
                  <a:latin typeface="Meiryo UI"/>
                  <a:ea typeface="Meiryo UI"/>
                </a:rPr>
                <a:t>41</a:t>
              </a:r>
              <a:r>
                <a:rPr lang="ja-JP" altLang="en-US" sz="1600">
                  <a:solidFill>
                    <a:prstClr val="black"/>
                  </a:solidFill>
                  <a:latin typeface="Meiryo UI"/>
                  <a:ea typeface="Meiryo UI"/>
                </a:rPr>
                <a:t>チーム)</a:t>
              </a:r>
              <a:r>
                <a:rPr lang="ja-JP" altLang="en-US" sz="1600">
                  <a:latin typeface="Meiryo UI"/>
                  <a:ea typeface="Meiryo UI"/>
                </a:rPr>
                <a:t>へのアジャイル成熟度アンケート・分析</a:t>
              </a:r>
            </a:p>
          </p:txBody>
        </p:sp>
        <p:sp>
          <p:nvSpPr>
            <p:cNvPr id="19" name="正方形/長方形 18">
              <a:extLst>
                <a:ext uri="{FF2B5EF4-FFF2-40B4-BE49-F238E27FC236}">
                  <a16:creationId xmlns:a16="http://schemas.microsoft.com/office/drawing/2014/main" id="{6688EC11-1273-B668-EF15-0F8223BE3F9A}"/>
                </a:ext>
              </a:extLst>
            </p:cNvPr>
            <p:cNvSpPr/>
            <p:nvPr/>
          </p:nvSpPr>
          <p:spPr>
            <a:xfrm>
              <a:off x="3247068" y="2480688"/>
              <a:ext cx="2736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2</a:t>
              </a:r>
              <a:r>
                <a:rPr lang="ja-JP" altLang="en-US" sz="1800" b="1">
                  <a:latin typeface="Meiryo UI"/>
                  <a:ea typeface="Meiryo UI"/>
                </a:rPr>
                <a:t>：深化高度化</a:t>
              </a:r>
              <a:r>
                <a:rPr lang="en-US" altLang="ja-JP" sz="1800" b="1">
                  <a:latin typeface="Meiryo UI"/>
                  <a:ea typeface="Meiryo UI"/>
                </a:rPr>
                <a:t>】</a:t>
              </a:r>
            </a:p>
          </p:txBody>
        </p:sp>
      </p:grpSp>
      <p:grpSp>
        <p:nvGrpSpPr>
          <p:cNvPr id="23" name="グループ化 22">
            <a:extLst>
              <a:ext uri="{FF2B5EF4-FFF2-40B4-BE49-F238E27FC236}">
                <a16:creationId xmlns:a16="http://schemas.microsoft.com/office/drawing/2014/main" id="{14D48F7E-3530-07A3-FD72-AA4DE05942D6}"/>
              </a:ext>
            </a:extLst>
          </p:cNvPr>
          <p:cNvGrpSpPr/>
          <p:nvPr/>
        </p:nvGrpSpPr>
        <p:grpSpPr>
          <a:xfrm>
            <a:off x="6169141" y="2760949"/>
            <a:ext cx="2736002" cy="2124229"/>
            <a:chOff x="6169141" y="2480688"/>
            <a:chExt cx="2736002" cy="2124229"/>
          </a:xfrm>
        </p:grpSpPr>
        <p:sp>
          <p:nvSpPr>
            <p:cNvPr id="17" name="正方形/長方形 16">
              <a:extLst>
                <a:ext uri="{FF2B5EF4-FFF2-40B4-BE49-F238E27FC236}">
                  <a16:creationId xmlns:a16="http://schemas.microsoft.com/office/drawing/2014/main" id="{67C8EBDA-33F2-D4C4-747B-0442AC70B707}"/>
                </a:ext>
              </a:extLst>
            </p:cNvPr>
            <p:cNvSpPr/>
            <p:nvPr/>
          </p:nvSpPr>
          <p:spPr bwMode="auto">
            <a:xfrm>
              <a:off x="6169143" y="2846542"/>
              <a:ext cx="2736000" cy="1758375"/>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a:t>
              </a:r>
              <a:r>
                <a:rPr lang="en-US" altLang="ja-JP" sz="1600">
                  <a:latin typeface="Meiryo UI"/>
                  <a:ea typeface="Meiryo UI"/>
                </a:rPr>
                <a:t>AI</a:t>
              </a:r>
              <a:r>
                <a:rPr lang="ja-JP" altLang="en-US" sz="1600">
                  <a:latin typeface="Meiryo UI"/>
                  <a:ea typeface="Meiryo UI"/>
                </a:rPr>
                <a:t>活用を前提とした、今後のアジャイル開発プロセス・従来ロールの再定義</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en-US" altLang="ja-JP" sz="1600">
                  <a:latin typeface="Meiryo UI"/>
                  <a:ea typeface="Meiryo UI"/>
                </a:rPr>
                <a:t>AI</a:t>
              </a:r>
              <a:r>
                <a:rPr lang="ja-JP" altLang="en-US" sz="1600">
                  <a:latin typeface="Meiryo UI"/>
                  <a:ea typeface="Meiryo UI"/>
                </a:rPr>
                <a:t>ツールを全面利用したアジャイル開発実践</a:t>
              </a:r>
              <a:endParaRPr lang="en-US" altLang="ja-JP" sz="1600">
                <a:latin typeface="Meiryo UI"/>
                <a:ea typeface="Meiryo UI"/>
              </a:endParaRPr>
            </a:p>
          </p:txBody>
        </p:sp>
        <p:sp>
          <p:nvSpPr>
            <p:cNvPr id="20" name="正方形/長方形 19">
              <a:extLst>
                <a:ext uri="{FF2B5EF4-FFF2-40B4-BE49-F238E27FC236}">
                  <a16:creationId xmlns:a16="http://schemas.microsoft.com/office/drawing/2014/main" id="{5CF8CD79-B058-5A4A-076D-A2CCB4C0DE3E}"/>
                </a:ext>
              </a:extLst>
            </p:cNvPr>
            <p:cNvSpPr/>
            <p:nvPr/>
          </p:nvSpPr>
          <p:spPr>
            <a:xfrm>
              <a:off x="6169141" y="2480688"/>
              <a:ext cx="2736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3</a:t>
              </a:r>
              <a:r>
                <a:rPr lang="ja-JP" altLang="en-US" sz="1800" b="1">
                  <a:latin typeface="Meiryo UI"/>
                  <a:ea typeface="Meiryo UI"/>
                </a:rPr>
                <a:t>：</a:t>
              </a:r>
              <a:r>
                <a:rPr lang="en-US" altLang="ja-JP" sz="1800" b="1">
                  <a:latin typeface="Meiryo UI"/>
                  <a:ea typeface="Meiryo UI"/>
                </a:rPr>
                <a:t>AI</a:t>
              </a:r>
              <a:r>
                <a:rPr lang="ja-JP" altLang="en-US" sz="1800" b="1">
                  <a:latin typeface="Meiryo UI"/>
                  <a:ea typeface="Meiryo UI"/>
                </a:rPr>
                <a:t>変革</a:t>
              </a:r>
              <a:r>
                <a:rPr lang="en-US" altLang="ja-JP" sz="1800" b="1">
                  <a:latin typeface="Meiryo UI"/>
                  <a:ea typeface="Meiryo UI"/>
                </a:rPr>
                <a:t>】</a:t>
              </a:r>
            </a:p>
          </p:txBody>
        </p:sp>
      </p:grpSp>
      <p:sp>
        <p:nvSpPr>
          <p:cNvPr id="24" name="二等辺三角形 23">
            <a:extLst>
              <a:ext uri="{FF2B5EF4-FFF2-40B4-BE49-F238E27FC236}">
                <a16:creationId xmlns:a16="http://schemas.microsoft.com/office/drawing/2014/main" id="{5B03ED13-78C3-4E63-9B8A-60EDE21F5CFD}"/>
              </a:ext>
            </a:extLst>
          </p:cNvPr>
          <p:cNvSpPr/>
          <p:nvPr/>
        </p:nvSpPr>
        <p:spPr bwMode="auto">
          <a:xfrm rot="10800000">
            <a:off x="2024319" y="2406976"/>
            <a:ext cx="5090457" cy="267568"/>
          </a:xfrm>
          <a:prstGeom prst="triangle">
            <a:avLst/>
          </a:prstGeom>
          <a:solidFill>
            <a:schemeClr val="bg1">
              <a:lumMod val="85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86316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72E9-3A4C-6E37-648B-A85A3E33C5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D89429-7FAA-C501-611C-DF119E1177F6}"/>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BA00D301-47FC-7C84-6FA6-2902940DE63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4037E824-A27E-B623-CB44-6C104962701E}"/>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7</a:t>
            </a:fld>
            <a:endParaRPr lang="en-US" altLang="ja-JP">
              <a:solidFill>
                <a:srgbClr val="FFFFFF"/>
              </a:solidFill>
            </a:endParaRPr>
          </a:p>
        </p:txBody>
      </p:sp>
    </p:spTree>
    <p:extLst>
      <p:ext uri="{BB962C8B-B14F-4D97-AF65-F5344CB8AC3E}">
        <p14:creationId xmlns:p14="http://schemas.microsoft.com/office/powerpoint/2010/main" val="409225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96F6-31BE-CB23-5958-14B5E1385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F00D44-F96E-5F83-38CF-09389D4C8410}"/>
              </a:ext>
            </a:extLst>
          </p:cNvPr>
          <p:cNvSpPr>
            <a:spLocks noGrp="1"/>
          </p:cNvSpPr>
          <p:nvPr>
            <p:ph type="title"/>
          </p:nvPr>
        </p:nvSpPr>
        <p:spPr>
          <a:xfrm>
            <a:off x="113386" y="14869"/>
            <a:ext cx="7281603" cy="316706"/>
          </a:xfrm>
        </p:spPr>
        <p:txBody>
          <a:bodyPr/>
          <a:lstStyle/>
          <a:p>
            <a:r>
              <a:rPr lang="en-US" altLang="ja-JP">
                <a:solidFill>
                  <a:srgbClr val="7F7F7F"/>
                </a:solidFill>
                <a:latin typeface="Meiryo UI"/>
                <a:ea typeface="Meiryo UI"/>
              </a:rPr>
              <a:t>3. </a:t>
            </a:r>
            <a:r>
              <a:rPr lang="ja-JP" altLang="en-US">
                <a:solidFill>
                  <a:srgbClr val="7F7F7F"/>
                </a:solidFill>
                <a:latin typeface="Meiryo UI"/>
                <a:ea typeface="Meiryo UI"/>
              </a:rPr>
              <a:t>体制</a:t>
            </a:r>
          </a:p>
        </p:txBody>
      </p:sp>
      <p:sp>
        <p:nvSpPr>
          <p:cNvPr id="5" name="Rectangle 12">
            <a:extLst>
              <a:ext uri="{FF2B5EF4-FFF2-40B4-BE49-F238E27FC236}">
                <a16:creationId xmlns:a16="http://schemas.microsoft.com/office/drawing/2014/main" id="{2B93692C-6344-2195-DEEB-A709C8E521F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8</a:t>
            </a:fld>
            <a:endParaRPr lang="en-US" altLang="ja-JP">
              <a:solidFill>
                <a:srgbClr val="FFFFFF"/>
              </a:solidFill>
            </a:endParaRPr>
          </a:p>
        </p:txBody>
      </p:sp>
      <p:sp>
        <p:nvSpPr>
          <p:cNvPr id="8" name="テキスト ボックス 7">
            <a:extLst>
              <a:ext uri="{FF2B5EF4-FFF2-40B4-BE49-F238E27FC236}">
                <a16:creationId xmlns:a16="http://schemas.microsoft.com/office/drawing/2014/main" id="{2EB57A3D-2B3C-231B-5451-E2954021DEAC}"/>
              </a:ext>
            </a:extLst>
          </p:cNvPr>
          <p:cNvSpPr txBox="1"/>
          <p:nvPr/>
        </p:nvSpPr>
        <p:spPr>
          <a:xfrm>
            <a:off x="8105207" y="4375488"/>
            <a:ext cx="1127070" cy="589261"/>
          </a:xfrm>
          <a:prstGeom prst="rect">
            <a:avLst/>
          </a:prstGeom>
          <a:noFill/>
        </p:spPr>
        <p:txBody>
          <a:bodyPr wrap="none" lIns="77916" tIns="38958" rIns="77916" bIns="38958" rtlCol="0" anchor="t">
            <a:noAutofit/>
          </a:bodyPr>
          <a:lstStyle/>
          <a:p>
            <a:r>
              <a:rPr kumimoji="1" lang="ja-JP" altLang="en-US" sz="1400">
                <a:latin typeface="Meiryo UI" panose="020B0604030504040204" pitchFamily="50" charset="-128"/>
                <a:ea typeface="Meiryo UI" panose="020B0604030504040204" pitchFamily="50" charset="-128"/>
                <a:cs typeface="Meiryo UI" panose="020B0604030504040204" pitchFamily="50" charset="-128"/>
              </a:rPr>
              <a:t>★は副主査</a:t>
            </a:r>
          </a:p>
          <a:p>
            <a:r>
              <a:rPr lang="ja-JP" altLang="en-US" sz="1400">
                <a:latin typeface="Meiryo UI"/>
                <a:ea typeface="Meiryo UI"/>
                <a:cs typeface="Meiryo UI" panose="020B0604030504040204" pitchFamily="50" charset="-128"/>
              </a:rPr>
              <a:t>()はチーム名</a:t>
            </a:r>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3" name="表 14">
            <a:extLst>
              <a:ext uri="{FF2B5EF4-FFF2-40B4-BE49-F238E27FC236}">
                <a16:creationId xmlns:a16="http://schemas.microsoft.com/office/drawing/2014/main" id="{EC18DF6F-C7CF-30A6-E70A-2906204D493A}"/>
              </a:ext>
            </a:extLst>
          </p:cNvPr>
          <p:cNvGraphicFramePr>
            <a:graphicFrameLocks noGrp="1"/>
          </p:cNvGraphicFramePr>
          <p:nvPr>
            <p:extLst>
              <p:ext uri="{D42A27DB-BD31-4B8C-83A1-F6EECF244321}">
                <p14:modId xmlns:p14="http://schemas.microsoft.com/office/powerpoint/2010/main" val="191391575"/>
              </p:ext>
            </p:extLst>
          </p:nvPr>
        </p:nvGraphicFramePr>
        <p:xfrm>
          <a:off x="112975" y="363017"/>
          <a:ext cx="4023360" cy="555061"/>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300181">
                <a:tc gridSpan="2">
                  <a:txBody>
                    <a:bodyPr/>
                    <a:lstStyle/>
                    <a:p>
                      <a:pPr>
                        <a:buNone/>
                      </a:pPr>
                      <a:r>
                        <a:rPr lang="en-US" altLang="ja-JP" sz="1200" b="1">
                          <a:latin typeface="Meiryo UI"/>
                        </a:rPr>
                        <a:t>主査</a:t>
                      </a:r>
                      <a:endParaRPr kumimoji="1" lang="en-US" altLang="ja-JP" sz="1200" b="1" err="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51633">
                <a:tc>
                  <a:txBody>
                    <a:bodyPr/>
                    <a:lstStyle/>
                    <a:p>
                      <a:pPr marL="0" lvl="0" indent="0" algn="l">
                        <a:lnSpc>
                          <a:spcPct val="100000"/>
                        </a:lnSpc>
                        <a:buNone/>
                      </a:pPr>
                      <a:r>
                        <a:rPr kumimoji="1" lang="ja-JP" altLang="en-US" sz="1200" b="0" i="0" u="none" strike="noStrike" kern="1200" noProof="0">
                          <a:solidFill>
                            <a:srgbClr val="000000"/>
                          </a:solidFill>
                          <a:latin typeface="Meiryo UI"/>
                          <a:ea typeface="Meiryo UI"/>
                          <a:cs typeface="+mn-cs"/>
                        </a:rPr>
                        <a:t>福島　直人</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6" name="表 14">
            <a:extLst>
              <a:ext uri="{FF2B5EF4-FFF2-40B4-BE49-F238E27FC236}">
                <a16:creationId xmlns:a16="http://schemas.microsoft.com/office/drawing/2014/main" id="{0DB2FBBA-AC43-1EDA-27A9-F7A42419EF30}"/>
              </a:ext>
            </a:extLst>
          </p:cNvPr>
          <p:cNvGraphicFramePr>
            <a:graphicFrameLocks noGrp="1"/>
          </p:cNvGraphicFramePr>
          <p:nvPr>
            <p:extLst>
              <p:ext uri="{D42A27DB-BD31-4B8C-83A1-F6EECF244321}">
                <p14:modId xmlns:p14="http://schemas.microsoft.com/office/powerpoint/2010/main" val="1457575815"/>
              </p:ext>
            </p:extLst>
          </p:nvPr>
        </p:nvGraphicFramePr>
        <p:xfrm>
          <a:off x="113092" y="972547"/>
          <a:ext cx="4023360" cy="1062813"/>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コーディネーター</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谷脇　正樹</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a:t>
                      </a:r>
                      <a:r>
                        <a:rPr kumimoji="1" lang="ja-JP" altLang="en-US" sz="1200" b="0" i="0" u="none" strike="noStrike" kern="1200" noProof="0">
                          <a:solidFill>
                            <a:srgbClr val="000000"/>
                          </a:solidFill>
                          <a:latin typeface="Meiryo UI"/>
                          <a:ea typeface="Meiryo UI"/>
                          <a:cs typeface="+mn-cs"/>
                        </a:rPr>
                        <a:t>海上日</a:t>
                      </a:r>
                      <a:r>
                        <a:rPr lang="ja-JP" sz="1200" b="0" i="0" u="none" strike="noStrike" noProof="0">
                          <a:solidFill>
                            <a:srgbClr val="000000"/>
                          </a:solidFill>
                          <a:latin typeface="Meiryo UI"/>
                          <a:ea typeface="Meiryo UI"/>
                        </a:rPr>
                        <a:t>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髙橋　博実</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357304374"/>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櫻井　豊明</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4176193427"/>
                  </a:ext>
                </a:extLst>
              </a:tr>
            </a:tbl>
          </a:graphicData>
        </a:graphic>
      </p:graphicFrame>
      <p:graphicFrame>
        <p:nvGraphicFramePr>
          <p:cNvPr id="9" name="表 14">
            <a:extLst>
              <a:ext uri="{FF2B5EF4-FFF2-40B4-BE49-F238E27FC236}">
                <a16:creationId xmlns:a16="http://schemas.microsoft.com/office/drawing/2014/main" id="{D0A2CC2F-E126-64DD-32A4-1C5F3361211B}"/>
              </a:ext>
            </a:extLst>
          </p:cNvPr>
          <p:cNvGraphicFramePr>
            <a:graphicFrameLocks noGrp="1"/>
          </p:cNvGraphicFramePr>
          <p:nvPr>
            <p:extLst>
              <p:ext uri="{D42A27DB-BD31-4B8C-83A1-F6EECF244321}">
                <p14:modId xmlns:p14="http://schemas.microsoft.com/office/powerpoint/2010/main" val="2977268359"/>
              </p:ext>
            </p:extLst>
          </p:nvPr>
        </p:nvGraphicFramePr>
        <p:xfrm>
          <a:off x="114040" y="2117766"/>
          <a:ext cx="4023359" cy="2847226"/>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分科会_拡大　（やる気/元気）</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平田　龍太郎</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ENEOSﾎｰﾙﾃﾞｨﾝｸﾞｽ株式会社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辻　隆嗣</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ｷﾘﾝﾎｰﾙﾃﾞｨﾝｸﾞｽ株式会社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小野　幹太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安井　七海</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三菱自動車工業株式会社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5614951"/>
                  </a:ext>
                </a:extLst>
              </a:tr>
              <a:tr h="255133">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上野　蒼太</a:t>
                      </a:r>
                      <a:r>
                        <a:rPr lang="ja-JP" altLang="en-US" sz="1200" b="0" i="0" u="none" strike="noStrike" noProof="0">
                          <a:solidFill>
                            <a:srgbClr val="000000"/>
                          </a:solidFill>
                          <a:latin typeface="Meiryo UI"/>
                          <a:ea typeface="Meiryo UI"/>
                        </a:rPr>
                        <a:t>★</a:t>
                      </a:r>
                      <a:endParaRPr lang="en-US" altLang="ja-JP" sz="1200" b="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三菱商事株式会社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鈴木　杏優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三菱ﾏﾃﾘｱﾙ株式会社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永水　俊雅</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中川　このみ</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877773790"/>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八木　彰之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明治安田ｼｽﾃﾑ･ﾃｸﾉﾛｼﾞｰ株式会社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4246577018"/>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安竹　彦馬</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14" name="表 14">
            <a:extLst>
              <a:ext uri="{FF2B5EF4-FFF2-40B4-BE49-F238E27FC236}">
                <a16:creationId xmlns:a16="http://schemas.microsoft.com/office/drawing/2014/main" id="{81CF28A4-EEDB-E592-71A3-5D2C5757D04E}"/>
              </a:ext>
            </a:extLst>
          </p:cNvPr>
          <p:cNvGraphicFramePr>
            <a:graphicFrameLocks noGrp="1"/>
          </p:cNvGraphicFramePr>
          <p:nvPr>
            <p:extLst>
              <p:ext uri="{D42A27DB-BD31-4B8C-83A1-F6EECF244321}">
                <p14:modId xmlns:p14="http://schemas.microsoft.com/office/powerpoint/2010/main" val="660344466"/>
              </p:ext>
            </p:extLst>
          </p:nvPr>
        </p:nvGraphicFramePr>
        <p:xfrm>
          <a:off x="4430621" y="3129533"/>
          <a:ext cx="4023359" cy="1825235"/>
        </p:xfrm>
        <a:graphic>
          <a:graphicData uri="http://schemas.openxmlformats.org/drawingml/2006/table">
            <a:tbl>
              <a:tblPr firstRow="1" bandRow="1">
                <a:tableStyleId>{2D5ABB26-0587-4C30-8999-92F81FD0307C}</a:tableStyleId>
              </a:tblPr>
              <a:tblGrid>
                <a:gridCol w="1371138">
                  <a:extLst>
                    <a:ext uri="{9D8B030D-6E8A-4147-A177-3AD203B41FA5}">
                      <a16:colId xmlns:a16="http://schemas.microsoft.com/office/drawing/2014/main" val="1243215657"/>
                    </a:ext>
                  </a:extLst>
                </a:gridCol>
                <a:gridCol w="2652221">
                  <a:extLst>
                    <a:ext uri="{9D8B030D-6E8A-4147-A177-3AD203B41FA5}">
                      <a16:colId xmlns:a16="http://schemas.microsoft.com/office/drawing/2014/main" val="817759694"/>
                    </a:ext>
                  </a:extLst>
                </a:gridCol>
              </a:tblGrid>
              <a:tr h="295955">
                <a:tc gridSpan="2">
                  <a:txBody>
                    <a:bodyPr/>
                    <a:lstStyle/>
                    <a:p>
                      <a:pPr>
                        <a:buNone/>
                      </a:pPr>
                      <a:r>
                        <a:rPr lang="en-US" altLang="ja-JP" sz="1200" b="1">
                          <a:latin typeface="Meiryo UI"/>
                        </a:rPr>
                        <a:t>分科会_AI変革　（</a:t>
                      </a:r>
                      <a:r>
                        <a:rPr lang="en-US" sz="1200" b="1" i="0">
                          <a:solidFill>
                            <a:srgbClr val="242424"/>
                          </a:solidFill>
                          <a:latin typeface="Meiryo UI"/>
                        </a:rPr>
                        <a:t>AgileForge</a:t>
                      </a:r>
                      <a:r>
                        <a:rPr lang="en-US" altLang="ja-JP" sz="1200" b="1">
                          <a:latin typeface="Meiryo UI"/>
                        </a:rPr>
                        <a:t>）</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遠藤　瞳</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小田　和弥</a:t>
                      </a:r>
                      <a:r>
                        <a:rPr lang="ja-JP" altLang="en-US" sz="1200" b="0" i="0" u="none" strike="noStrike" noProof="0">
                          <a:solidFill>
                            <a:srgbClr val="000000"/>
                          </a:solidFill>
                          <a:latin typeface="Meiryo UI"/>
                          <a:ea typeface="Meiryo UI"/>
                        </a:rPr>
                        <a:t>★</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310739657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桑野　陽介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三菱HCｷｬﾋﾟﾀﾙ株式会社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14819413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昌崎　良浩</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佐藤　慶彦</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株式会社三菱UFJ銀行</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荻野　純平</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a:t>
                      </a:r>
                      <a:r>
                        <a:rPr lang="ja-JP" altLang="en-US" sz="1200" b="0" i="0" u="none" strike="noStrike" noProof="0">
                          <a:solidFill>
                            <a:srgbClr val="000000"/>
                          </a:solidFill>
                          <a:latin typeface="Meiryo UI"/>
                          <a:ea typeface="Meiryo UI"/>
                        </a:rPr>
                        <a:t>ｼｽﾃﾑ･ﾃｸﾉﾛｼﾞｰ</a:t>
                      </a:r>
                      <a:r>
                        <a:rPr lang="ja-JP" sz="1200" b="0" i="0" u="none" strike="noStrike" noProof="0">
                          <a:solidFill>
                            <a:srgbClr val="000000"/>
                          </a:solidFill>
                          <a:latin typeface="Meiryo UI"/>
                          <a:ea typeface="Meiryo UI"/>
                        </a:rPr>
                        <a:t>株式会社</a:t>
                      </a:r>
                      <a:endParaRPr lang="ja-JP" altLang="en-US" sz="1200" b="0" i="0" u="none" strike="noStrike" noProof="0">
                        <a:solidFill>
                          <a:srgbClr val="000000"/>
                        </a:solidFill>
                        <a:latin typeface="Meiryo UI"/>
                        <a:ea typeface="Meiryo UI"/>
                      </a:endParaRPr>
                    </a:p>
                  </a:txBody>
                  <a:tcPr marT="36000" marB="36000">
                    <a:lnL w="0">
                      <a:noFill/>
                    </a:lnL>
                    <a:lnR w="0">
                      <a:noFill/>
                    </a:lnR>
                    <a:lnT w="0">
                      <a:noFill/>
                    </a:lnT>
                    <a:lnB w="0">
                      <a:noFill/>
                    </a:lnB>
                  </a:tcPr>
                </a:tc>
                <a:extLst>
                  <a:ext uri="{0D108BD9-81ED-4DB2-BD59-A6C34878D82A}">
                    <a16:rowId xmlns:a16="http://schemas.microsoft.com/office/drawing/2014/main" val="835167200"/>
                  </a:ext>
                </a:extLst>
              </a:tr>
            </a:tbl>
          </a:graphicData>
        </a:graphic>
      </p:graphicFrame>
      <p:graphicFrame>
        <p:nvGraphicFramePr>
          <p:cNvPr id="4" name="表 14">
            <a:extLst>
              <a:ext uri="{FF2B5EF4-FFF2-40B4-BE49-F238E27FC236}">
                <a16:creationId xmlns:a16="http://schemas.microsoft.com/office/drawing/2014/main" id="{1F099318-8408-F823-37D5-7532CD2FB5EF}"/>
              </a:ext>
            </a:extLst>
          </p:cNvPr>
          <p:cNvGraphicFramePr>
            <a:graphicFrameLocks noGrp="1"/>
          </p:cNvGraphicFramePr>
          <p:nvPr>
            <p:extLst>
              <p:ext uri="{D42A27DB-BD31-4B8C-83A1-F6EECF244321}">
                <p14:modId xmlns:p14="http://schemas.microsoft.com/office/powerpoint/2010/main" val="2493294245"/>
              </p:ext>
            </p:extLst>
          </p:nvPr>
        </p:nvGraphicFramePr>
        <p:xfrm>
          <a:off x="4432949" y="362444"/>
          <a:ext cx="4023359" cy="2592093"/>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lvl="0">
                        <a:buNone/>
                      </a:pPr>
                      <a:r>
                        <a:rPr lang="en-US" sz="1200" b="1" i="0" u="none" strike="noStrike" noProof="0">
                          <a:solidFill>
                            <a:srgbClr val="000000"/>
                          </a:solidFill>
                          <a:latin typeface="Meiryo UI"/>
                        </a:rPr>
                        <a:t>分科会_深化高度化　（アジャイル十字軍）</a:t>
                      </a:r>
                      <a:endParaRPr kumimoji="1" lang="en-US" sz="1200" b="1" i="0" u="none" strike="noStrike" noProof="0">
                        <a:solidFill>
                          <a:srgbClr val="000000"/>
                        </a:solidFill>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川又　聖史</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高橋　諒</a:t>
                      </a:r>
                      <a:endParaRPr lang="en-US" altLang="ja-JP"/>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三菱電機株式会社</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土屋　遼太郎</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網野　智仁</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9089044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小林　嵩</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三菱UFJﾄﾗｽﾄｼｽﾃﾑ株式会社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15561495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山脇　美結</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村上　淳★</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山田　翔太</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渡邊　雄一郎</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株式会社ﾛｰｿﾝ</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877773790"/>
                  </a:ext>
                </a:extLst>
              </a:tr>
            </a:tbl>
          </a:graphicData>
        </a:graphic>
      </p:graphicFrame>
      <p:sp>
        <p:nvSpPr>
          <p:cNvPr id="10" name="テキスト ボックス 9">
            <a:extLst>
              <a:ext uri="{FF2B5EF4-FFF2-40B4-BE49-F238E27FC236}">
                <a16:creationId xmlns:a16="http://schemas.microsoft.com/office/drawing/2014/main" id="{EBD26EAE-BB0C-E4DA-CE8D-78E40619E4E8}"/>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68256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9</a:t>
            </a:fld>
            <a:endParaRPr lang="en-US" altLang="ja-JP">
              <a:solidFill>
                <a:srgbClr val="FFFFFF"/>
              </a:solidFill>
            </a:endParaRPr>
          </a:p>
        </p:txBody>
      </p:sp>
    </p:spTree>
    <p:extLst>
      <p:ext uri="{BB962C8B-B14F-4D97-AF65-F5344CB8AC3E}">
        <p14:creationId xmlns:p14="http://schemas.microsoft.com/office/powerpoint/2010/main" val="1041134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D6806-3881-9677-A1AB-F52E812D2233}"/>
            </a:ext>
          </a:extLst>
        </p:cNvPr>
        <p:cNvGrpSpPr/>
        <p:nvPr/>
      </p:nvGrpSpPr>
      <p:grpSpPr>
        <a:xfrm>
          <a:off x="0" y="0"/>
          <a:ext cx="0" cy="0"/>
          <a:chOff x="0" y="0"/>
          <a:chExt cx="0" cy="0"/>
        </a:xfrm>
      </p:grpSpPr>
      <p:graphicFrame>
        <p:nvGraphicFramePr>
          <p:cNvPr id="24" name="表 23">
            <a:extLst>
              <a:ext uri="{FF2B5EF4-FFF2-40B4-BE49-F238E27FC236}">
                <a16:creationId xmlns:a16="http://schemas.microsoft.com/office/drawing/2014/main" id="{63EF7961-CB2C-FA8E-B7EF-9A5009CA7C46}"/>
              </a:ext>
            </a:extLst>
          </p:cNvPr>
          <p:cNvGraphicFramePr>
            <a:graphicFrameLocks noGrp="1"/>
          </p:cNvGraphicFramePr>
          <p:nvPr>
            <p:extLst>
              <p:ext uri="{D42A27DB-BD31-4B8C-83A1-F6EECF244321}">
                <p14:modId xmlns:p14="http://schemas.microsoft.com/office/powerpoint/2010/main" val="2176138887"/>
              </p:ext>
            </p:extLst>
          </p:nvPr>
        </p:nvGraphicFramePr>
        <p:xfrm>
          <a:off x="266401" y="1337169"/>
          <a:ext cx="8604693" cy="3355080"/>
        </p:xfrm>
        <a:graphic>
          <a:graphicData uri="http://schemas.openxmlformats.org/drawingml/2006/table">
            <a:tbl>
              <a:tblPr firstRow="1" bandRow="1">
                <a:tableStyleId>{93296810-A885-4BE3-A3E7-6D5BEEA58F35}</a:tableStyleId>
              </a:tblPr>
              <a:tblGrid>
                <a:gridCol w="1476693">
                  <a:extLst>
                    <a:ext uri="{9D8B030D-6E8A-4147-A177-3AD203B41FA5}">
                      <a16:colId xmlns:a16="http://schemas.microsoft.com/office/drawing/2014/main" val="3201149595"/>
                    </a:ext>
                  </a:extLst>
                </a:gridCol>
                <a:gridCol w="648000">
                  <a:extLst>
                    <a:ext uri="{9D8B030D-6E8A-4147-A177-3AD203B41FA5}">
                      <a16:colId xmlns:a16="http://schemas.microsoft.com/office/drawing/2014/main" val="3989599733"/>
                    </a:ext>
                  </a:extLst>
                </a:gridCol>
                <a:gridCol w="648000">
                  <a:extLst>
                    <a:ext uri="{9D8B030D-6E8A-4147-A177-3AD203B41FA5}">
                      <a16:colId xmlns:a16="http://schemas.microsoft.com/office/drawing/2014/main" val="2762766989"/>
                    </a:ext>
                  </a:extLst>
                </a:gridCol>
                <a:gridCol w="648000">
                  <a:extLst>
                    <a:ext uri="{9D8B030D-6E8A-4147-A177-3AD203B41FA5}">
                      <a16:colId xmlns:a16="http://schemas.microsoft.com/office/drawing/2014/main" val="3758623080"/>
                    </a:ext>
                  </a:extLst>
                </a:gridCol>
                <a:gridCol w="648000">
                  <a:extLst>
                    <a:ext uri="{9D8B030D-6E8A-4147-A177-3AD203B41FA5}">
                      <a16:colId xmlns:a16="http://schemas.microsoft.com/office/drawing/2014/main" val="631799153"/>
                    </a:ext>
                  </a:extLst>
                </a:gridCol>
                <a:gridCol w="648000">
                  <a:extLst>
                    <a:ext uri="{9D8B030D-6E8A-4147-A177-3AD203B41FA5}">
                      <a16:colId xmlns:a16="http://schemas.microsoft.com/office/drawing/2014/main" val="2001099361"/>
                    </a:ext>
                  </a:extLst>
                </a:gridCol>
                <a:gridCol w="648000">
                  <a:extLst>
                    <a:ext uri="{9D8B030D-6E8A-4147-A177-3AD203B41FA5}">
                      <a16:colId xmlns:a16="http://schemas.microsoft.com/office/drawing/2014/main" val="860281465"/>
                    </a:ext>
                  </a:extLst>
                </a:gridCol>
                <a:gridCol w="648000">
                  <a:extLst>
                    <a:ext uri="{9D8B030D-6E8A-4147-A177-3AD203B41FA5}">
                      <a16:colId xmlns:a16="http://schemas.microsoft.com/office/drawing/2014/main" val="3712145226"/>
                    </a:ext>
                  </a:extLst>
                </a:gridCol>
                <a:gridCol w="648000">
                  <a:extLst>
                    <a:ext uri="{9D8B030D-6E8A-4147-A177-3AD203B41FA5}">
                      <a16:colId xmlns:a16="http://schemas.microsoft.com/office/drawing/2014/main" val="3404431892"/>
                    </a:ext>
                  </a:extLst>
                </a:gridCol>
                <a:gridCol w="648000">
                  <a:extLst>
                    <a:ext uri="{9D8B030D-6E8A-4147-A177-3AD203B41FA5}">
                      <a16:colId xmlns:a16="http://schemas.microsoft.com/office/drawing/2014/main" val="3525961113"/>
                    </a:ext>
                  </a:extLst>
                </a:gridCol>
                <a:gridCol w="648000">
                  <a:extLst>
                    <a:ext uri="{9D8B030D-6E8A-4147-A177-3AD203B41FA5}">
                      <a16:colId xmlns:a16="http://schemas.microsoft.com/office/drawing/2014/main" val="1165446763"/>
                    </a:ext>
                  </a:extLst>
                </a:gridCol>
                <a:gridCol w="648000">
                  <a:extLst>
                    <a:ext uri="{9D8B030D-6E8A-4147-A177-3AD203B41FA5}">
                      <a16:colId xmlns:a16="http://schemas.microsoft.com/office/drawing/2014/main" val="3959755864"/>
                    </a:ext>
                  </a:extLst>
                </a:gridCol>
              </a:tblGrid>
              <a:tr h="432000">
                <a:tc>
                  <a:txBody>
                    <a:bodyPr/>
                    <a:lstStyle/>
                    <a:p>
                      <a:pPr algn="ctr"/>
                      <a:endParaRPr kumimoji="1" lang="ja-JP" altLang="en-US">
                        <a:solidFill>
                          <a:schemeClr val="tx1"/>
                        </a:solidFill>
                        <a:latin typeface="Meiryo UI"/>
                        <a:ea typeface="Meiryo UI"/>
                      </a:endParaRP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5</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6</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7</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8</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9</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10</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3</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extLst>
                  <a:ext uri="{0D108BD9-81ED-4DB2-BD59-A6C34878D82A}">
                    <a16:rowId xmlns:a16="http://schemas.microsoft.com/office/drawing/2014/main" val="2593806178"/>
                  </a:ext>
                </a:extLst>
              </a:tr>
              <a:tr h="712032">
                <a:tc>
                  <a:txBody>
                    <a:bodyPr/>
                    <a:lstStyle/>
                    <a:p>
                      <a:pPr lvl="0" algn="l">
                        <a:buNone/>
                      </a:pPr>
                      <a:r>
                        <a:rPr lang="ja-JP" altLang="en-US" sz="2000" b="0">
                          <a:latin typeface="Meiryo UI"/>
                          <a:ea typeface="Meiryo UI"/>
                        </a:rPr>
                        <a:t>イベント /</a:t>
                      </a:r>
                    </a:p>
                    <a:p>
                      <a:pPr lvl="0" algn="l">
                        <a:buNone/>
                      </a:pPr>
                      <a:r>
                        <a:rPr lang="ja-JP" altLang="en-US" sz="2000" b="0">
                          <a:latin typeface="Meiryo UI"/>
                          <a:ea typeface="Meiryo UI"/>
                        </a:rPr>
                        <a:t>スプリント</a:t>
                      </a:r>
                    </a:p>
                  </a:txBody>
                  <a:tcPr anchor="ct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extLst>
                  <a:ext uri="{0D108BD9-81ED-4DB2-BD59-A6C34878D82A}">
                    <a16:rowId xmlns:a16="http://schemas.microsoft.com/office/drawing/2014/main" val="1837537314"/>
                  </a:ext>
                </a:extLst>
              </a:tr>
              <a:tr h="712032">
                <a:tc>
                  <a:txBody>
                    <a:bodyPr/>
                    <a:lstStyle/>
                    <a:p>
                      <a:pPr algn="l"/>
                      <a:r>
                        <a:rPr lang="ja-JP" altLang="en-US" sz="2000" b="0">
                          <a:latin typeface="Meiryo UI"/>
                          <a:ea typeface="Meiryo UI"/>
                        </a:rPr>
                        <a:t>拡大</a:t>
                      </a:r>
                      <a:endParaRPr kumimoji="1" lang="ja-JP" altLang="en-US" sz="2000" b="0">
                        <a:latin typeface="Meiryo UI"/>
                        <a:ea typeface="Meiryo UI"/>
                      </a:endParaRPr>
                    </a:p>
                  </a:txBody>
                  <a:tcPr anchor="ct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extLst>
                  <a:ext uri="{0D108BD9-81ED-4DB2-BD59-A6C34878D82A}">
                    <a16:rowId xmlns:a16="http://schemas.microsoft.com/office/drawing/2014/main" val="3015313312"/>
                  </a:ext>
                </a:extLst>
              </a:tr>
              <a:tr h="749508">
                <a:tc>
                  <a:txBody>
                    <a:bodyPr/>
                    <a:lstStyle/>
                    <a:p>
                      <a:pPr lvl="0" algn="l">
                        <a:buNone/>
                      </a:pPr>
                      <a:r>
                        <a:rPr lang="ja-JP" altLang="en-US" sz="2000" b="0">
                          <a:latin typeface="Meiryo UI"/>
                          <a:ea typeface="Meiryo UI"/>
                        </a:rPr>
                        <a:t>深化高度化</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1443082704"/>
                  </a:ext>
                </a:extLst>
              </a:tr>
              <a:tr h="749508">
                <a:tc>
                  <a:txBody>
                    <a:bodyPr/>
                    <a:lstStyle/>
                    <a:p>
                      <a:pPr lvl="0" algn="l">
                        <a:buNone/>
                      </a:pPr>
                      <a:r>
                        <a:rPr lang="ja-JP" altLang="en-US" sz="2000" b="0">
                          <a:latin typeface="Meiryo UI"/>
                          <a:ea typeface="Meiryo UI"/>
                        </a:rPr>
                        <a:t>AI変革</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4287724322"/>
                  </a:ext>
                </a:extLst>
              </a:tr>
            </a:tbl>
          </a:graphicData>
        </a:graphic>
      </p:graphicFrame>
      <p:cxnSp>
        <p:nvCxnSpPr>
          <p:cNvPr id="26" name="直線コネクタ 25">
            <a:extLst>
              <a:ext uri="{FF2B5EF4-FFF2-40B4-BE49-F238E27FC236}">
                <a16:creationId xmlns:a16="http://schemas.microsoft.com/office/drawing/2014/main" id="{5D924768-52A3-CCC7-7D35-C38D47CC47BE}"/>
              </a:ext>
            </a:extLst>
          </p:cNvPr>
          <p:cNvCxnSpPr/>
          <p:nvPr/>
        </p:nvCxnSpPr>
        <p:spPr bwMode="auto">
          <a:xfrm flipH="1">
            <a:off x="5082547" y="2024128"/>
            <a:ext cx="14053" cy="268327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テキスト ボックス 27">
            <a:extLst>
              <a:ext uri="{FF2B5EF4-FFF2-40B4-BE49-F238E27FC236}">
                <a16:creationId xmlns:a16="http://schemas.microsoft.com/office/drawing/2014/main" id="{CD5637F7-B2A7-A3EF-4BAB-F06235D76ACE}"/>
              </a:ext>
            </a:extLst>
          </p:cNvPr>
          <p:cNvSpPr txBox="1"/>
          <p:nvPr/>
        </p:nvSpPr>
        <p:spPr>
          <a:xfrm>
            <a:off x="4708662" y="1789003"/>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中間報告</a:t>
            </a:r>
            <a:endParaRPr lang="en-US" altLang="ja-JP">
              <a:solidFill>
                <a:srgbClr val="44546A"/>
              </a:solidFill>
            </a:endParaRPr>
          </a:p>
        </p:txBody>
      </p:sp>
      <p:sp>
        <p:nvSpPr>
          <p:cNvPr id="30" name="テキスト ボックス 29">
            <a:extLst>
              <a:ext uri="{FF2B5EF4-FFF2-40B4-BE49-F238E27FC236}">
                <a16:creationId xmlns:a16="http://schemas.microsoft.com/office/drawing/2014/main" id="{2D831423-B65F-6F7E-540F-D0C7A796F4E0}"/>
              </a:ext>
            </a:extLst>
          </p:cNvPr>
          <p:cNvSpPr txBox="1"/>
          <p:nvPr/>
        </p:nvSpPr>
        <p:spPr>
          <a:xfrm>
            <a:off x="5570894" y="1787966"/>
            <a:ext cx="863679"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合宿</a:t>
            </a:r>
            <a:endParaRPr lang="en-US" altLang="ja-JP">
              <a:solidFill>
                <a:srgbClr val="44546A"/>
              </a:solidFill>
            </a:endParaRPr>
          </a:p>
        </p:txBody>
      </p:sp>
      <p:cxnSp>
        <p:nvCxnSpPr>
          <p:cNvPr id="35" name="直線コネクタ 34">
            <a:extLst>
              <a:ext uri="{FF2B5EF4-FFF2-40B4-BE49-F238E27FC236}">
                <a16:creationId xmlns:a16="http://schemas.microsoft.com/office/drawing/2014/main" id="{F986775A-A193-540B-64E1-D11EE8F93B7E}"/>
              </a:ext>
            </a:extLst>
          </p:cNvPr>
          <p:cNvCxnSpPr/>
          <p:nvPr/>
        </p:nvCxnSpPr>
        <p:spPr bwMode="auto">
          <a:xfrm flipH="1">
            <a:off x="8350128" y="2021901"/>
            <a:ext cx="18737" cy="269264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テキスト ボックス 7">
            <a:extLst>
              <a:ext uri="{FF2B5EF4-FFF2-40B4-BE49-F238E27FC236}">
                <a16:creationId xmlns:a16="http://schemas.microsoft.com/office/drawing/2014/main" id="{E16511C5-A4EE-C10C-4C49-E227E635EF08}"/>
              </a:ext>
            </a:extLst>
          </p:cNvPr>
          <p:cNvSpPr txBox="1"/>
          <p:nvPr/>
        </p:nvSpPr>
        <p:spPr>
          <a:xfrm>
            <a:off x="2743559" y="1820757"/>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lang="en-US" altLang="ja-JP">
              <a:solidFill>
                <a:srgbClr val="44546A"/>
              </a:solidFill>
            </a:endParaRPr>
          </a:p>
        </p:txBody>
      </p:sp>
      <p:sp>
        <p:nvSpPr>
          <p:cNvPr id="10" name="テキスト ボックス 9">
            <a:extLst>
              <a:ext uri="{FF2B5EF4-FFF2-40B4-BE49-F238E27FC236}">
                <a16:creationId xmlns:a16="http://schemas.microsoft.com/office/drawing/2014/main" id="{C0046302-064D-3562-3A76-CB759961F8A9}"/>
              </a:ext>
            </a:extLst>
          </p:cNvPr>
          <p:cNvSpPr txBox="1"/>
          <p:nvPr/>
        </p:nvSpPr>
        <p:spPr>
          <a:xfrm>
            <a:off x="7204145" y="1816073"/>
            <a:ext cx="719663" cy="468000"/>
          </a:xfrm>
          <a:prstGeom prst="rect">
            <a:avLst/>
          </a:prstGeom>
          <a:noFill/>
          <a:ln>
            <a:noFill/>
          </a:ln>
        </p:spPr>
        <p:txBody>
          <a:bodyPr wrap="none" lIns="77916" tIns="38958" rIns="77916" bIns="38958" rtlCol="0" anchor="t">
            <a:noAutofit/>
          </a:bodyPr>
          <a:lstStyle/>
          <a:p>
            <a:pPr algn="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kumimoji="1" lang="en-US" altLang="ja-JP" sz="1200" b="1">
              <a:solidFill>
                <a:srgbClr val="44546A"/>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タイトル 1">
            <a:extLst>
              <a:ext uri="{FF2B5EF4-FFF2-40B4-BE49-F238E27FC236}">
                <a16:creationId xmlns:a16="http://schemas.microsoft.com/office/drawing/2014/main" id="{67192B83-8C50-496B-BFCB-90F00DD06133}"/>
              </a:ext>
            </a:extLst>
          </p:cNvPr>
          <p:cNvSpPr>
            <a:spLocks noGrp="1"/>
          </p:cNvSpPr>
          <p:nvPr>
            <p:ph type="title"/>
          </p:nvPr>
        </p:nvSpPr>
        <p:spPr>
          <a:xfrm>
            <a:off x="113386" y="14869"/>
            <a:ext cx="7281603" cy="316706"/>
          </a:xfrm>
        </p:spPr>
        <p:txBody>
          <a:bodyPr/>
          <a:lstStyle/>
          <a:p>
            <a:r>
              <a:rPr lang="ja-JP" altLang="en-US" dirty="0">
                <a:solidFill>
                  <a:srgbClr val="7F7F7F"/>
                </a:solidFill>
                <a:latin typeface="Meiryo UI"/>
                <a:ea typeface="Meiryo UI"/>
              </a:rPr>
              <a:t>５</a:t>
            </a:r>
            <a:r>
              <a:rPr lang="en-US" altLang="ja-JP" dirty="0">
                <a:solidFill>
                  <a:srgbClr val="7F7F7F"/>
                </a:solidFill>
                <a:latin typeface="Meiryo UI"/>
                <a:ea typeface="Meiryo UI"/>
              </a:rPr>
              <a:t>. </a:t>
            </a:r>
            <a:r>
              <a:rPr lang="ja-JP" altLang="en-US" dirty="0">
                <a:solidFill>
                  <a:srgbClr val="7F7F7F"/>
                </a:solidFill>
                <a:latin typeface="Meiryo UI"/>
                <a:ea typeface="Meiryo UI"/>
              </a:rPr>
              <a:t>今後の活動計画</a:t>
            </a:r>
          </a:p>
        </p:txBody>
      </p:sp>
      <p:sp>
        <p:nvSpPr>
          <p:cNvPr id="37" name="矢印: 五方向 36">
            <a:extLst>
              <a:ext uri="{FF2B5EF4-FFF2-40B4-BE49-F238E27FC236}">
                <a16:creationId xmlns:a16="http://schemas.microsoft.com/office/drawing/2014/main" id="{69049471-B8EE-A563-1587-01F325C549CF}"/>
              </a:ext>
            </a:extLst>
          </p:cNvPr>
          <p:cNvSpPr/>
          <p:nvPr/>
        </p:nvSpPr>
        <p:spPr bwMode="auto">
          <a:xfrm>
            <a:off x="7269987" y="2581920"/>
            <a:ext cx="1082657" cy="2029358"/>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資料</a:t>
            </a:r>
            <a:endParaRPr kumimoji="1" lang="en-US" altLang="ja-JP"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作成</a:t>
            </a:r>
          </a:p>
        </p:txBody>
      </p:sp>
      <p:sp>
        <p:nvSpPr>
          <p:cNvPr id="42" name="矢印: 五方向 41">
            <a:extLst>
              <a:ext uri="{FF2B5EF4-FFF2-40B4-BE49-F238E27FC236}">
                <a16:creationId xmlns:a16="http://schemas.microsoft.com/office/drawing/2014/main" id="{3E0686D5-718A-1B08-B685-F946E8AF6A73}"/>
              </a:ext>
            </a:extLst>
          </p:cNvPr>
          <p:cNvSpPr/>
          <p:nvPr/>
        </p:nvSpPr>
        <p:spPr bwMode="auto">
          <a:xfrm>
            <a:off x="3778931" y="2577689"/>
            <a:ext cx="1201658" cy="539730"/>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事例調査</a:t>
            </a:r>
          </a:p>
        </p:txBody>
      </p:sp>
      <p:sp>
        <p:nvSpPr>
          <p:cNvPr id="5" name="矢印: 五方向 4">
            <a:extLst>
              <a:ext uri="{FF2B5EF4-FFF2-40B4-BE49-F238E27FC236}">
                <a16:creationId xmlns:a16="http://schemas.microsoft.com/office/drawing/2014/main" id="{A91FDA4D-43D0-CD1A-2F78-41AC297B4E48}"/>
              </a:ext>
            </a:extLst>
          </p:cNvPr>
          <p:cNvSpPr/>
          <p:nvPr/>
        </p:nvSpPr>
        <p:spPr bwMode="auto">
          <a:xfrm>
            <a:off x="1939205" y="2587649"/>
            <a:ext cx="1114218" cy="2005564"/>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テーマ選定</a:t>
            </a:r>
          </a:p>
          <a:p>
            <a:pPr defTabSz="914400">
              <a:spcBef>
                <a:spcPct val="0"/>
              </a:spcBef>
              <a:spcAft>
                <a:spcPct val="0"/>
              </a:spcAft>
            </a:pPr>
            <a:r>
              <a:rPr lang="ja-JP" altLang="en-US" sz="1400" b="1">
                <a:latin typeface="Meiryo UI"/>
                <a:ea typeface="Meiryo UI"/>
                <a:cs typeface="Meiryo UI" panose="020B0604030504040204" pitchFamily="50" charset="-128"/>
              </a:rPr>
              <a:t>（OST形式）</a:t>
            </a:r>
            <a:endParaRPr lang="ja-JP"/>
          </a:p>
        </p:txBody>
      </p:sp>
      <p:sp>
        <p:nvSpPr>
          <p:cNvPr id="13" name="テキスト ボックス 12">
            <a:extLst>
              <a:ext uri="{FF2B5EF4-FFF2-40B4-BE49-F238E27FC236}">
                <a16:creationId xmlns:a16="http://schemas.microsoft.com/office/drawing/2014/main" id="{45DB125F-D6D1-692D-76F7-1B992668032B}"/>
              </a:ext>
            </a:extLst>
          </p:cNvPr>
          <p:cNvSpPr txBox="1"/>
          <p:nvPr/>
        </p:nvSpPr>
        <p:spPr>
          <a:xfrm>
            <a:off x="288457" y="457125"/>
            <a:ext cx="8558981" cy="610838"/>
          </a:xfrm>
          <a:prstGeom prst="rect">
            <a:avLst/>
          </a:prstGeom>
          <a:noFill/>
        </p:spPr>
        <p:txBody>
          <a:bodyPr wrap="none" lIns="77916" tIns="38958" rIns="77916" bIns="38958" rtlCol="0" anchor="t">
            <a:noAutofit/>
          </a:bodyPr>
          <a:lstStyle/>
          <a:p>
            <a:r>
              <a:rPr kumimoji="1" lang="ja-JP" altLang="en-US" sz="1800">
                <a:latin typeface="Meiryo UI"/>
                <a:ea typeface="Meiryo UI"/>
                <a:cs typeface="Meiryo UI" panose="020B0604030504040204" pitchFamily="50" charset="-128"/>
              </a:rPr>
              <a:t>・</a:t>
            </a:r>
            <a:r>
              <a:rPr lang="ja-JP" sz="1800">
                <a:latin typeface="Meiryo UI"/>
                <a:ea typeface="Meiryo UI"/>
                <a:cs typeface="Meiryo UI" panose="020B0604030504040204" pitchFamily="50" charset="-128"/>
              </a:rPr>
              <a:t>アジャイルプラクティスに則り</a:t>
            </a:r>
            <a:r>
              <a:rPr lang="ja-JP" sz="1800" b="1">
                <a:latin typeface="Meiryo UI"/>
                <a:ea typeface="Meiryo UI"/>
                <a:cs typeface="Meiryo UI" panose="020B0604030504040204" pitchFamily="50" charset="-128"/>
              </a:rPr>
              <a:t>スプリント運営</a:t>
            </a:r>
            <a:r>
              <a:rPr lang="en-US" altLang="ja-JP" sz="1800" b="1">
                <a:latin typeface="Meiryo UI"/>
                <a:ea typeface="Meiryo UI"/>
                <a:cs typeface="Meiryo UI" panose="020B0604030504040204" pitchFamily="50" charset="-128"/>
              </a:rPr>
              <a:t>(1SP/1ヶ月)</a:t>
            </a:r>
            <a:r>
              <a:rPr lang="ja-JP" sz="1800">
                <a:latin typeface="Meiryo UI"/>
                <a:ea typeface="Meiryo UI"/>
                <a:cs typeface="Meiryo UI" panose="020B0604030504040204" pitchFamily="50" charset="-128"/>
              </a:rPr>
              <a:t>を導入。</a:t>
            </a:r>
            <a:endParaRPr lang="ja-JP" altLang="en-US" sz="1800">
              <a:latin typeface="Meiryo UI"/>
              <a:ea typeface="Meiryo UI"/>
              <a:cs typeface="Meiryo UI" panose="020B0604030504040204" pitchFamily="50" charset="-128"/>
            </a:endParaRPr>
          </a:p>
          <a:p>
            <a:r>
              <a:rPr lang="ja-JP" altLang="en-US" sz="1800">
                <a:latin typeface="Meiryo UI"/>
                <a:ea typeface="Meiryo UI"/>
                <a:cs typeface="Meiryo UI" panose="020B0604030504040204" pitchFamily="50" charset="-128"/>
              </a:rPr>
              <a:t>・スプリント毎に活動プランニングやゴール設定、到達レビュー、振り返り改善をサイクル実施。</a:t>
            </a:r>
            <a:endParaRPr lang="ja-JP" sz="1800">
              <a:latin typeface="Meiryo UI"/>
              <a:ea typeface="Meiryo UI"/>
              <a:cs typeface="Meiryo UI" panose="020B0604030504040204" pitchFamily="50" charset="-128"/>
            </a:endParaRPr>
          </a:p>
        </p:txBody>
      </p:sp>
      <p:sp>
        <p:nvSpPr>
          <p:cNvPr id="4" name="Rectangle 12">
            <a:extLst>
              <a:ext uri="{FF2B5EF4-FFF2-40B4-BE49-F238E27FC236}">
                <a16:creationId xmlns:a16="http://schemas.microsoft.com/office/drawing/2014/main" id="{CD8C4193-0230-A3B7-4C08-58046D1C24D5}"/>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10</a:t>
            </a:fld>
            <a:endParaRPr lang="en-US" altLang="ja-JP">
              <a:solidFill>
                <a:srgbClr val="FFFFFF"/>
              </a:solidFill>
            </a:endParaRPr>
          </a:p>
        </p:txBody>
      </p:sp>
      <p:sp>
        <p:nvSpPr>
          <p:cNvPr id="6" name="テキスト ボックス 27">
            <a:extLst>
              <a:ext uri="{FF2B5EF4-FFF2-40B4-BE49-F238E27FC236}">
                <a16:creationId xmlns:a16="http://schemas.microsoft.com/office/drawing/2014/main" id="{606F6E3D-C4E2-CA54-1C1D-93E694D47844}"/>
              </a:ext>
            </a:extLst>
          </p:cNvPr>
          <p:cNvSpPr txBox="1"/>
          <p:nvPr/>
        </p:nvSpPr>
        <p:spPr>
          <a:xfrm>
            <a:off x="8011182" y="1803056"/>
            <a:ext cx="719663"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a:ea typeface="Meiryo UI"/>
                <a:cs typeface="Meiryo UI" panose="020B0604030504040204" pitchFamily="50" charset="-128"/>
              </a:rPr>
              <a:t>最終</a:t>
            </a:r>
            <a:r>
              <a:rPr kumimoji="1" lang="ja-JP" altLang="en-US" sz="1200" b="1">
                <a:solidFill>
                  <a:srgbClr val="44546A"/>
                </a:solidFill>
                <a:latin typeface="Meiryo UI"/>
                <a:ea typeface="Meiryo UI"/>
                <a:cs typeface="Meiryo UI" panose="020B0604030504040204" pitchFamily="50" charset="-128"/>
              </a:rPr>
              <a:t>報告</a:t>
            </a:r>
            <a:endParaRPr lang="en-US" altLang="ja-JP">
              <a:solidFill>
                <a:srgbClr val="44546A"/>
              </a:solidFill>
              <a:latin typeface="Meiryo UI"/>
              <a:ea typeface="Meiryo UI"/>
            </a:endParaRPr>
          </a:p>
        </p:txBody>
      </p:sp>
      <p:sp>
        <p:nvSpPr>
          <p:cNvPr id="16" name="矢印: 五方向 9">
            <a:extLst>
              <a:ext uri="{FF2B5EF4-FFF2-40B4-BE49-F238E27FC236}">
                <a16:creationId xmlns:a16="http://schemas.microsoft.com/office/drawing/2014/main" id="{25D8757A-1BFA-8912-39E9-77918BCD8F92}"/>
              </a:ext>
            </a:extLst>
          </p:cNvPr>
          <p:cNvSpPr/>
          <p:nvPr/>
        </p:nvSpPr>
        <p:spPr>
          <a:xfrm>
            <a:off x="3735491" y="2110615"/>
            <a:ext cx="626681" cy="3669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chemeClr val="tx1"/>
                </a:solidFill>
                <a:latin typeface="Meiryo UI"/>
                <a:ea typeface="Meiryo UI"/>
              </a:rPr>
              <a:t>SP0</a:t>
            </a:r>
            <a:endParaRPr lang="ja-JP" altLang="en-US" sz="1200" b="1" i="0" u="none" strike="noStrike" kern="0" cap="none" spc="100" normalizeH="0" baseline="0" noProof="0">
              <a:ln>
                <a:noFill/>
              </a:ln>
              <a:solidFill>
                <a:schemeClr val="tx1"/>
              </a:solidFill>
              <a:effectLst/>
              <a:uLnTx/>
              <a:uFillTx/>
              <a:latin typeface="Meiryo UI"/>
              <a:ea typeface="Meiryo UI"/>
            </a:endParaRPr>
          </a:p>
        </p:txBody>
      </p:sp>
      <p:sp>
        <p:nvSpPr>
          <p:cNvPr id="18" name="矢印: 五方向 9">
            <a:extLst>
              <a:ext uri="{FF2B5EF4-FFF2-40B4-BE49-F238E27FC236}">
                <a16:creationId xmlns:a16="http://schemas.microsoft.com/office/drawing/2014/main" id="{9A58E431-0C0E-5D05-4118-59B39C8BDE9B}"/>
              </a:ext>
            </a:extLst>
          </p:cNvPr>
          <p:cNvSpPr/>
          <p:nvPr/>
        </p:nvSpPr>
        <p:spPr>
          <a:xfrm>
            <a:off x="4362955" y="2134036"/>
            <a:ext cx="623323" cy="330230"/>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SP1</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0" name="矢印: 五方向 9">
            <a:extLst>
              <a:ext uri="{FF2B5EF4-FFF2-40B4-BE49-F238E27FC236}">
                <a16:creationId xmlns:a16="http://schemas.microsoft.com/office/drawing/2014/main" id="{FEEAA8B3-D0E5-2EA3-C3EA-B95EB45E7C79}"/>
              </a:ext>
            </a:extLst>
          </p:cNvPr>
          <p:cNvSpPr/>
          <p:nvPr/>
        </p:nvSpPr>
        <p:spPr>
          <a:xfrm>
            <a:off x="5126265" y="2134035"/>
            <a:ext cx="542198" cy="33528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SP2</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2" name="矢印: 五方向 9">
            <a:extLst>
              <a:ext uri="{FF2B5EF4-FFF2-40B4-BE49-F238E27FC236}">
                <a16:creationId xmlns:a16="http://schemas.microsoft.com/office/drawing/2014/main" id="{51FEBE46-0A39-6351-6535-293000D325C4}"/>
              </a:ext>
            </a:extLst>
          </p:cNvPr>
          <p:cNvSpPr/>
          <p:nvPr/>
        </p:nvSpPr>
        <p:spPr>
          <a:xfrm>
            <a:off x="5669247" y="2125040"/>
            <a:ext cx="404191" cy="3298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SP3</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39" name="矢印: 五方向 9">
            <a:extLst>
              <a:ext uri="{FF2B5EF4-FFF2-40B4-BE49-F238E27FC236}">
                <a16:creationId xmlns:a16="http://schemas.microsoft.com/office/drawing/2014/main" id="{A48D18FA-DFEB-AB65-0466-EA2C368CB530}"/>
              </a:ext>
            </a:extLst>
          </p:cNvPr>
          <p:cNvSpPr/>
          <p:nvPr/>
        </p:nvSpPr>
        <p:spPr>
          <a:xfrm>
            <a:off x="6603145" y="2119237"/>
            <a:ext cx="571049" cy="350086"/>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SP5</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41" name="矢印: 五方向 9">
            <a:extLst>
              <a:ext uri="{FF2B5EF4-FFF2-40B4-BE49-F238E27FC236}">
                <a16:creationId xmlns:a16="http://schemas.microsoft.com/office/drawing/2014/main" id="{BC5BFF2F-05D9-91CF-AA07-054EF80B49C9}"/>
              </a:ext>
            </a:extLst>
          </p:cNvPr>
          <p:cNvSpPr/>
          <p:nvPr/>
        </p:nvSpPr>
        <p:spPr>
          <a:xfrm>
            <a:off x="6087901" y="2115298"/>
            <a:ext cx="514836" cy="345402"/>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SP4</a:t>
            </a:r>
            <a:endParaRPr lang="en-US" altLang="ja-JP"/>
          </a:p>
        </p:txBody>
      </p:sp>
      <p:sp>
        <p:nvSpPr>
          <p:cNvPr id="14" name="矢印: 五方向 41">
            <a:extLst>
              <a:ext uri="{FF2B5EF4-FFF2-40B4-BE49-F238E27FC236}">
                <a16:creationId xmlns:a16="http://schemas.microsoft.com/office/drawing/2014/main" id="{616E407D-475A-2CB4-4D1A-206C8AD23511}"/>
              </a:ext>
            </a:extLst>
          </p:cNvPr>
          <p:cNvSpPr/>
          <p:nvPr/>
        </p:nvSpPr>
        <p:spPr bwMode="auto">
          <a:xfrm>
            <a:off x="3783614" y="3270984"/>
            <a:ext cx="227439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アンケート準備・設問検討</a:t>
            </a:r>
            <a:endParaRPr lang="ja-JP" altLang="en-US" sz="14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矢印: 五方向 41">
            <a:extLst>
              <a:ext uri="{FF2B5EF4-FFF2-40B4-BE49-F238E27FC236}">
                <a16:creationId xmlns:a16="http://schemas.microsoft.com/office/drawing/2014/main" id="{80C3DEFC-4423-75A2-EA10-75CD380219CE}"/>
              </a:ext>
            </a:extLst>
          </p:cNvPr>
          <p:cNvSpPr/>
          <p:nvPr/>
        </p:nvSpPr>
        <p:spPr bwMode="auto">
          <a:xfrm>
            <a:off x="3788298" y="4011123"/>
            <a:ext cx="1295348"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動向調査</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7" name="矢印: 五方向 41">
            <a:extLst>
              <a:ext uri="{FF2B5EF4-FFF2-40B4-BE49-F238E27FC236}">
                <a16:creationId xmlns:a16="http://schemas.microsoft.com/office/drawing/2014/main" id="{01FB34DB-22EF-6BAB-827D-2E4099E99652}"/>
              </a:ext>
            </a:extLst>
          </p:cNvPr>
          <p:cNvSpPr/>
          <p:nvPr/>
        </p:nvSpPr>
        <p:spPr bwMode="auto">
          <a:xfrm>
            <a:off x="5123360" y="4011123"/>
            <a:ext cx="2124491"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AI導入検証</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9" name="矢印: 五方向 41">
            <a:extLst>
              <a:ext uri="{FF2B5EF4-FFF2-40B4-BE49-F238E27FC236}">
                <a16:creationId xmlns:a16="http://schemas.microsoft.com/office/drawing/2014/main" id="{C4066E69-AD25-24A7-CBAB-2F5A3AB95047}"/>
              </a:ext>
            </a:extLst>
          </p:cNvPr>
          <p:cNvSpPr/>
          <p:nvPr/>
        </p:nvSpPr>
        <p:spPr bwMode="auto">
          <a:xfrm>
            <a:off x="5128044" y="4292188"/>
            <a:ext cx="667635" cy="328932"/>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a:latin typeface="Meiryo UI"/>
                <a:ea typeface="Meiryo UI"/>
                <a:cs typeface="Meiryo UI" panose="020B0604030504040204" pitchFamily="50" charset="-128"/>
              </a:rPr>
              <a:t>準備</a:t>
            </a:r>
            <a:endParaRPr lang="ja-JP" altLang="en-US" sz="1400" i="0" u="none" strike="noStrike" cap="none" normalizeH="0" baseline="0">
              <a:ln>
                <a:noFill/>
              </a:ln>
              <a:effectLst/>
              <a:latin typeface="Meiryo UI"/>
              <a:ea typeface="Meiryo UI"/>
              <a:cs typeface="Meiryo UI" panose="020B0604030504040204" pitchFamily="50" charset="-128"/>
            </a:endParaRPr>
          </a:p>
        </p:txBody>
      </p:sp>
      <p:sp>
        <p:nvSpPr>
          <p:cNvPr id="27" name="矢印: 五方向 41">
            <a:extLst>
              <a:ext uri="{FF2B5EF4-FFF2-40B4-BE49-F238E27FC236}">
                <a16:creationId xmlns:a16="http://schemas.microsoft.com/office/drawing/2014/main" id="{BA1414C7-D7A6-7F00-DE1C-AF2DB5E7F91B}"/>
              </a:ext>
            </a:extLst>
          </p:cNvPr>
          <p:cNvSpPr/>
          <p:nvPr/>
        </p:nvSpPr>
        <p:spPr bwMode="auto">
          <a:xfrm>
            <a:off x="5816654"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開発①</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29" name="矢印: 五方向 41">
            <a:extLst>
              <a:ext uri="{FF2B5EF4-FFF2-40B4-BE49-F238E27FC236}">
                <a16:creationId xmlns:a16="http://schemas.microsoft.com/office/drawing/2014/main" id="{52CE3D2D-7D5C-A557-478C-59A2F303E0D5}"/>
              </a:ext>
            </a:extLst>
          </p:cNvPr>
          <p:cNvSpPr/>
          <p:nvPr/>
        </p:nvSpPr>
        <p:spPr bwMode="auto">
          <a:xfrm>
            <a:off x="6547425"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開発②</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38" name="矢印: 五方向 41">
            <a:extLst>
              <a:ext uri="{FF2B5EF4-FFF2-40B4-BE49-F238E27FC236}">
                <a16:creationId xmlns:a16="http://schemas.microsoft.com/office/drawing/2014/main" id="{3677ACB2-CB9E-EE5D-7C71-683289666B74}"/>
              </a:ext>
            </a:extLst>
          </p:cNvPr>
          <p:cNvSpPr/>
          <p:nvPr/>
        </p:nvSpPr>
        <p:spPr bwMode="auto">
          <a:xfrm>
            <a:off x="5137415" y="2582373"/>
            <a:ext cx="1468669"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企業訪問</a:t>
            </a:r>
          </a:p>
          <a:p>
            <a:pPr algn="ctr" defTabSz="914400">
              <a:spcBef>
                <a:spcPct val="0"/>
              </a:spcBef>
              <a:spcAft>
                <a:spcPct val="0"/>
              </a:spcAft>
            </a:pPr>
            <a:r>
              <a:rPr lang="ja-JP" altLang="en-US" sz="1400" b="1">
                <a:latin typeface="Meiryo UI"/>
                <a:ea typeface="Meiryo UI"/>
              </a:rPr>
              <a:t>ヒアリング</a:t>
            </a:r>
          </a:p>
        </p:txBody>
      </p:sp>
      <p:sp>
        <p:nvSpPr>
          <p:cNvPr id="45" name="矢印: 五方向 41">
            <a:extLst>
              <a:ext uri="{FF2B5EF4-FFF2-40B4-BE49-F238E27FC236}">
                <a16:creationId xmlns:a16="http://schemas.microsoft.com/office/drawing/2014/main" id="{2B712B75-5A64-6709-EA90-2A800CB994C0}"/>
              </a:ext>
            </a:extLst>
          </p:cNvPr>
          <p:cNvSpPr/>
          <p:nvPr/>
        </p:nvSpPr>
        <p:spPr bwMode="auto">
          <a:xfrm>
            <a:off x="6074297" y="3270984"/>
            <a:ext cx="50368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アン</a:t>
            </a:r>
          </a:p>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ケート</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46" name="矢印: 五方向 41">
            <a:extLst>
              <a:ext uri="{FF2B5EF4-FFF2-40B4-BE49-F238E27FC236}">
                <a16:creationId xmlns:a16="http://schemas.microsoft.com/office/drawing/2014/main" id="{89C9F81A-D043-E61F-76A4-467E152C10F1}"/>
              </a:ext>
            </a:extLst>
          </p:cNvPr>
          <p:cNvSpPr/>
          <p:nvPr/>
        </p:nvSpPr>
        <p:spPr bwMode="auto">
          <a:xfrm>
            <a:off x="6622378" y="2582372"/>
            <a:ext cx="616104"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分析</a:t>
            </a:r>
          </a:p>
          <a:p>
            <a:pPr algn="ctr" defTabSz="914400">
              <a:spcBef>
                <a:spcPct val="0"/>
              </a:spcBef>
              <a:spcAft>
                <a:spcPct val="0"/>
              </a:spcAft>
            </a:pPr>
            <a:r>
              <a:rPr lang="ja-JP" altLang="en-US" sz="1400" b="1">
                <a:latin typeface="Meiryo UI"/>
                <a:ea typeface="Meiryo UI"/>
              </a:rPr>
              <a:t>整理</a:t>
            </a:r>
          </a:p>
        </p:txBody>
      </p:sp>
      <p:sp>
        <p:nvSpPr>
          <p:cNvPr id="48" name="矢印: 五方向 41">
            <a:extLst>
              <a:ext uri="{FF2B5EF4-FFF2-40B4-BE49-F238E27FC236}">
                <a16:creationId xmlns:a16="http://schemas.microsoft.com/office/drawing/2014/main" id="{6CCF2F3A-B8B1-9CC5-AD33-D1189AB2776C}"/>
              </a:ext>
            </a:extLst>
          </p:cNvPr>
          <p:cNvSpPr/>
          <p:nvPr/>
        </p:nvSpPr>
        <p:spPr bwMode="auto">
          <a:xfrm>
            <a:off x="6613005" y="3270984"/>
            <a:ext cx="63016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結果</a:t>
            </a:r>
            <a:endParaRPr lang="en-US" altLang="ja-JP"/>
          </a:p>
          <a:p>
            <a:pPr algn="ctr" defTabSz="914400">
              <a:spcBef>
                <a:spcPct val="0"/>
              </a:spcBef>
              <a:spcAft>
                <a:spcPct val="0"/>
              </a:spcAft>
            </a:pPr>
            <a:r>
              <a:rPr lang="ja-JP" altLang="en-US" sz="1400" b="1">
                <a:latin typeface="Meiryo UI"/>
                <a:ea typeface="Meiryo UI"/>
                <a:cs typeface="Meiryo UI" panose="020B0604030504040204" pitchFamily="50" charset="-128"/>
              </a:rPr>
              <a:t>分析</a:t>
            </a:r>
            <a:endParaRPr lang="ja-JP"/>
          </a:p>
        </p:txBody>
      </p:sp>
      <p:sp>
        <p:nvSpPr>
          <p:cNvPr id="3" name="矢印: 五方向 4">
            <a:extLst>
              <a:ext uri="{FF2B5EF4-FFF2-40B4-BE49-F238E27FC236}">
                <a16:creationId xmlns:a16="http://schemas.microsoft.com/office/drawing/2014/main" id="{9DB2B4C0-610E-E6A1-6B7B-489441D67C56}"/>
              </a:ext>
            </a:extLst>
          </p:cNvPr>
          <p:cNvSpPr/>
          <p:nvPr/>
        </p:nvSpPr>
        <p:spPr bwMode="auto">
          <a:xfrm>
            <a:off x="3064543" y="2582965"/>
            <a:ext cx="597109" cy="2005936"/>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defTabSz="914400" fontAlgn="base">
              <a:spcBef>
                <a:spcPct val="0"/>
              </a:spcBef>
              <a:spcAft>
                <a:spcPct val="0"/>
              </a:spcAft>
            </a:pPr>
            <a:r>
              <a:rPr lang="ja-JP" altLang="en-US" sz="1400" b="1">
                <a:latin typeface="Meiryo UI"/>
                <a:ea typeface="Meiryo UI"/>
              </a:rPr>
              <a:t>イン</a:t>
            </a:r>
          </a:p>
          <a:p>
            <a:pPr defTabSz="914400">
              <a:spcBef>
                <a:spcPct val="0"/>
              </a:spcBef>
              <a:spcAft>
                <a:spcPct val="0"/>
              </a:spcAft>
            </a:pPr>
            <a:r>
              <a:rPr lang="ja-JP" altLang="en-US" sz="1400" b="1">
                <a:latin typeface="Meiryo UI"/>
                <a:ea typeface="Meiryo UI"/>
              </a:rPr>
              <a:t>セプ</a:t>
            </a:r>
          </a:p>
          <a:p>
            <a:pPr defTabSz="914400">
              <a:spcBef>
                <a:spcPct val="0"/>
              </a:spcBef>
              <a:spcAft>
                <a:spcPct val="0"/>
              </a:spcAft>
            </a:pPr>
            <a:r>
              <a:rPr lang="ja-JP" altLang="en-US" sz="1400" b="1">
                <a:latin typeface="Meiryo UI"/>
                <a:ea typeface="Meiryo UI"/>
              </a:rPr>
              <a:t>ション</a:t>
            </a:r>
            <a:endParaRPr lang="ja-JP">
              <a:latin typeface="ＭＳ Ｐゴシック"/>
              <a:ea typeface="ＭＳ Ｐゴシック"/>
            </a:endParaRPr>
          </a:p>
          <a:p>
            <a:pPr defTabSz="914400">
              <a:spcBef>
                <a:spcPct val="0"/>
              </a:spcBef>
              <a:spcAft>
                <a:spcPct val="0"/>
              </a:spcAft>
            </a:pPr>
            <a:r>
              <a:rPr lang="ja-JP" altLang="en-US" sz="1400" b="1">
                <a:latin typeface="Meiryo UI"/>
                <a:ea typeface="Meiryo UI"/>
              </a:rPr>
              <a:t>デッキ</a:t>
            </a:r>
            <a:endParaRPr lang="ja-JP"/>
          </a:p>
          <a:p>
            <a:pPr marL="0" marR="0" indent="0" defTabSz="914400">
              <a:lnSpc>
                <a:spcPct val="100000"/>
              </a:lnSpc>
              <a:spcBef>
                <a:spcPct val="0"/>
              </a:spcBef>
              <a:spcAft>
                <a:spcPct val="0"/>
              </a:spcAft>
              <a:buClrTx/>
              <a:buSzTx/>
              <a:buFontTx/>
              <a:buNone/>
              <a:tabLst/>
            </a:pPr>
            <a:r>
              <a:rPr lang="ja-JP" altLang="en-US" sz="1400" b="1">
                <a:latin typeface="Meiryo UI"/>
                <a:ea typeface="Meiryo UI"/>
              </a:rPr>
              <a:t>作成</a:t>
            </a:r>
          </a:p>
        </p:txBody>
      </p:sp>
      <p:sp>
        <p:nvSpPr>
          <p:cNvPr id="7" name="テキスト ボックス 6">
            <a:extLst>
              <a:ext uri="{FF2B5EF4-FFF2-40B4-BE49-F238E27FC236}">
                <a16:creationId xmlns:a16="http://schemas.microsoft.com/office/drawing/2014/main" id="{EFDF8225-CBF9-23B4-2C16-4400524E587F}"/>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392608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t標準テンプレート(赤)情報化推進部">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標準テンプレート(赤)情報化推進部">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1" sz="16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solidFill>
          <a:schemeClr val="bg1">
            <a:alpha val="20000"/>
          </a:schemeClr>
        </a:solidFill>
        <a:ln>
          <a:solidFill>
            <a:schemeClr val="bg1"/>
          </a:solidFill>
        </a:ln>
      </a:spPr>
      <a:bodyPr wrap="square" lIns="77916" tIns="38958" rIns="77916" bIns="38958" rtlCol="0" anchor="ctr">
        <a:spAutoFit/>
      </a:bodyPr>
      <a:lstStyle>
        <a:defPPr algn="l">
          <a:defRPr kumimoji="1" sz="160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ppt標準テンプレート(赤)情報化推進部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ppt標準テンプレート(赤)情報化推進部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ppt標準テンプレート(赤)情報化推進部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ppt標準テンプレート(赤)情報化推進部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B33251D137B8F419F195796F2169E44" ma:contentTypeVersion="10" ma:contentTypeDescription="新しいドキュメントを作成します。" ma:contentTypeScope="" ma:versionID="22c346b5f827720d3991aa13f62a4429">
  <xsd:schema xmlns:xsd="http://www.w3.org/2001/XMLSchema" xmlns:xs="http://www.w3.org/2001/XMLSchema" xmlns:p="http://schemas.microsoft.com/office/2006/metadata/properties" xmlns:ns2="f8984ae6-a00c-4d77-a203-a37543749ec0" targetNamespace="http://schemas.microsoft.com/office/2006/metadata/properties" ma:root="true" ma:fieldsID="c9f061bc7bc3b3eda9a995b87fff87f8" ns2:_="">
    <xsd:import namespace="f8984ae6-a00c-4d77-a203-a37543749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984ae6-a00c-4d77-a203-a37543749e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89c310a7-7b3b-4ec7-b957-b43db972ab6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8984ae6-a00c-4d77-a203-a37543749ec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7F164F-7ED7-486D-BDA2-4162104010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984ae6-a00c-4d77-a203-a37543749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7EC411-9E2B-4654-84B3-524A78692C35}">
  <ds:schemaRefs>
    <ds:schemaRef ds:uri="063ff08e-948c-4b60-b8cf-7f645f1a353e"/>
    <ds:schemaRef ds:uri="9bf02389-bf80-4034-8fb0-1c6259038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f8984ae6-a00c-4d77-a203-a37543749ec0"/>
  </ds:schemaRefs>
</ds:datastoreItem>
</file>

<file path=customXml/itemProps3.xml><?xml version="1.0" encoding="utf-8"?>
<ds:datastoreItem xmlns:ds="http://schemas.openxmlformats.org/officeDocument/2006/customXml" ds:itemID="{0D2F67F8-8CF3-4B29-8E32-F0CB57A8AC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89</TotalTime>
  <Words>1270</Words>
  <Application>Microsoft Office PowerPoint</Application>
  <PresentationFormat>画面に合わせる (16:9)</PresentationFormat>
  <Paragraphs>274</Paragraphs>
  <Slides>10</Slides>
  <Notes>10</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10</vt:i4>
      </vt:variant>
    </vt:vector>
  </HeadingPairs>
  <TitlesOfParts>
    <vt:vector size="18" baseType="lpstr">
      <vt:lpstr>Meiryo UI</vt:lpstr>
      <vt:lpstr>ＭＳ Ｐゴシック</vt:lpstr>
      <vt:lpstr>Arial</vt:lpstr>
      <vt:lpstr>Calibri</vt:lpstr>
      <vt:lpstr>Times New Roman</vt:lpstr>
      <vt:lpstr>Wingdings</vt:lpstr>
      <vt:lpstr>ppt標準テンプレート(赤)情報化推進部</vt:lpstr>
      <vt:lpstr>think-cellスライド</vt:lpstr>
      <vt:lpstr>AI時代の「アジャイルとウォーターフォール」の進化に関する研究 　～サブタイトル～</vt:lpstr>
      <vt:lpstr>目次</vt:lpstr>
      <vt:lpstr>目次</vt:lpstr>
      <vt:lpstr>1. 研究の背景 ～外部環境の変化と求められる対応～</vt:lpstr>
      <vt:lpstr>目次</vt:lpstr>
      <vt:lpstr>2. 研究の目的 ～検証する仮説～</vt:lpstr>
      <vt:lpstr>目次</vt:lpstr>
      <vt:lpstr>3. 体制</vt:lpstr>
      <vt:lpstr>目次</vt:lpstr>
      <vt:lpstr>５. 今後の活動計画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（部会テーマ名）</dc:title>
  <dc:creator>横山　真由</dc:creator>
  <cp:lastModifiedBy>一成 本多</cp:lastModifiedBy>
  <cp:revision>29</cp:revision>
  <cp:lastPrinted>2026-01-29T00:54:29Z</cp:lastPrinted>
  <dcterms:created xsi:type="dcterms:W3CDTF">2017-01-26T05:30:03Z</dcterms:created>
  <dcterms:modified xsi:type="dcterms:W3CDTF">2026-08-27T03:15:12Z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0x0101000B33251D137B8F419F195796F2169E44</vt:lpwstr>
  </property>
  <property fmtid="{D5CDD505-2E9C-101B-9397-08002B2CF9AE}" pid="3" name="_dlc_policyId">
    <vt:lpwstr>0x010100E0910E15E13AF24BA0E7A45A629C9E09|1510891056</vt:lpwstr>
  </property>
  <property fmtid="{D5CDD505-2E9C-101B-9397-08002B2CF9AE}" pid="4" name="ItemRetentionFormula">
    <vt:lpwstr>&lt;formula id="Microsoft.Office.RecordsManagement.PolicyFeatures.Expiration.Formula.BuiltIn"&gt;&lt;number&gt;31&lt;/number&gt;&lt;property&gt;ExpireDate&lt;/property&gt;&lt;propertyId&gt;9bba1231-3713-422f-9a83-61f907924549&lt;/propertyId&gt;&lt;period&gt;days&lt;/period&gt;&lt;/formula&gt;</vt:lpwstr>
  </property>
  <property fmtid="{D5CDD505-2E9C-101B-9397-08002B2CF9AE}" pid="5" name="MediaServiceImageTags">
    <vt:lpwstr/>
  </property>
  <property fmtid="{D5CDD505-2E9C-101B-9397-08002B2CF9AE}" pid="6" name="MSIP_Label_ee4e5477-c4fb-470b-83ce-140d5a4b72e2_SetDate">
    <vt:lpwstr>2025-09-10T06:50:58Z</vt:lpwstr>
  </property>
  <property fmtid="{D5CDD505-2E9C-101B-9397-08002B2CF9AE}" pid="7" name="MSIP_Label_ee4e5477-c4fb-470b-83ce-140d5a4b72e2_ActionId">
    <vt:lpwstr>eb3749d9-dd55-474c-b665-b06eda6d9bc0</vt:lpwstr>
  </property>
  <property fmtid="{D5CDD505-2E9C-101B-9397-08002B2CF9AE}" pid="8" name="MSIP_Label_ee4e5477-c4fb-470b-83ce-140d5a4b72e2_Name">
    <vt:lpwstr>【社内限り】サブラベル</vt:lpwstr>
  </property>
  <property fmtid="{D5CDD505-2E9C-101B-9397-08002B2CF9AE}" pid="9" name="ClassificationContentMarkingHeaderLocations">
    <vt:lpwstr>ppt標準テンプレート(赤)情報化推進部:6</vt:lpwstr>
  </property>
  <property fmtid="{D5CDD505-2E9C-101B-9397-08002B2CF9AE}" pid="10" name="MSIP_Label_ee4e5477-c4fb-470b-83ce-140d5a4b72e2_Tag">
    <vt:lpwstr>10, 3, 0, 1</vt:lpwstr>
  </property>
  <property fmtid="{D5CDD505-2E9C-101B-9397-08002B2CF9AE}" pid="11" name="ClassificationContentMarkingHeaderText">
    <vt:lpwstr>【社内限り】</vt:lpwstr>
  </property>
  <property fmtid="{D5CDD505-2E9C-101B-9397-08002B2CF9AE}" pid="12" name="MSIP_Label_ee4e5477-c4fb-470b-83ce-140d5a4b72e2_SiteId">
    <vt:lpwstr>083b56f6-afc0-41a4-8aa0-de8b7a92e923</vt:lpwstr>
  </property>
  <property fmtid="{D5CDD505-2E9C-101B-9397-08002B2CF9AE}" pid="13" name="MSIP_Label_ee4e5477-c4fb-470b-83ce-140d5a4b72e2_Method">
    <vt:lpwstr>Standard</vt:lpwstr>
  </property>
  <property fmtid="{D5CDD505-2E9C-101B-9397-08002B2CF9AE}" pid="14" name="MSIP_Label_ee4e5477-c4fb-470b-83ce-140d5a4b72e2_Enabled">
    <vt:lpwstr>true</vt:lpwstr>
  </property>
  <property fmtid="{D5CDD505-2E9C-101B-9397-08002B2CF9AE}" pid="15" name="MSIP_Label_ee4e5477-c4fb-470b-83ce-140d5a4b72e2_ContentBits">
    <vt:lpwstr>1</vt:lpwstr>
  </property>
</Properties>
</file>