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4"/>
  </p:notesMasterIdLst>
  <p:handoutMasterIdLst>
    <p:handoutMasterId r:id="rId35"/>
  </p:handoutMasterIdLst>
  <p:sldIdLst>
    <p:sldId id="674" r:id="rId5"/>
    <p:sldId id="636" r:id="rId6"/>
    <p:sldId id="1016" r:id="rId7"/>
    <p:sldId id="1027" r:id="rId8"/>
    <p:sldId id="1040" r:id="rId9"/>
    <p:sldId id="1017" r:id="rId10"/>
    <p:sldId id="1041" r:id="rId12"/>
    <p:sldId id="1042" r:id="rId13"/>
    <p:sldId id="1018" r:id="rId14"/>
    <p:sldId id="1044" r:id="rId15"/>
    <p:sldId id="1029" r:id="rId16"/>
    <p:sldId id="1032" r:id="rId17"/>
    <p:sldId id="1030" r:id="rId18"/>
    <p:sldId id="1031" r:id="rId19"/>
    <p:sldId id="1034" r:id="rId20"/>
    <p:sldId id="1043" r:id="rId21"/>
    <p:sldId id="1035" r:id="rId22"/>
    <p:sldId id="962" r:id="rId23"/>
    <p:sldId id="1036" r:id="rId24"/>
    <p:sldId id="1033" r:id="rId25"/>
    <p:sldId id="1037" r:id="rId26"/>
    <p:sldId id="1026" r:id="rId27"/>
    <p:sldId id="1045" r:id="rId28"/>
    <p:sldId id="617" r:id="rId29"/>
    <p:sldId id="703" r:id="rId30"/>
    <p:sldId id="885" r:id="rId31"/>
    <p:sldId id="1038" r:id="rId32"/>
    <p:sldId id="1039" r:id="rId33"/>
  </p:sldIdLst>
  <p:sldSz cx="9144000" cy="5143500" type="screen16x9"/>
  <p:notesSz cx="6735763" cy="9866313"/>
  <p:defaultTex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129" userDrawn="1">
          <p15:clr>
            <a:srgbClr val="A4A3A4"/>
          </p15:clr>
        </p15:guide>
        <p15:guide id="3" orient="horz" pos="1620" userDrawn="1">
          <p15:clr>
            <a:srgbClr val="A4A3A4"/>
          </p15:clr>
        </p15:guide>
        <p15:guide id="4" pos="2857" userDrawn="1">
          <p15:clr>
            <a:srgbClr val="A4A3A4"/>
          </p15:clr>
        </p15:guide>
        <p15:guide id="5" orient="horz" pos="259" userDrawn="1">
          <p15:clr>
            <a:srgbClr val="A4A3A4"/>
          </p15:clr>
        </p15:guide>
        <p15:guide id="6" pos="90" userDrawn="1">
          <p15:clr>
            <a:srgbClr val="A4A3A4"/>
          </p15:clr>
        </p15:guide>
        <p15:guide id="7" pos="56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C990B-BEFF-BAE3-5654-0D38332743EB}" name="東京海上日動システムズ　川又 聖史" initials="東聖" userId="S::kawamata374512_gmail.com#ext#@ccken.onmicrosoft.com::08ddaa4a-df89-4426-a5e8-4dbd2fe77e14" providerId="AD"/>
  <p188:author id="{0A023718-A7DA-549E-1F85-440238F48675}" name="Yasui Nami" initials="七安" userId="S::nami.yasui@mitsubishi-motors.com::37845c90-73a4-4678-84e9-93efd868711b" providerId="AD"/>
  <p188:author id="{6152A327-DEC0-E040-C314-C42B77E52218}" name="mayu.yokoyama(NYKJP)" initials="my" userId="S::mayu.yokoyama@nykgroup.com::4fbecc71-71c2-4a30-a5a6-6f7c4432fe53" providerId="AD"/>
  <p188:author id="{3C6ED52C-F7BB-D178-D3E6-B3A1872876F4}" name="嵩 小林" initials="嵩小" userId="1758831be2507584" providerId="Windows Live"/>
  <p188:author id="{4B547632-43D2-86FC-4BB6-8555A3E3B7B5}" name="masazaki yoshihiro/6201258/昌崎　良浩" initials="my" userId="S::yoshihiro.masazaki.mk_mcgc.com#ext#@ccken.onmicrosoft.com::338b9127-7fcd-4e96-b095-c08a802489d5" providerId="AD"/>
  <p188:author id="{B985FB69-0709-A737-1582-0F97846F695E}" name="HIRATA Ryutaro/平田龍太郎(IT戦略 アジャイル開発推進)" initials="龍平" userId="S::1170943@eneos.net::507136aa-d256-4356-96ad-f4031455413d" providerId="AD"/>
  <p188:author id="{07B64575-60C8-0644-BB49-D067F001A1FF}" name="SOTA UENO (MC-TOK/PW)" initials="SU" userId="S::sota.ueno@mitsubishicorp.com::1cd39bfe-2c13-4d1e-9169-059e09dcc08c" providerId="AD"/>
  <p188:author id="{42EC498F-BDD2-485A-2C68-025B5DE24C15}" name="桑野 陽介／kuwano,yosuke IT部" initials="陽桑" userId="S::yosuke.kuwano@mitsubishi-hc-capital.com::0390b73e-bb27-4327-9ae0-a07abe663ffc" providerId="AD"/>
  <p188:author id="{50E3E993-1844-7EC9-97C1-F3D7D5B73B11}" name="村上　淳" initials="村上　淳" userId="S::ji-murakami@ccken.onmicrosoft.com::0b8e6a16-2353-4e90-9a7d-8e4f0d078fbd" providerId="AD"/>
  <p188:author id="{9D3AE4AB-D390-AA52-DADC-40EF798EBB3A}" name="明治安田　荻野 純平" initials="明純" userId="S::jy-ogino@ccken.onmicrosoft.com::27cba3d8-e4d3-428c-9353-43187c47438c" providerId="AD"/>
  <p188:author id="{1704C9B4-B088-10A1-6384-98FDAAF491F4}" name="主査　福島 直人" initials="主直" userId="S::naoto_2_fukushima@ccken.onmicrosoft.com::8f548a50-3d4a-4660-b17c-82fdb2003fd5" providerId="AD"/>
  <p188:author id="{FAFEB0BF-184E-72D0-81BC-197EE4AA025E}" name="MUIT　土屋 遼太郎" initials="M遼" userId="S::ryoukunjajaan4127_gmail.com#ext#@ccken.onmicrosoft.com::fd1358ce-a2d5-4118-97fd-140e7e3174f1" providerId="AD"/>
  <p188:author id="{0FCA48C6-583B-BBA4-92E6-41B70CB24D6C}" name="三菱UFJ銀行　佐藤 慶彦" initials="三慶" userId="S::stsy441030_gmail.com#ext#@ccken.onmicrosoft.com::0bf3436e-58e3-4080-af77-4a98278a9ac3" providerId="AD"/>
  <p188:author id="{723B64CA-FDC0-5BC3-7FC1-B0C21ADA0A4A}" name="MUIT　髙橋 博実" initials="M博" userId="S::hiromix222_msn.com#ext#@ccken.onmicrosoft.com::9d572560-7f87-4d11-90b9-a0fc016bcb45" providerId="AD"/>
  <p188:author id="{638171DA-A3F4-A5BC-3168-2341B54B14ED}" name="三菱UFJモルガン・スタンレー証券　中川 このみ" initials="三こ" userId="S::nakagawakonomi.cc.kenkyukai_gmail.com#ext#@ccken.onmicrosoft.com::449cad5c-e2b6-4374-82cf-c006f203c156" providerId="AD"/>
  <p188:author id="{80A4C3EB-0746-02B3-FDB2-A7FA8345B06C}" name="三菱UFJ信託銀行　網野 智仁" initials="三智" userId="S::tomohito_amino@ccken.onmicrosoft.com::f8474316-ab6c-4136-bc0a-a68b4c48cb80" providerId="AD"/>
  <p188:author id="{48A49CFE-3BB2-BCB6-A108-2858607AC22A}" name="辻 隆嗣" initials="辻" userId="辻 隆嗣"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5FF"/>
    <a:srgbClr val="4472C4"/>
    <a:srgbClr val="DAE3F3"/>
    <a:srgbClr val="EAEAEA"/>
    <a:srgbClr val="D9D9D9"/>
    <a:srgbClr val="404040"/>
    <a:srgbClr val="F7F8FB"/>
    <a:srgbClr val="DAE0EF"/>
    <a:srgbClr val="000000"/>
    <a:srgbClr val="FC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425279-5D6A-4C0A-964A-ABBA286713FE}" v="2" dt="2026-09-08T23:22:47.094"/>
    <p1510:client id="{F89A4033-ED4F-4479-AF83-AA9C7EE110FE}" v="5" dt="2026-09-08T23:45:22.44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08"/>
      </p:cViewPr>
      <p:guideLst>
        <p:guide orient="horz" pos="2164"/>
        <p:guide pos="3129"/>
        <p:guide orient="horz" pos="1620"/>
        <p:guide pos="2857"/>
        <p:guide orient="horz" pos="259"/>
        <p:guide pos="90"/>
        <p:guide pos="56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5/10/relationships/revisionInfo" Target="revisionInfo.xml"/><Relationship Id="rId4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馬 浩成 (三菱UFJインフォメーションテクノロジー)" userId="S::haocheng_2_ma@ccken.onmicrosoft.com::bce7ba53-e0b3-4601-aaa5-045ecca660b6" providerId="AD" clId="Web-{00000000-0000-0000-0000-000000000000}"/>
    <pc:docChg chg="modSld">
      <pc:chgData name="馬 浩成 (三菱UFJインフォメーションテクノロジー)" userId="S::haocheng_2_ma@ccken.onmicrosoft.com::bce7ba53-e0b3-4601-aaa5-045ecca660b6" providerId="AD" clId="Web-{00000000-0000-0000-0000-000000000000}" dt="2026-09-02T11:30:47.579" v="207" actId="20577"/>
      <pc:docMkLst>
        <pc:docMk/>
      </pc:docMkLst>
      <pc:sldChg chg="modSp">
        <pc:chgData name="馬 浩成 (三菱UFJインフォメーションテクノロジー)" userId="S::haocheng_2_ma@ccken.onmicrosoft.com::bce7ba53-e0b3-4601-aaa5-045ecca660b6" providerId="AD" clId="Web-{00000000-0000-0000-0000-000000000000}" dt="2026-09-02T11:19:27.558" v="49"/>
        <pc:sldMkLst>
          <pc:docMk/>
          <pc:sldMk cId="468256319" sldId="471"/>
        </pc:sldMkLst>
        <pc:graphicFrameChg chg="mod modGraphic">
          <ac:chgData name="馬 浩成 (三菱UFJインフォメーションテクノロジー)" userId="S::haocheng_2_ma@ccken.onmicrosoft.com::bce7ba53-e0b3-4601-aaa5-045ecca660b6" providerId="AD" clId="Web-{00000000-0000-0000-0000-000000000000}" dt="2026-09-02T11:19:27.558" v="49"/>
          <ac:graphicFrameMkLst>
            <pc:docMk/>
            <pc:sldMk cId="468256319" sldId="471"/>
            <ac:graphicFrameMk id="9" creationId="{D0A2CC2F-E126-64DD-32A4-1C5F3361211B}"/>
          </ac:graphicFrameMkLst>
        </pc:graphicFrameChg>
      </pc:sldChg>
      <pc:sldChg chg="modSp">
        <pc:chgData name="馬 浩成 (三菱UFJインフォメーションテクノロジー)" userId="S::haocheng_2_ma@ccken.onmicrosoft.com::bce7ba53-e0b3-4601-aaa5-045ecca660b6" providerId="AD" clId="Web-{00000000-0000-0000-0000-000000000000}" dt="2026-09-02T11:19:40.965" v="51" actId="20577"/>
        <pc:sldMkLst>
          <pc:docMk/>
          <pc:sldMk cId="4049209207" sldId="636"/>
        </pc:sldMkLst>
        <pc:spChg chg="mod">
          <ac:chgData name="馬 浩成 (三菱UFJインフォメーションテクノロジー)" userId="S::haocheng_2_ma@ccken.onmicrosoft.com::bce7ba53-e0b3-4601-aaa5-045ecca660b6" providerId="AD" clId="Web-{00000000-0000-0000-0000-000000000000}" dt="2026-09-02T11:19:40.965" v="51" actId="20577"/>
          <ac:spMkLst>
            <pc:docMk/>
            <pc:sldMk cId="4049209207" sldId="636"/>
            <ac:spMk id="8" creationId="{2C2EB76A-7420-5F31-1301-953C21D57E89}"/>
          </ac:spMkLst>
        </pc:spChg>
      </pc:sldChg>
      <pc:sldChg chg="modSp">
        <pc:chgData name="馬 浩成 (三菱UFJインフォメーションテクノロジー)" userId="S::haocheng_2_ma@ccken.onmicrosoft.com::bce7ba53-e0b3-4601-aaa5-045ecca660b6" providerId="AD" clId="Web-{00000000-0000-0000-0000-000000000000}" dt="2026-09-02T11:19:49.730" v="53" actId="20577"/>
        <pc:sldMkLst>
          <pc:docMk/>
          <pc:sldMk cId="2174163714" sldId="1016"/>
        </pc:sldMkLst>
        <pc:spChg chg="mod">
          <ac:chgData name="馬 浩成 (三菱UFJインフォメーションテクノロジー)" userId="S::haocheng_2_ma@ccken.onmicrosoft.com::bce7ba53-e0b3-4601-aaa5-045ecca660b6" providerId="AD" clId="Web-{00000000-0000-0000-0000-000000000000}" dt="2026-09-02T11:19:49.730" v="53" actId="20577"/>
          <ac:spMkLst>
            <pc:docMk/>
            <pc:sldMk cId="2174163714" sldId="1016"/>
            <ac:spMk id="8" creationId="{92F2776F-934D-76AC-0DFC-04D9E3FC3561}"/>
          </ac:spMkLst>
        </pc:spChg>
      </pc:sldChg>
      <pc:sldChg chg="modSp">
        <pc:chgData name="馬 浩成 (三菱UFJインフォメーションテクノロジー)" userId="S::haocheng_2_ma@ccken.onmicrosoft.com::bce7ba53-e0b3-4601-aaa5-045ecca660b6" providerId="AD" clId="Web-{00000000-0000-0000-0000-000000000000}" dt="2026-09-02T11:19:59.340" v="55" actId="20577"/>
        <pc:sldMkLst>
          <pc:docMk/>
          <pc:sldMk cId="823472455" sldId="1017"/>
        </pc:sldMkLst>
        <pc:spChg chg="mod">
          <ac:chgData name="馬 浩成 (三菱UFJインフォメーションテクノロジー)" userId="S::haocheng_2_ma@ccken.onmicrosoft.com::bce7ba53-e0b3-4601-aaa5-045ecca660b6" providerId="AD" clId="Web-{00000000-0000-0000-0000-000000000000}" dt="2026-09-02T11:19:59.340" v="55" actId="20577"/>
          <ac:spMkLst>
            <pc:docMk/>
            <pc:sldMk cId="823472455" sldId="1017"/>
            <ac:spMk id="8" creationId="{25C637C7-8127-B375-A2E6-EDA4979AF049}"/>
          </ac:spMkLst>
        </pc:spChg>
      </pc:sldChg>
      <pc:sldChg chg="modSp">
        <pc:chgData name="馬 浩成 (三菱UFJインフォメーションテクノロジー)" userId="S::haocheng_2_ma@ccken.onmicrosoft.com::bce7ba53-e0b3-4601-aaa5-045ecca660b6" providerId="AD" clId="Web-{00000000-0000-0000-0000-000000000000}" dt="2026-09-02T11:20:06.715" v="57" actId="20577"/>
        <pc:sldMkLst>
          <pc:docMk/>
          <pc:sldMk cId="4092255120" sldId="1018"/>
        </pc:sldMkLst>
        <pc:spChg chg="mod">
          <ac:chgData name="馬 浩成 (三菱UFJインフォメーションテクノロジー)" userId="S::haocheng_2_ma@ccken.onmicrosoft.com::bce7ba53-e0b3-4601-aaa5-045ecca660b6" providerId="AD" clId="Web-{00000000-0000-0000-0000-000000000000}" dt="2026-09-02T11:20:06.715" v="57" actId="20577"/>
          <ac:spMkLst>
            <pc:docMk/>
            <pc:sldMk cId="4092255120" sldId="1018"/>
            <ac:spMk id="8" creationId="{BA00D301-47FC-7C84-6FA6-2902940DE630}"/>
          </ac:spMkLst>
        </pc:spChg>
      </pc:sldChg>
      <pc:sldChg chg="modSp">
        <pc:chgData name="馬 浩成 (三菱UFJインフォメーションテクノロジー)" userId="S::haocheng_2_ma@ccken.onmicrosoft.com::bce7ba53-e0b3-4601-aaa5-045ecca660b6" providerId="AD" clId="Web-{00000000-0000-0000-0000-000000000000}" dt="2026-09-02T11:21:06.561" v="71" actId="20577"/>
        <pc:sldMkLst>
          <pc:docMk/>
          <pc:sldMk cId="1041134179" sldId="1026"/>
        </pc:sldMkLst>
        <pc:spChg chg="mod">
          <ac:chgData name="馬 浩成 (三菱UFJインフォメーションテクノロジー)" userId="S::haocheng_2_ma@ccken.onmicrosoft.com::bce7ba53-e0b3-4601-aaa5-045ecca660b6" providerId="AD" clId="Web-{00000000-0000-0000-0000-000000000000}" dt="2026-09-02T11:21:06.561" v="71" actId="20577"/>
          <ac:spMkLst>
            <pc:docMk/>
            <pc:sldMk cId="1041134179" sldId="1026"/>
            <ac:spMk id="8" creationId="{2E9F6FDE-95FD-436A-3959-3C20416939B0}"/>
          </ac:spMkLst>
        </pc:spChg>
      </pc:sldChg>
      <pc:sldChg chg="modSp">
        <pc:chgData name="馬 浩成 (三菱UFJインフォメーションテクノロジー)" userId="S::haocheng_2_ma@ccken.onmicrosoft.com::bce7ba53-e0b3-4601-aaa5-045ecca660b6" providerId="AD" clId="Web-{00000000-0000-0000-0000-000000000000}" dt="2026-09-02T11:20:13.669" v="59" actId="20577"/>
        <pc:sldMkLst>
          <pc:docMk/>
          <pc:sldMk cId="128011717" sldId="1029"/>
        </pc:sldMkLst>
        <pc:spChg chg="mod">
          <ac:chgData name="馬 浩成 (三菱UFJインフォメーションテクノロジー)" userId="S::haocheng_2_ma@ccken.onmicrosoft.com::bce7ba53-e0b3-4601-aaa5-045ecca660b6" providerId="AD" clId="Web-{00000000-0000-0000-0000-000000000000}" dt="2026-09-02T11:20:13.669" v="59" actId="20577"/>
          <ac:spMkLst>
            <pc:docMk/>
            <pc:sldMk cId="128011717" sldId="1029"/>
            <ac:spMk id="8" creationId="{2E9F6FDE-95FD-436A-3959-3C20416939B0}"/>
          </ac:spMkLst>
        </pc:spChg>
      </pc:sldChg>
      <pc:sldChg chg="modSp">
        <pc:chgData name="馬 浩成 (三菱UFJインフォメーションテクノロジー)" userId="S::haocheng_2_ma@ccken.onmicrosoft.com::bce7ba53-e0b3-4601-aaa5-045ecca660b6" providerId="AD" clId="Web-{00000000-0000-0000-0000-000000000000}" dt="2026-09-02T11:20:22.747" v="62" actId="20577"/>
        <pc:sldMkLst>
          <pc:docMk/>
          <pc:sldMk cId="2739667563" sldId="1032"/>
        </pc:sldMkLst>
        <pc:spChg chg="mod">
          <ac:chgData name="馬 浩成 (三菱UFJインフォメーションテクノロジー)" userId="S::haocheng_2_ma@ccken.onmicrosoft.com::bce7ba53-e0b3-4601-aaa5-045ecca660b6" providerId="AD" clId="Web-{00000000-0000-0000-0000-000000000000}" dt="2026-09-02T11:20:22.747" v="62" actId="20577"/>
          <ac:spMkLst>
            <pc:docMk/>
            <pc:sldMk cId="2739667563" sldId="1032"/>
            <ac:spMk id="8" creationId="{2E9F6FDE-95FD-436A-3959-3C20416939B0}"/>
          </ac:spMkLst>
        </pc:spChg>
      </pc:sldChg>
      <pc:sldChg chg="modSp">
        <pc:chgData name="馬 浩成 (三菱UFJインフォメーションテクノロジー)" userId="S::haocheng_2_ma@ccken.onmicrosoft.com::bce7ba53-e0b3-4601-aaa5-045ecca660b6" providerId="AD" clId="Web-{00000000-0000-0000-0000-000000000000}" dt="2026-09-02T11:20:55.295" v="69" actId="20577"/>
        <pc:sldMkLst>
          <pc:docMk/>
          <pc:sldMk cId="3409045435" sldId="1033"/>
        </pc:sldMkLst>
        <pc:spChg chg="mod">
          <ac:chgData name="馬 浩成 (三菱UFJインフォメーションテクノロジー)" userId="S::haocheng_2_ma@ccken.onmicrosoft.com::bce7ba53-e0b3-4601-aaa5-045ecca660b6" providerId="AD" clId="Web-{00000000-0000-0000-0000-000000000000}" dt="2026-09-02T11:20:55.295" v="69" actId="20577"/>
          <ac:spMkLst>
            <pc:docMk/>
            <pc:sldMk cId="3409045435" sldId="1033"/>
            <ac:spMk id="8" creationId="{2E9F6FDE-95FD-436A-3959-3C20416939B0}"/>
          </ac:spMkLst>
        </pc:spChg>
      </pc:sldChg>
      <pc:sldChg chg="modSp">
        <pc:chgData name="馬 浩成 (三菱UFJインフォメーションテクノロジー)" userId="S::haocheng_2_ma@ccken.onmicrosoft.com::bce7ba53-e0b3-4601-aaa5-045ecca660b6" providerId="AD" clId="Web-{00000000-0000-0000-0000-000000000000}" dt="2026-09-02T11:20:37.763" v="64" actId="20577"/>
        <pc:sldMkLst>
          <pc:docMk/>
          <pc:sldMk cId="273991251" sldId="1034"/>
        </pc:sldMkLst>
        <pc:spChg chg="mod">
          <ac:chgData name="馬 浩成 (三菱UFJインフォメーションテクノロジー)" userId="S::haocheng_2_ma@ccken.onmicrosoft.com::bce7ba53-e0b3-4601-aaa5-045ecca660b6" providerId="AD" clId="Web-{00000000-0000-0000-0000-000000000000}" dt="2026-09-02T11:20:37.763" v="64" actId="20577"/>
          <ac:spMkLst>
            <pc:docMk/>
            <pc:sldMk cId="273991251" sldId="1034"/>
            <ac:spMk id="8" creationId="{2E9F6FDE-95FD-436A-3959-3C20416939B0}"/>
          </ac:spMkLst>
        </pc:spChg>
      </pc:sldChg>
      <pc:sldChg chg="modSp">
        <pc:chgData name="馬 浩成 (三菱UFJインフォメーションテクノロジー)" userId="S::haocheng_2_ma@ccken.onmicrosoft.com::bce7ba53-e0b3-4601-aaa5-045ecca660b6" providerId="AD" clId="Web-{00000000-0000-0000-0000-000000000000}" dt="2026-09-02T11:20:45.951" v="67" actId="20577"/>
        <pc:sldMkLst>
          <pc:docMk/>
          <pc:sldMk cId="1213537073" sldId="1035"/>
        </pc:sldMkLst>
        <pc:spChg chg="mod">
          <ac:chgData name="馬 浩成 (三菱UFJインフォメーションテクノロジー)" userId="S::haocheng_2_ma@ccken.onmicrosoft.com::bce7ba53-e0b3-4601-aaa5-045ecca660b6" providerId="AD" clId="Web-{00000000-0000-0000-0000-000000000000}" dt="2026-09-02T11:20:45.951" v="67" actId="20577"/>
          <ac:spMkLst>
            <pc:docMk/>
            <pc:sldMk cId="1213537073" sldId="1035"/>
            <ac:spMk id="8" creationId="{2E9F6FDE-95FD-436A-3959-3C20416939B0}"/>
          </ac:spMkLst>
        </pc:spChg>
      </pc:sldChg>
      <pc:sldChg chg="delSp modSp">
        <pc:chgData name="馬 浩成 (三菱UFJインフォメーションテクノロジー)" userId="S::haocheng_2_ma@ccken.onmicrosoft.com::bce7ba53-e0b3-4601-aaa5-045ecca660b6" providerId="AD" clId="Web-{00000000-0000-0000-0000-000000000000}" dt="2026-09-02T11:30:47.579" v="207" actId="20577"/>
        <pc:sldMkLst>
          <pc:docMk/>
          <pc:sldMk cId="777901485" sldId="1040"/>
        </pc:sldMkLst>
        <pc:spChg chg="mod">
          <ac:chgData name="馬 浩成 (三菱UFJインフォメーションテクノロジー)" userId="S::haocheng_2_ma@ccken.onmicrosoft.com::bce7ba53-e0b3-4601-aaa5-045ecca660b6" providerId="AD" clId="Web-{00000000-0000-0000-0000-000000000000}" dt="2026-09-02T11:25:42.944" v="119" actId="1076"/>
          <ac:spMkLst>
            <pc:docMk/>
            <pc:sldMk cId="777901485" sldId="1040"/>
            <ac:spMk id="8" creationId="{3EF2D7C5-F287-6AB6-2C39-645D35A1DD4D}"/>
          </ac:spMkLst>
        </pc:spChg>
        <pc:spChg chg="mod">
          <ac:chgData name="馬 浩成 (三菱UFJインフォメーションテクノロジー)" userId="S::haocheng_2_ma@ccken.onmicrosoft.com::bce7ba53-e0b3-4601-aaa5-045ecca660b6" providerId="AD" clId="Web-{00000000-0000-0000-0000-000000000000}" dt="2026-09-02T11:24:01.332" v="99" actId="14100"/>
          <ac:spMkLst>
            <pc:docMk/>
            <pc:sldMk cId="777901485" sldId="1040"/>
            <ac:spMk id="9" creationId="{3ABD5FC5-7740-E895-B08A-3355FBFF8CEE}"/>
          </ac:spMkLst>
        </pc:spChg>
        <pc:spChg chg="mod">
          <ac:chgData name="馬 浩成 (三菱UFJインフォメーションテクノロジー)" userId="S::haocheng_2_ma@ccken.onmicrosoft.com::bce7ba53-e0b3-4601-aaa5-045ecca660b6" providerId="AD" clId="Web-{00000000-0000-0000-0000-000000000000}" dt="2026-09-02T11:25:53.663" v="125" actId="20577"/>
          <ac:spMkLst>
            <pc:docMk/>
            <pc:sldMk cId="777901485" sldId="1040"/>
            <ac:spMk id="10" creationId="{BCD12A46-00D5-0F66-C4AB-A7D5CF3D4D46}"/>
          </ac:spMkLst>
        </pc:spChg>
        <pc:spChg chg="mod">
          <ac:chgData name="馬 浩成 (三菱UFJインフォメーションテクノロジー)" userId="S::haocheng_2_ma@ccken.onmicrosoft.com::bce7ba53-e0b3-4601-aaa5-045ecca660b6" providerId="AD" clId="Web-{00000000-0000-0000-0000-000000000000}" dt="2026-09-02T11:30:47.579" v="207" actId="20577"/>
          <ac:spMkLst>
            <pc:docMk/>
            <pc:sldMk cId="777901485" sldId="1040"/>
            <ac:spMk id="11" creationId="{F6C6949D-5EAB-607A-CE0D-A7FA70A78101}"/>
          </ac:spMkLst>
        </pc:spChg>
        <pc:spChg chg="mod">
          <ac:chgData name="馬 浩成 (三菱UFJインフォメーションテクノロジー)" userId="S::haocheng_2_ma@ccken.onmicrosoft.com::bce7ba53-e0b3-4601-aaa5-045ecca660b6" providerId="AD" clId="Web-{00000000-0000-0000-0000-000000000000}" dt="2026-09-02T11:24:54.755" v="110" actId="1076"/>
          <ac:spMkLst>
            <pc:docMk/>
            <pc:sldMk cId="777901485" sldId="1040"/>
            <ac:spMk id="13" creationId="{D1BA8745-7CD2-F688-C98C-EDE7B78E923F}"/>
          </ac:spMkLst>
        </pc:spChg>
        <pc:spChg chg="mod">
          <ac:chgData name="馬 浩成 (三菱UFJインフォメーションテクノロジー)" userId="S::haocheng_2_ma@ccken.onmicrosoft.com::bce7ba53-e0b3-4601-aaa5-045ecca660b6" providerId="AD" clId="Web-{00000000-0000-0000-0000-000000000000}" dt="2026-09-02T11:24:12.254" v="102" actId="1076"/>
          <ac:spMkLst>
            <pc:docMk/>
            <pc:sldMk cId="777901485" sldId="1040"/>
            <ac:spMk id="14" creationId="{EE46E8A8-734D-69B2-B581-2D80916AC502}"/>
          </ac:spMkLst>
        </pc:spChg>
        <pc:spChg chg="mod">
          <ac:chgData name="馬 浩成 (三菱UFJインフォメーションテクノロジー)" userId="S::haocheng_2_ma@ccken.onmicrosoft.com::bce7ba53-e0b3-4601-aaa5-045ecca660b6" providerId="AD" clId="Web-{00000000-0000-0000-0000-000000000000}" dt="2026-09-02T11:24:05.097" v="100" actId="14100"/>
          <ac:spMkLst>
            <pc:docMk/>
            <pc:sldMk cId="777901485" sldId="1040"/>
            <ac:spMk id="15" creationId="{685E1E4D-77E7-D041-C29C-B27F5D193535}"/>
          </ac:spMkLst>
        </pc:spChg>
        <pc:spChg chg="mod">
          <ac:chgData name="馬 浩成 (三菱UFJインフォメーションテクノロジー)" userId="S::haocheng_2_ma@ccken.onmicrosoft.com::bce7ba53-e0b3-4601-aaa5-045ecca660b6" providerId="AD" clId="Web-{00000000-0000-0000-0000-000000000000}" dt="2026-09-02T11:25:26.522" v="117" actId="1076"/>
          <ac:spMkLst>
            <pc:docMk/>
            <pc:sldMk cId="777901485" sldId="1040"/>
            <ac:spMk id="27" creationId="{29BECF08-C23E-5469-FAE7-0FB685F038AA}"/>
          </ac:spMkLst>
        </pc:spChg>
        <pc:spChg chg="mod">
          <ac:chgData name="馬 浩成 (三菱UFJインフォメーションテクノロジー)" userId="S::haocheng_2_ma@ccken.onmicrosoft.com::bce7ba53-e0b3-4601-aaa5-045ecca660b6" providerId="AD" clId="Web-{00000000-0000-0000-0000-000000000000}" dt="2026-09-02T11:24:45.786" v="108" actId="1076"/>
          <ac:spMkLst>
            <pc:docMk/>
            <pc:sldMk cId="777901485" sldId="1040"/>
            <ac:spMk id="28" creationId="{FDF36592-FFBE-FCC7-7C00-26E072EB4E45}"/>
          </ac:spMkLst>
        </pc:spChg>
        <pc:spChg chg="mod">
          <ac:chgData name="馬 浩成 (三菱UFJインフォメーションテクノロジー)" userId="S::haocheng_2_ma@ccken.onmicrosoft.com::bce7ba53-e0b3-4601-aaa5-045ecca660b6" providerId="AD" clId="Web-{00000000-0000-0000-0000-000000000000}" dt="2026-09-02T11:24:26.833" v="104" actId="1076"/>
          <ac:spMkLst>
            <pc:docMk/>
            <pc:sldMk cId="777901485" sldId="1040"/>
            <ac:spMk id="29" creationId="{40710AEF-4167-314C-94F0-F945231B42AA}"/>
          </ac:spMkLst>
        </pc:spChg>
        <pc:graphicFrameChg chg="mod">
          <ac:chgData name="馬 浩成 (三菱UFJインフォメーションテクノロジー)" userId="S::haocheng_2_ma@ccken.onmicrosoft.com::bce7ba53-e0b3-4601-aaa5-045ecca660b6" providerId="AD" clId="Web-{00000000-0000-0000-0000-000000000000}" dt="2026-09-02T11:25:34.366" v="118" actId="14100"/>
          <ac:graphicFrameMkLst>
            <pc:docMk/>
            <pc:sldMk cId="777901485" sldId="1040"/>
            <ac:graphicFrameMk id="5" creationId="{568C2EC1-2D54-2A06-DA9B-C53499D00601}"/>
          </ac:graphicFrameMkLst>
        </pc:graphicFrameChg>
      </pc:sldChg>
    </pc:docChg>
  </pc:docChgLst>
  <pc:docChgLst>
    <pc:chgData name="瀬戸 亮 (第3研究部会 主査)" userId="86a39a5e-9dff-4964-a9be-8caa3118ec46" providerId="ADAL" clId="{3FA791F3-AD79-4361-9733-17ED382A8EE7}"/>
    <pc:docChg chg="custSel addSld delSld modSld">
      <pc:chgData name="瀬戸 亮 (第3研究部会 主査)" userId="86a39a5e-9dff-4964-a9be-8caa3118ec46" providerId="ADAL" clId="{3FA791F3-AD79-4361-9733-17ED382A8EE7}" dt="2026-09-08T23:22:50.305" v="4" actId="47"/>
      <pc:docMkLst>
        <pc:docMk/>
      </pc:docMkLst>
      <pc:sldChg chg="del">
        <pc:chgData name="瀬戸 亮 (第3研究部会 主査)" userId="86a39a5e-9dff-4964-a9be-8caa3118ec46" providerId="ADAL" clId="{3FA791F3-AD79-4361-9733-17ED382A8EE7}" dt="2026-09-08T23:22:00.536" v="2" actId="47"/>
        <pc:sldMkLst>
          <pc:docMk/>
          <pc:sldMk cId="468256319" sldId="471"/>
        </pc:sldMkLst>
      </pc:sldChg>
      <pc:sldChg chg="delSp mod">
        <pc:chgData name="瀬戸 亮 (第3研究部会 主査)" userId="86a39a5e-9dff-4964-a9be-8caa3118ec46" providerId="ADAL" clId="{3FA791F3-AD79-4361-9733-17ED382A8EE7}" dt="2026-09-08T23:20:08.106" v="0" actId="478"/>
        <pc:sldMkLst>
          <pc:docMk/>
          <pc:sldMk cId="2290740309" sldId="674"/>
        </pc:sldMkLst>
        <pc:spChg chg="del">
          <ac:chgData name="瀬戸 亮 (第3研究部会 主査)" userId="86a39a5e-9dff-4964-a9be-8caa3118ec46" providerId="ADAL" clId="{3FA791F3-AD79-4361-9733-17ED382A8EE7}" dt="2026-09-08T23:20:08.106" v="0" actId="478"/>
          <ac:spMkLst>
            <pc:docMk/>
            <pc:sldMk cId="2290740309" sldId="674"/>
            <ac:spMk id="5" creationId="{AA26B689-53D0-80B7-A7CB-D1C220921D87}"/>
          </ac:spMkLst>
        </pc:spChg>
      </pc:sldChg>
      <pc:sldChg chg="del">
        <pc:chgData name="瀬戸 亮 (第3研究部会 主査)" userId="86a39a5e-9dff-4964-a9be-8caa3118ec46" providerId="ADAL" clId="{3FA791F3-AD79-4361-9733-17ED382A8EE7}" dt="2026-09-08T23:22:50.305" v="4" actId="47"/>
        <pc:sldMkLst>
          <pc:docMk/>
          <pc:sldMk cId="1392608573" sldId="727"/>
        </pc:sldMkLst>
      </pc:sldChg>
      <pc:sldChg chg="add">
        <pc:chgData name="瀬戸 亮 (第3研究部会 主査)" userId="86a39a5e-9dff-4964-a9be-8caa3118ec46" providerId="ADAL" clId="{3FA791F3-AD79-4361-9733-17ED382A8EE7}" dt="2026-09-08T23:21:50.627" v="1"/>
        <pc:sldMkLst>
          <pc:docMk/>
          <pc:sldMk cId="799415987" sldId="1044"/>
        </pc:sldMkLst>
      </pc:sldChg>
      <pc:sldChg chg="add">
        <pc:chgData name="瀬戸 亮 (第3研究部会 主査)" userId="86a39a5e-9dff-4964-a9be-8caa3118ec46" providerId="ADAL" clId="{3FA791F3-AD79-4361-9733-17ED382A8EE7}" dt="2026-09-08T23:22:47.094" v="3"/>
        <pc:sldMkLst>
          <pc:docMk/>
          <pc:sldMk cId="1791646018" sldId="1045"/>
        </pc:sldMkLst>
      </pc:sldChg>
    </pc:docChg>
  </pc:docChgLst>
  <pc:docChgLst>
    <pc:chgData name="馬 浩成 (三菱UFJインフォメーションテクノロジー)" userId="S::haocheng_2_ma@ccken.onmicrosoft.com::bce7ba53-e0b3-4601-aaa5-045ecca660b6" providerId="AD" clId="Web-{3B9DC777-6665-B508-08DC-88D5AFA270AC}"/>
    <pc:docChg chg="modSld">
      <pc:chgData name="馬 浩成 (三菱UFJインフォメーションテクノロジー)" userId="S::haocheng_2_ma@ccken.onmicrosoft.com::bce7ba53-e0b3-4601-aaa5-045ecca660b6" providerId="AD" clId="Web-{3B9DC777-6665-B508-08DC-88D5AFA270AC}" dt="2026-09-02T11:15:02.190" v="80"/>
      <pc:docMkLst>
        <pc:docMk/>
      </pc:docMkLst>
      <pc:sldChg chg="modSp">
        <pc:chgData name="馬 浩成 (三菱UFJインフォメーションテクノロジー)" userId="S::haocheng_2_ma@ccken.onmicrosoft.com::bce7ba53-e0b3-4601-aaa5-045ecca660b6" providerId="AD" clId="Web-{3B9DC777-6665-B508-08DC-88D5AFA270AC}" dt="2026-09-02T11:15:02.190" v="80"/>
        <pc:sldMkLst>
          <pc:docMk/>
          <pc:sldMk cId="468256319" sldId="471"/>
        </pc:sldMkLst>
        <pc:graphicFrameChg chg="mod modGraphic">
          <ac:chgData name="馬 浩成 (三菱UFJインフォメーションテクノロジー)" userId="S::haocheng_2_ma@ccken.onmicrosoft.com::bce7ba53-e0b3-4601-aaa5-045ecca660b6" providerId="AD" clId="Web-{3B9DC777-6665-B508-08DC-88D5AFA270AC}" dt="2026-09-02T11:15:02.190" v="80"/>
          <ac:graphicFrameMkLst>
            <pc:docMk/>
            <pc:sldMk cId="468256319" sldId="471"/>
            <ac:graphicFrameMk id="9" creationId="{D0A2CC2F-E126-64DD-32A4-1C5F3361211B}"/>
          </ac:graphicFrameMkLst>
        </pc:graphicFrameChg>
      </pc:sldChg>
    </pc:docChg>
  </pc:docChgLst>
  <pc:docChgLst>
    <pc:chgData name="Kitazako Yoshihiro" userId="2ad4bbdc-016d-4e7b-96c4-26a6360ff6e0" providerId="ADAL" clId="{EFDFA4C4-FB57-4CAA-9336-7C8AFFCBC88C}"/>
    <pc:docChg chg="undo redo custSel addSld delSld modSld sldOrd">
      <pc:chgData name="Kitazako Yoshihiro" userId="2ad4bbdc-016d-4e7b-96c4-26a6360ff6e0" providerId="ADAL" clId="{EFDFA4C4-FB57-4CAA-9336-7C8AFFCBC88C}" dt="2026-09-08T23:45:22.445" v="2740" actId="478"/>
      <pc:docMkLst>
        <pc:docMk/>
      </pc:docMkLst>
      <pc:sldChg chg="add">
        <pc:chgData name="Kitazako Yoshihiro" userId="2ad4bbdc-016d-4e7b-96c4-26a6360ff6e0" providerId="ADAL" clId="{EFDFA4C4-FB57-4CAA-9336-7C8AFFCBC88C}" dt="2026-09-02T08:20:41.098" v="130"/>
        <pc:sldMkLst>
          <pc:docMk/>
          <pc:sldMk cId="1426061728" sldId="617"/>
        </pc:sldMkLst>
      </pc:sldChg>
      <pc:sldChg chg="modSp mod">
        <pc:chgData name="Kitazako Yoshihiro" userId="2ad4bbdc-016d-4e7b-96c4-26a6360ff6e0" providerId="ADAL" clId="{EFDFA4C4-FB57-4CAA-9336-7C8AFFCBC88C}" dt="2026-09-02T08:13:33.698" v="26"/>
        <pc:sldMkLst>
          <pc:docMk/>
          <pc:sldMk cId="4049209207" sldId="636"/>
        </pc:sldMkLst>
        <pc:spChg chg="mod">
          <ac:chgData name="Kitazako Yoshihiro" userId="2ad4bbdc-016d-4e7b-96c4-26a6360ff6e0" providerId="ADAL" clId="{EFDFA4C4-FB57-4CAA-9336-7C8AFFCBC88C}" dt="2026-09-02T08:13:33.698" v="26"/>
          <ac:spMkLst>
            <pc:docMk/>
            <pc:sldMk cId="4049209207" sldId="636"/>
            <ac:spMk id="8" creationId="{2C2EB76A-7420-5F31-1301-953C21D57E89}"/>
          </ac:spMkLst>
        </pc:spChg>
      </pc:sldChg>
      <pc:sldChg chg="add modNotesTx">
        <pc:chgData name="Kitazako Yoshihiro" userId="2ad4bbdc-016d-4e7b-96c4-26a6360ff6e0" providerId="ADAL" clId="{EFDFA4C4-FB57-4CAA-9336-7C8AFFCBC88C}" dt="2026-09-02T08:21:56.791" v="134" actId="20577"/>
        <pc:sldMkLst>
          <pc:docMk/>
          <pc:sldMk cId="1102123462" sldId="703"/>
        </pc:sldMkLst>
      </pc:sldChg>
      <pc:sldChg chg="add">
        <pc:chgData name="Kitazako Yoshihiro" userId="2ad4bbdc-016d-4e7b-96c4-26a6360ff6e0" providerId="ADAL" clId="{EFDFA4C4-FB57-4CAA-9336-7C8AFFCBC88C}" dt="2026-09-02T08:21:23.408" v="131"/>
        <pc:sldMkLst>
          <pc:docMk/>
          <pc:sldMk cId="1666554009" sldId="885"/>
        </pc:sldMkLst>
      </pc:sldChg>
      <pc:sldChg chg="modSp add mod">
        <pc:chgData name="Kitazako Yoshihiro" userId="2ad4bbdc-016d-4e7b-96c4-26a6360ff6e0" providerId="ADAL" clId="{EFDFA4C4-FB57-4CAA-9336-7C8AFFCBC88C}" dt="2026-09-02T10:18:14.670" v="1995" actId="20577"/>
        <pc:sldMkLst>
          <pc:docMk/>
          <pc:sldMk cId="4077408376" sldId="962"/>
        </pc:sldMkLst>
        <pc:spChg chg="mod">
          <ac:chgData name="Kitazako Yoshihiro" userId="2ad4bbdc-016d-4e7b-96c4-26a6360ff6e0" providerId="ADAL" clId="{EFDFA4C4-FB57-4CAA-9336-7C8AFFCBC88C}" dt="2026-09-02T10:18:14.670" v="1995" actId="20577"/>
          <ac:spMkLst>
            <pc:docMk/>
            <pc:sldMk cId="4077408376" sldId="962"/>
            <ac:spMk id="6" creationId="{72934253-6514-F777-3BF3-81C99250DB74}"/>
          </ac:spMkLst>
        </pc:spChg>
        <pc:spChg chg="mod">
          <ac:chgData name="Kitazako Yoshihiro" userId="2ad4bbdc-016d-4e7b-96c4-26a6360ff6e0" providerId="ADAL" clId="{EFDFA4C4-FB57-4CAA-9336-7C8AFFCBC88C}" dt="2026-09-02T10:15:23.040" v="1976"/>
          <ac:spMkLst>
            <pc:docMk/>
            <pc:sldMk cId="4077408376" sldId="962"/>
            <ac:spMk id="13" creationId="{8A034014-3723-7A0B-5B0E-1A0264BD24AF}"/>
          </ac:spMkLst>
        </pc:spChg>
      </pc:sldChg>
      <pc:sldChg chg="modSp">
        <pc:chgData name="Kitazako Yoshihiro" userId="2ad4bbdc-016d-4e7b-96c4-26a6360ff6e0" providerId="ADAL" clId="{EFDFA4C4-FB57-4CAA-9336-7C8AFFCBC88C}" dt="2026-09-02T08:13:55.436" v="28"/>
        <pc:sldMkLst>
          <pc:docMk/>
          <pc:sldMk cId="2174163714" sldId="1016"/>
        </pc:sldMkLst>
        <pc:spChg chg="mod">
          <ac:chgData name="Kitazako Yoshihiro" userId="2ad4bbdc-016d-4e7b-96c4-26a6360ff6e0" providerId="ADAL" clId="{EFDFA4C4-FB57-4CAA-9336-7C8AFFCBC88C}" dt="2026-09-02T08:13:55.436" v="28"/>
          <ac:spMkLst>
            <pc:docMk/>
            <pc:sldMk cId="2174163714" sldId="1016"/>
            <ac:spMk id="8" creationId="{92F2776F-934D-76AC-0DFC-04D9E3FC3561}"/>
          </ac:spMkLst>
        </pc:spChg>
      </pc:sldChg>
      <pc:sldChg chg="modSp mod">
        <pc:chgData name="Kitazako Yoshihiro" userId="2ad4bbdc-016d-4e7b-96c4-26a6360ff6e0" providerId="ADAL" clId="{EFDFA4C4-FB57-4CAA-9336-7C8AFFCBC88C}" dt="2026-09-02T08:13:41.795" v="27"/>
        <pc:sldMkLst>
          <pc:docMk/>
          <pc:sldMk cId="823472455" sldId="1017"/>
        </pc:sldMkLst>
        <pc:spChg chg="mod">
          <ac:chgData name="Kitazako Yoshihiro" userId="2ad4bbdc-016d-4e7b-96c4-26a6360ff6e0" providerId="ADAL" clId="{EFDFA4C4-FB57-4CAA-9336-7C8AFFCBC88C}" dt="2026-09-02T08:13:41.795" v="27"/>
          <ac:spMkLst>
            <pc:docMk/>
            <pc:sldMk cId="823472455" sldId="1017"/>
            <ac:spMk id="8" creationId="{25C637C7-8127-B375-A2E6-EDA4979AF049}"/>
          </ac:spMkLst>
        </pc:spChg>
      </pc:sldChg>
      <pc:sldChg chg="modSp">
        <pc:chgData name="Kitazako Yoshihiro" userId="2ad4bbdc-016d-4e7b-96c4-26a6360ff6e0" providerId="ADAL" clId="{EFDFA4C4-FB57-4CAA-9336-7C8AFFCBC88C}" dt="2026-09-02T08:13:55.436" v="28"/>
        <pc:sldMkLst>
          <pc:docMk/>
          <pc:sldMk cId="4092255120" sldId="1018"/>
        </pc:sldMkLst>
        <pc:spChg chg="mod">
          <ac:chgData name="Kitazako Yoshihiro" userId="2ad4bbdc-016d-4e7b-96c4-26a6360ff6e0" providerId="ADAL" clId="{EFDFA4C4-FB57-4CAA-9336-7C8AFFCBC88C}" dt="2026-09-02T08:13:55.436" v="28"/>
          <ac:spMkLst>
            <pc:docMk/>
            <pc:sldMk cId="4092255120" sldId="1018"/>
            <ac:spMk id="8" creationId="{BA00D301-47FC-7C84-6FA6-2902940DE630}"/>
          </ac:spMkLst>
        </pc:spChg>
      </pc:sldChg>
      <pc:sldChg chg="modSp">
        <pc:chgData name="Kitazako Yoshihiro" userId="2ad4bbdc-016d-4e7b-96c4-26a6360ff6e0" providerId="ADAL" clId="{EFDFA4C4-FB57-4CAA-9336-7C8AFFCBC88C}" dt="2026-09-02T08:13:55.436" v="28"/>
        <pc:sldMkLst>
          <pc:docMk/>
          <pc:sldMk cId="1041134179" sldId="1026"/>
        </pc:sldMkLst>
        <pc:spChg chg="mod">
          <ac:chgData name="Kitazako Yoshihiro" userId="2ad4bbdc-016d-4e7b-96c4-26a6360ff6e0" providerId="ADAL" clId="{EFDFA4C4-FB57-4CAA-9336-7C8AFFCBC88C}" dt="2026-09-02T08:13:55.436" v="28"/>
          <ac:spMkLst>
            <pc:docMk/>
            <pc:sldMk cId="1041134179" sldId="1026"/>
            <ac:spMk id="8" creationId="{2E9F6FDE-95FD-436A-3959-3C20416939B0}"/>
          </ac:spMkLst>
        </pc:spChg>
      </pc:sldChg>
      <pc:sldChg chg="addSp delSp modSp add mod modShow">
        <pc:chgData name="Kitazako Yoshihiro" userId="2ad4bbdc-016d-4e7b-96c4-26a6360ff6e0" providerId="ADAL" clId="{EFDFA4C4-FB57-4CAA-9336-7C8AFFCBC88C}" dt="2026-09-02T09:25:42.996" v="801" actId="729"/>
        <pc:sldMkLst>
          <pc:docMk/>
          <pc:sldMk cId="1915919960" sldId="1027"/>
        </pc:sldMkLst>
        <pc:spChg chg="mod">
          <ac:chgData name="Kitazako Yoshihiro" userId="2ad4bbdc-016d-4e7b-96c4-26a6360ff6e0" providerId="ADAL" clId="{EFDFA4C4-FB57-4CAA-9336-7C8AFFCBC88C}" dt="2026-09-02T09:03:01.792" v="484" actId="13926"/>
          <ac:spMkLst>
            <pc:docMk/>
            <pc:sldMk cId="1915919960" sldId="1027"/>
            <ac:spMk id="4" creationId="{38AF7428-4374-5A78-5C06-9D6202138608}"/>
          </ac:spMkLst>
        </pc:spChg>
        <pc:spChg chg="add mod">
          <ac:chgData name="Kitazako Yoshihiro" userId="2ad4bbdc-016d-4e7b-96c4-26a6360ff6e0" providerId="ADAL" clId="{EFDFA4C4-FB57-4CAA-9336-7C8AFFCBC88C}" dt="2026-09-02T09:02:45.427" v="483" actId="1076"/>
          <ac:spMkLst>
            <pc:docMk/>
            <pc:sldMk cId="1915919960" sldId="1027"/>
            <ac:spMk id="6" creationId="{8EECE317-B0D8-1423-9D92-C866F53B77C6}"/>
          </ac:spMkLst>
        </pc:spChg>
        <pc:spChg chg="add mod">
          <ac:chgData name="Kitazako Yoshihiro" userId="2ad4bbdc-016d-4e7b-96c4-26a6360ff6e0" providerId="ADAL" clId="{EFDFA4C4-FB57-4CAA-9336-7C8AFFCBC88C}" dt="2026-09-02T08:14:47.134" v="64" actId="1076"/>
          <ac:spMkLst>
            <pc:docMk/>
            <pc:sldMk cId="1915919960" sldId="1027"/>
            <ac:spMk id="7" creationId="{68B111DC-D7FA-B0B7-68E4-1F89CE8F5D41}"/>
          </ac:spMkLst>
        </pc:spChg>
        <pc:spChg chg="mod">
          <ac:chgData name="Kitazako Yoshihiro" userId="2ad4bbdc-016d-4e7b-96c4-26a6360ff6e0" providerId="ADAL" clId="{EFDFA4C4-FB57-4CAA-9336-7C8AFFCBC88C}" dt="2026-09-02T09:11:46.559" v="514" actId="554"/>
          <ac:spMkLst>
            <pc:docMk/>
            <pc:sldMk cId="1915919960" sldId="1027"/>
            <ac:spMk id="9" creationId="{3ABD5FC5-7740-E895-B08A-3355FBFF8CEE}"/>
          </ac:spMkLst>
        </pc:spChg>
        <pc:spChg chg="mod">
          <ac:chgData name="Kitazako Yoshihiro" userId="2ad4bbdc-016d-4e7b-96c4-26a6360ff6e0" providerId="ADAL" clId="{EFDFA4C4-FB57-4CAA-9336-7C8AFFCBC88C}" dt="2026-09-02T09:11:46.559" v="514" actId="554"/>
          <ac:spMkLst>
            <pc:docMk/>
            <pc:sldMk cId="1915919960" sldId="1027"/>
            <ac:spMk id="27" creationId="{29BECF08-C23E-5469-FAE7-0FB685F038AA}"/>
          </ac:spMkLst>
        </pc:spChg>
        <pc:spChg chg="mod">
          <ac:chgData name="Kitazako Yoshihiro" userId="2ad4bbdc-016d-4e7b-96c4-26a6360ff6e0" providerId="ADAL" clId="{EFDFA4C4-FB57-4CAA-9336-7C8AFFCBC88C}" dt="2026-09-02T09:11:46.559" v="514" actId="554"/>
          <ac:spMkLst>
            <pc:docMk/>
            <pc:sldMk cId="1915919960" sldId="1027"/>
            <ac:spMk id="28" creationId="{FDF36592-FFBE-FCC7-7C00-26E072EB4E45}"/>
          </ac:spMkLst>
        </pc:spChg>
        <pc:spChg chg="mod">
          <ac:chgData name="Kitazako Yoshihiro" userId="2ad4bbdc-016d-4e7b-96c4-26a6360ff6e0" providerId="ADAL" clId="{EFDFA4C4-FB57-4CAA-9336-7C8AFFCBC88C}" dt="2026-09-02T09:11:46.559" v="514" actId="554"/>
          <ac:spMkLst>
            <pc:docMk/>
            <pc:sldMk cId="1915919960" sldId="1027"/>
            <ac:spMk id="29" creationId="{40710AEF-4167-314C-94F0-F945231B42AA}"/>
          </ac:spMkLst>
        </pc:spChg>
        <pc:graphicFrameChg chg="mod modGraphic">
          <ac:chgData name="Kitazako Yoshihiro" userId="2ad4bbdc-016d-4e7b-96c4-26a6360ff6e0" providerId="ADAL" clId="{EFDFA4C4-FB57-4CAA-9336-7C8AFFCBC88C}" dt="2026-09-02T09:15:01.140" v="529"/>
          <ac:graphicFrameMkLst>
            <pc:docMk/>
            <pc:sldMk cId="1915919960" sldId="1027"/>
            <ac:graphicFrameMk id="5" creationId="{568C2EC1-2D54-2A06-DA9B-C53499D00601}"/>
          </ac:graphicFrameMkLst>
        </pc:graphicFrameChg>
      </pc:sldChg>
      <pc:sldChg chg="addSp modSp add mod modShow">
        <pc:chgData name="Kitazako Yoshihiro" userId="2ad4bbdc-016d-4e7b-96c4-26a6360ff6e0" providerId="ADAL" clId="{EFDFA4C4-FB57-4CAA-9336-7C8AFFCBC88C}" dt="2026-09-02T09:45:41.796" v="1947" actId="729"/>
        <pc:sldMkLst>
          <pc:docMk/>
          <pc:sldMk cId="1276948535" sldId="1028"/>
        </pc:sldMkLst>
        <pc:spChg chg="mod">
          <ac:chgData name="Kitazako Yoshihiro" userId="2ad4bbdc-016d-4e7b-96c4-26a6360ff6e0" providerId="ADAL" clId="{EFDFA4C4-FB57-4CAA-9336-7C8AFFCBC88C}" dt="2026-09-02T08:50:34.186" v="481"/>
          <ac:spMkLst>
            <pc:docMk/>
            <pc:sldMk cId="1276948535" sldId="1028"/>
            <ac:spMk id="4" creationId="{7FF48C40-2ACA-16A9-FA39-AA402A56C1E1}"/>
          </ac:spMkLst>
        </pc:spChg>
        <pc:spChg chg="add mod">
          <ac:chgData name="Kitazako Yoshihiro" userId="2ad4bbdc-016d-4e7b-96c4-26a6360ff6e0" providerId="ADAL" clId="{EFDFA4C4-FB57-4CAA-9336-7C8AFFCBC88C}" dt="2026-09-02T08:15:14.862" v="89"/>
          <ac:spMkLst>
            <pc:docMk/>
            <pc:sldMk cId="1276948535" sldId="1028"/>
            <ac:spMk id="6" creationId="{2804D15D-4AEA-4637-B9C6-8138B517B5F8}"/>
          </ac:spMkLst>
        </pc:spChg>
        <pc:spChg chg="add mod">
          <ac:chgData name="Kitazako Yoshihiro" userId="2ad4bbdc-016d-4e7b-96c4-26a6360ff6e0" providerId="ADAL" clId="{EFDFA4C4-FB57-4CAA-9336-7C8AFFCBC88C}" dt="2026-09-02T08:44:15.647" v="446" actId="1076"/>
          <ac:spMkLst>
            <pc:docMk/>
            <pc:sldMk cId="1276948535" sldId="1028"/>
            <ac:spMk id="7" creationId="{4ECC19FE-FCCA-0564-DD13-F7F647D37992}"/>
          </ac:spMkLst>
        </pc:spChg>
      </pc:sldChg>
      <pc:sldChg chg="modSp add mod">
        <pc:chgData name="Kitazako Yoshihiro" userId="2ad4bbdc-016d-4e7b-96c4-26a6360ff6e0" providerId="ADAL" clId="{EFDFA4C4-FB57-4CAA-9336-7C8AFFCBC88C}" dt="2026-09-02T08:16:49.098" v="99" actId="207"/>
        <pc:sldMkLst>
          <pc:docMk/>
          <pc:sldMk cId="128011717" sldId="1029"/>
        </pc:sldMkLst>
        <pc:spChg chg="mod">
          <ac:chgData name="Kitazako Yoshihiro" userId="2ad4bbdc-016d-4e7b-96c4-26a6360ff6e0" providerId="ADAL" clId="{EFDFA4C4-FB57-4CAA-9336-7C8AFFCBC88C}" dt="2026-09-02T08:16:49.098" v="99" actId="207"/>
          <ac:spMkLst>
            <pc:docMk/>
            <pc:sldMk cId="128011717" sldId="1029"/>
            <ac:spMk id="8" creationId="{2E9F6FDE-95FD-436A-3959-3C20416939B0}"/>
          </ac:spMkLst>
        </pc:spChg>
      </pc:sldChg>
      <pc:sldChg chg="modSp add mod">
        <pc:chgData name="Kitazako Yoshihiro" userId="2ad4bbdc-016d-4e7b-96c4-26a6360ff6e0" providerId="ADAL" clId="{EFDFA4C4-FB57-4CAA-9336-7C8AFFCBC88C}" dt="2026-09-02T08:18:05.330" v="107"/>
        <pc:sldMkLst>
          <pc:docMk/>
          <pc:sldMk cId="2239803982" sldId="1030"/>
        </pc:sldMkLst>
        <pc:spChg chg="mod">
          <ac:chgData name="Kitazako Yoshihiro" userId="2ad4bbdc-016d-4e7b-96c4-26a6360ff6e0" providerId="ADAL" clId="{EFDFA4C4-FB57-4CAA-9336-7C8AFFCBC88C}" dt="2026-09-02T08:18:05.330" v="107"/>
          <ac:spMkLst>
            <pc:docMk/>
            <pc:sldMk cId="2239803982" sldId="1030"/>
            <ac:spMk id="3" creationId="{C3E324C8-17A7-25A6-BEFA-F5A216684AE7}"/>
          </ac:spMkLst>
        </pc:spChg>
      </pc:sldChg>
      <pc:sldChg chg="delSp modSp add mod">
        <pc:chgData name="Kitazako Yoshihiro" userId="2ad4bbdc-016d-4e7b-96c4-26a6360ff6e0" providerId="ADAL" clId="{EFDFA4C4-FB57-4CAA-9336-7C8AFFCBC88C}" dt="2026-09-02T10:35:42.592" v="2388" actId="1076"/>
        <pc:sldMkLst>
          <pc:docMk/>
          <pc:sldMk cId="220856376" sldId="1031"/>
        </pc:sldMkLst>
        <pc:spChg chg="mod">
          <ac:chgData name="Kitazako Yoshihiro" userId="2ad4bbdc-016d-4e7b-96c4-26a6360ff6e0" providerId="ADAL" clId="{EFDFA4C4-FB57-4CAA-9336-7C8AFFCBC88C}" dt="2026-09-02T08:18:09.446" v="112"/>
          <ac:spMkLst>
            <pc:docMk/>
            <pc:sldMk cId="220856376" sldId="1031"/>
            <ac:spMk id="3" creationId="{02DD0881-A976-C5C4-80F6-3FD6274A5091}"/>
          </ac:spMkLst>
        </pc:spChg>
        <pc:spChg chg="mod">
          <ac:chgData name="Kitazako Yoshihiro" userId="2ad4bbdc-016d-4e7b-96c4-26a6360ff6e0" providerId="ADAL" clId="{EFDFA4C4-FB57-4CAA-9336-7C8AFFCBC88C}" dt="2026-09-02T10:34:41.863" v="2381" actId="12789"/>
          <ac:spMkLst>
            <pc:docMk/>
            <pc:sldMk cId="220856376" sldId="1031"/>
            <ac:spMk id="4" creationId="{B8DA0E93-194F-F44F-27AD-618BAC393B83}"/>
          </ac:spMkLst>
        </pc:spChg>
        <pc:spChg chg="mod topLvl">
          <ac:chgData name="Kitazako Yoshihiro" userId="2ad4bbdc-016d-4e7b-96c4-26a6360ff6e0" providerId="ADAL" clId="{EFDFA4C4-FB57-4CAA-9336-7C8AFFCBC88C}" dt="2026-09-02T10:35:05.698" v="2384" actId="12789"/>
          <ac:spMkLst>
            <pc:docMk/>
            <pc:sldMk cId="220856376" sldId="1031"/>
            <ac:spMk id="5" creationId="{7DF0BE51-0D9C-10D9-F030-A1C1D994A4BB}"/>
          </ac:spMkLst>
        </pc:spChg>
        <pc:spChg chg="mod topLvl">
          <ac:chgData name="Kitazako Yoshihiro" userId="2ad4bbdc-016d-4e7b-96c4-26a6360ff6e0" providerId="ADAL" clId="{EFDFA4C4-FB57-4CAA-9336-7C8AFFCBC88C}" dt="2026-09-02T10:34:28.541" v="2380" actId="12788"/>
          <ac:spMkLst>
            <pc:docMk/>
            <pc:sldMk cId="220856376" sldId="1031"/>
            <ac:spMk id="20" creationId="{16D38F95-626F-A1F7-74D4-BE820A468EA6}"/>
          </ac:spMkLst>
        </pc:spChg>
        <pc:spChg chg="mod topLvl">
          <ac:chgData name="Kitazako Yoshihiro" userId="2ad4bbdc-016d-4e7b-96c4-26a6360ff6e0" providerId="ADAL" clId="{EFDFA4C4-FB57-4CAA-9336-7C8AFFCBC88C}" dt="2026-09-02T10:35:32.121" v="2386" actId="1076"/>
          <ac:spMkLst>
            <pc:docMk/>
            <pc:sldMk cId="220856376" sldId="1031"/>
            <ac:spMk id="23" creationId="{5528C9D9-9C46-5A3A-122E-A8D2F4542084}"/>
          </ac:spMkLst>
        </pc:spChg>
        <pc:spChg chg="mod">
          <ac:chgData name="Kitazako Yoshihiro" userId="2ad4bbdc-016d-4e7b-96c4-26a6360ff6e0" providerId="ADAL" clId="{EFDFA4C4-FB57-4CAA-9336-7C8AFFCBC88C}" dt="2026-09-02T10:35:42.592" v="2388" actId="1076"/>
          <ac:spMkLst>
            <pc:docMk/>
            <pc:sldMk cId="220856376" sldId="1031"/>
            <ac:spMk id="25" creationId="{60E04796-EA93-AB30-A30C-176477C96809}"/>
          </ac:spMkLst>
        </pc:spChg>
        <pc:spChg chg="mod">
          <ac:chgData name="Kitazako Yoshihiro" userId="2ad4bbdc-016d-4e7b-96c4-26a6360ff6e0" providerId="ADAL" clId="{EFDFA4C4-FB57-4CAA-9336-7C8AFFCBC88C}" dt="2026-09-02T10:34:41.863" v="2381" actId="12789"/>
          <ac:spMkLst>
            <pc:docMk/>
            <pc:sldMk cId="220856376" sldId="1031"/>
            <ac:spMk id="29" creationId="{510EBBE8-E5F7-CFE5-ABF9-FA08F6B86EFB}"/>
          </ac:spMkLst>
        </pc:spChg>
        <pc:spChg chg="mod topLvl">
          <ac:chgData name="Kitazako Yoshihiro" userId="2ad4bbdc-016d-4e7b-96c4-26a6360ff6e0" providerId="ADAL" clId="{EFDFA4C4-FB57-4CAA-9336-7C8AFFCBC88C}" dt="2026-09-02T10:35:05.698" v="2384" actId="12789"/>
          <ac:spMkLst>
            <pc:docMk/>
            <pc:sldMk cId="220856376" sldId="1031"/>
            <ac:spMk id="31" creationId="{08C90644-4A6F-46B5-A6B2-183BFA75AF7E}"/>
          </ac:spMkLst>
        </pc:spChg>
        <pc:spChg chg="mod topLvl">
          <ac:chgData name="Kitazako Yoshihiro" userId="2ad4bbdc-016d-4e7b-96c4-26a6360ff6e0" providerId="ADAL" clId="{EFDFA4C4-FB57-4CAA-9336-7C8AFFCBC88C}" dt="2026-09-02T10:34:28.541" v="2380" actId="12788"/>
          <ac:spMkLst>
            <pc:docMk/>
            <pc:sldMk cId="220856376" sldId="1031"/>
            <ac:spMk id="33" creationId="{0BA4814C-7F01-AA45-DD98-41337173D3C2}"/>
          </ac:spMkLst>
        </pc:spChg>
        <pc:spChg chg="mod topLvl">
          <ac:chgData name="Kitazako Yoshihiro" userId="2ad4bbdc-016d-4e7b-96c4-26a6360ff6e0" providerId="ADAL" clId="{EFDFA4C4-FB57-4CAA-9336-7C8AFFCBC88C}" dt="2026-09-02T10:34:28.541" v="2380" actId="12788"/>
          <ac:spMkLst>
            <pc:docMk/>
            <pc:sldMk cId="220856376" sldId="1031"/>
            <ac:spMk id="35" creationId="{B697E52C-BDA4-D21C-C05B-9FEC55E677DC}"/>
          </ac:spMkLst>
        </pc:spChg>
        <pc:spChg chg="mod">
          <ac:chgData name="Kitazako Yoshihiro" userId="2ad4bbdc-016d-4e7b-96c4-26a6360ff6e0" providerId="ADAL" clId="{EFDFA4C4-FB57-4CAA-9336-7C8AFFCBC88C}" dt="2026-09-02T10:34:28.541" v="2380" actId="12788"/>
          <ac:spMkLst>
            <pc:docMk/>
            <pc:sldMk cId="220856376" sldId="1031"/>
            <ac:spMk id="37" creationId="{7FBFDF00-A9B8-66B4-1774-4EAC95A5CC9F}"/>
          </ac:spMkLst>
        </pc:spChg>
      </pc:sldChg>
      <pc:sldChg chg="modSp add mod">
        <pc:chgData name="Kitazako Yoshihiro" userId="2ad4bbdc-016d-4e7b-96c4-26a6360ff6e0" providerId="ADAL" clId="{EFDFA4C4-FB57-4CAA-9336-7C8AFFCBC88C}" dt="2026-09-02T08:17:58.659" v="102" actId="207"/>
        <pc:sldMkLst>
          <pc:docMk/>
          <pc:sldMk cId="2739667563" sldId="1032"/>
        </pc:sldMkLst>
        <pc:spChg chg="mod">
          <ac:chgData name="Kitazako Yoshihiro" userId="2ad4bbdc-016d-4e7b-96c4-26a6360ff6e0" providerId="ADAL" clId="{EFDFA4C4-FB57-4CAA-9336-7C8AFFCBC88C}" dt="2026-09-02T08:17:58.659" v="102" actId="207"/>
          <ac:spMkLst>
            <pc:docMk/>
            <pc:sldMk cId="2739667563" sldId="1032"/>
            <ac:spMk id="8" creationId="{2E9F6FDE-95FD-436A-3959-3C20416939B0}"/>
          </ac:spMkLst>
        </pc:spChg>
      </pc:sldChg>
      <pc:sldChg chg="modSp add mod ord">
        <pc:chgData name="Kitazako Yoshihiro" userId="2ad4bbdc-016d-4e7b-96c4-26a6360ff6e0" providerId="ADAL" clId="{EFDFA4C4-FB57-4CAA-9336-7C8AFFCBC88C}" dt="2026-09-02T08:18:41.169" v="124" actId="207"/>
        <pc:sldMkLst>
          <pc:docMk/>
          <pc:sldMk cId="3409045435" sldId="1033"/>
        </pc:sldMkLst>
        <pc:spChg chg="mod">
          <ac:chgData name="Kitazako Yoshihiro" userId="2ad4bbdc-016d-4e7b-96c4-26a6360ff6e0" providerId="ADAL" clId="{EFDFA4C4-FB57-4CAA-9336-7C8AFFCBC88C}" dt="2026-09-02T08:18:41.169" v="124" actId="207"/>
          <ac:spMkLst>
            <pc:docMk/>
            <pc:sldMk cId="3409045435" sldId="1033"/>
            <ac:spMk id="8" creationId="{2E9F6FDE-95FD-436A-3959-3C20416939B0}"/>
          </ac:spMkLst>
        </pc:spChg>
      </pc:sldChg>
      <pc:sldChg chg="modSp add mod">
        <pc:chgData name="Kitazako Yoshihiro" userId="2ad4bbdc-016d-4e7b-96c4-26a6360ff6e0" providerId="ADAL" clId="{EFDFA4C4-FB57-4CAA-9336-7C8AFFCBC88C}" dt="2026-09-02T08:18:34.959" v="122" actId="207"/>
        <pc:sldMkLst>
          <pc:docMk/>
          <pc:sldMk cId="273991251" sldId="1034"/>
        </pc:sldMkLst>
        <pc:spChg chg="mod">
          <ac:chgData name="Kitazako Yoshihiro" userId="2ad4bbdc-016d-4e7b-96c4-26a6360ff6e0" providerId="ADAL" clId="{EFDFA4C4-FB57-4CAA-9336-7C8AFFCBC88C}" dt="2026-09-02T08:18:34.959" v="122" actId="207"/>
          <ac:spMkLst>
            <pc:docMk/>
            <pc:sldMk cId="273991251" sldId="1034"/>
            <ac:spMk id="8" creationId="{2E9F6FDE-95FD-436A-3959-3C20416939B0}"/>
          </ac:spMkLst>
        </pc:spChg>
      </pc:sldChg>
      <pc:sldChg chg="modSp add mod">
        <pc:chgData name="Kitazako Yoshihiro" userId="2ad4bbdc-016d-4e7b-96c4-26a6360ff6e0" providerId="ADAL" clId="{EFDFA4C4-FB57-4CAA-9336-7C8AFFCBC88C}" dt="2026-09-02T08:18:37.891" v="123" actId="207"/>
        <pc:sldMkLst>
          <pc:docMk/>
          <pc:sldMk cId="1213537073" sldId="1035"/>
        </pc:sldMkLst>
        <pc:spChg chg="mod">
          <ac:chgData name="Kitazako Yoshihiro" userId="2ad4bbdc-016d-4e7b-96c4-26a6360ff6e0" providerId="ADAL" clId="{EFDFA4C4-FB57-4CAA-9336-7C8AFFCBC88C}" dt="2026-09-02T08:18:37.891" v="123" actId="207"/>
          <ac:spMkLst>
            <pc:docMk/>
            <pc:sldMk cId="1213537073" sldId="1035"/>
            <ac:spMk id="8" creationId="{2E9F6FDE-95FD-436A-3959-3C20416939B0}"/>
          </ac:spMkLst>
        </pc:spChg>
      </pc:sldChg>
      <pc:sldChg chg="add">
        <pc:chgData name="Kitazako Yoshihiro" userId="2ad4bbdc-016d-4e7b-96c4-26a6360ff6e0" providerId="ADAL" clId="{EFDFA4C4-FB57-4CAA-9336-7C8AFFCBC88C}" dt="2026-09-02T08:19:30.295" v="125"/>
        <pc:sldMkLst>
          <pc:docMk/>
          <pc:sldMk cId="2209150167" sldId="1036"/>
        </pc:sldMkLst>
      </pc:sldChg>
      <pc:sldChg chg="addSp delSp modSp add mod">
        <pc:chgData name="Kitazako Yoshihiro" userId="2ad4bbdc-016d-4e7b-96c4-26a6360ff6e0" providerId="ADAL" clId="{EFDFA4C4-FB57-4CAA-9336-7C8AFFCBC88C}" dt="2026-09-02T10:29:25.739" v="2375" actId="6549"/>
        <pc:sldMkLst>
          <pc:docMk/>
          <pc:sldMk cId="3658424391" sldId="1037"/>
        </pc:sldMkLst>
        <pc:spChg chg="mod">
          <ac:chgData name="Kitazako Yoshihiro" userId="2ad4bbdc-016d-4e7b-96c4-26a6360ff6e0" providerId="ADAL" clId="{EFDFA4C4-FB57-4CAA-9336-7C8AFFCBC88C}" dt="2026-09-02T09:59:38.321" v="1955"/>
          <ac:spMkLst>
            <pc:docMk/>
            <pc:sldMk cId="3658424391" sldId="1037"/>
            <ac:spMk id="3" creationId="{D0997A54-7920-D924-C096-C062B9E14409}"/>
          </ac:spMkLst>
        </pc:spChg>
        <pc:spChg chg="add mod">
          <ac:chgData name="Kitazako Yoshihiro" userId="2ad4bbdc-016d-4e7b-96c4-26a6360ff6e0" providerId="ADAL" clId="{EFDFA4C4-FB57-4CAA-9336-7C8AFFCBC88C}" dt="2026-09-02T10:29:25.739" v="2375" actId="6549"/>
          <ac:spMkLst>
            <pc:docMk/>
            <pc:sldMk cId="3658424391" sldId="1037"/>
            <ac:spMk id="4" creationId="{0FB1843D-E31C-F911-B632-09BE50B3A807}"/>
          </ac:spMkLst>
        </pc:spChg>
        <pc:spChg chg="mod">
          <ac:chgData name="Kitazako Yoshihiro" userId="2ad4bbdc-016d-4e7b-96c4-26a6360ff6e0" providerId="ADAL" clId="{EFDFA4C4-FB57-4CAA-9336-7C8AFFCBC88C}" dt="2026-09-02T10:26:12.554" v="2170" actId="20577"/>
          <ac:spMkLst>
            <pc:docMk/>
            <pc:sldMk cId="3658424391" sldId="1037"/>
            <ac:spMk id="12" creationId="{3A927910-672B-0641-FED7-A8527BE41529}"/>
          </ac:spMkLst>
        </pc:spChg>
        <pc:spChg chg="mod">
          <ac:chgData name="Kitazako Yoshihiro" userId="2ad4bbdc-016d-4e7b-96c4-26a6360ff6e0" providerId="ADAL" clId="{EFDFA4C4-FB57-4CAA-9336-7C8AFFCBC88C}" dt="2026-09-02T08:20:23.034" v="129" actId="207"/>
          <ac:spMkLst>
            <pc:docMk/>
            <pc:sldMk cId="3658424391" sldId="1037"/>
            <ac:spMk id="13" creationId="{8A034014-3723-7A0B-5B0E-1A0264BD24AF}"/>
          </ac:spMkLst>
        </pc:spChg>
        <pc:spChg chg="mod">
          <ac:chgData name="Kitazako Yoshihiro" userId="2ad4bbdc-016d-4e7b-96c4-26a6360ff6e0" providerId="ADAL" clId="{EFDFA4C4-FB57-4CAA-9336-7C8AFFCBC88C}" dt="2026-09-02T08:20:19.975" v="128" actId="207"/>
          <ac:spMkLst>
            <pc:docMk/>
            <pc:sldMk cId="3658424391" sldId="1037"/>
            <ac:spMk id="22" creationId="{54EC706D-632B-1154-C001-0AD3FE3EA28D}"/>
          </ac:spMkLst>
        </pc:spChg>
      </pc:sldChg>
      <pc:sldChg chg="add">
        <pc:chgData name="Kitazako Yoshihiro" userId="2ad4bbdc-016d-4e7b-96c4-26a6360ff6e0" providerId="ADAL" clId="{EFDFA4C4-FB57-4CAA-9336-7C8AFFCBC88C}" dt="2026-09-02T08:21:23.408" v="131"/>
        <pc:sldMkLst>
          <pc:docMk/>
          <pc:sldMk cId="2420397819" sldId="1038"/>
        </pc:sldMkLst>
      </pc:sldChg>
      <pc:sldChg chg="add">
        <pc:chgData name="Kitazako Yoshihiro" userId="2ad4bbdc-016d-4e7b-96c4-26a6360ff6e0" providerId="ADAL" clId="{EFDFA4C4-FB57-4CAA-9336-7C8AFFCBC88C}" dt="2026-09-02T08:21:23.408" v="131"/>
        <pc:sldMkLst>
          <pc:docMk/>
          <pc:sldMk cId="4226449790" sldId="1039"/>
        </pc:sldMkLst>
      </pc:sldChg>
      <pc:sldChg chg="addSp delSp modSp add mod">
        <pc:chgData name="Kitazako Yoshihiro" userId="2ad4bbdc-016d-4e7b-96c4-26a6360ff6e0" providerId="ADAL" clId="{EFDFA4C4-FB57-4CAA-9336-7C8AFFCBC88C}" dt="2026-09-02T09:25:30.158" v="800"/>
        <pc:sldMkLst>
          <pc:docMk/>
          <pc:sldMk cId="777901485" sldId="1040"/>
        </pc:sldMkLst>
        <pc:spChg chg="mod">
          <ac:chgData name="Kitazako Yoshihiro" userId="2ad4bbdc-016d-4e7b-96c4-26a6360ff6e0" providerId="ADAL" clId="{EFDFA4C4-FB57-4CAA-9336-7C8AFFCBC88C}" dt="2026-09-02T09:25:30.158" v="800"/>
          <ac:spMkLst>
            <pc:docMk/>
            <pc:sldMk cId="777901485" sldId="1040"/>
            <ac:spMk id="4" creationId="{38AF7428-4374-5A78-5C06-9D6202138608}"/>
          </ac:spMkLst>
        </pc:spChg>
        <pc:spChg chg="add mod">
          <ac:chgData name="Kitazako Yoshihiro" userId="2ad4bbdc-016d-4e7b-96c4-26a6360ff6e0" providerId="ADAL" clId="{EFDFA4C4-FB57-4CAA-9336-7C8AFFCBC88C}" dt="2026-09-02T09:22:51.038" v="587" actId="1076"/>
          <ac:spMkLst>
            <pc:docMk/>
            <pc:sldMk cId="777901485" sldId="1040"/>
            <ac:spMk id="8" creationId="{3EF2D7C5-F287-6AB6-2C39-645D35A1DD4D}"/>
          </ac:spMkLst>
        </pc:spChg>
        <pc:spChg chg="mod">
          <ac:chgData name="Kitazako Yoshihiro" userId="2ad4bbdc-016d-4e7b-96c4-26a6360ff6e0" providerId="ADAL" clId="{EFDFA4C4-FB57-4CAA-9336-7C8AFFCBC88C}" dt="2026-09-02T09:20:17.947" v="539" actId="1076"/>
          <ac:spMkLst>
            <pc:docMk/>
            <pc:sldMk cId="777901485" sldId="1040"/>
            <ac:spMk id="9" creationId="{3ABD5FC5-7740-E895-B08A-3355FBFF8CEE}"/>
          </ac:spMkLst>
        </pc:spChg>
        <pc:spChg chg="add mod">
          <ac:chgData name="Kitazako Yoshihiro" userId="2ad4bbdc-016d-4e7b-96c4-26a6360ff6e0" providerId="ADAL" clId="{EFDFA4C4-FB57-4CAA-9336-7C8AFFCBC88C}" dt="2026-09-02T09:23:41.464" v="596"/>
          <ac:spMkLst>
            <pc:docMk/>
            <pc:sldMk cId="777901485" sldId="1040"/>
            <ac:spMk id="10" creationId="{BCD12A46-00D5-0F66-C4AB-A7D5CF3D4D46}"/>
          </ac:spMkLst>
        </pc:spChg>
        <pc:spChg chg="add mod">
          <ac:chgData name="Kitazako Yoshihiro" userId="2ad4bbdc-016d-4e7b-96c4-26a6360ff6e0" providerId="ADAL" clId="{EFDFA4C4-FB57-4CAA-9336-7C8AFFCBC88C}" dt="2026-09-02T09:23:01.314" v="588" actId="14100"/>
          <ac:spMkLst>
            <pc:docMk/>
            <pc:sldMk cId="777901485" sldId="1040"/>
            <ac:spMk id="11" creationId="{F6C6949D-5EAB-607A-CE0D-A7FA70A78101}"/>
          </ac:spMkLst>
        </pc:spChg>
        <pc:spChg chg="add mod">
          <ac:chgData name="Kitazako Yoshihiro" userId="2ad4bbdc-016d-4e7b-96c4-26a6360ff6e0" providerId="ADAL" clId="{EFDFA4C4-FB57-4CAA-9336-7C8AFFCBC88C}" dt="2026-09-02T09:20:45.017" v="560" actId="571"/>
          <ac:spMkLst>
            <pc:docMk/>
            <pc:sldMk cId="777901485" sldId="1040"/>
            <ac:spMk id="13" creationId="{D1BA8745-7CD2-F688-C98C-EDE7B78E923F}"/>
          </ac:spMkLst>
        </pc:spChg>
        <pc:spChg chg="add mod">
          <ac:chgData name="Kitazako Yoshihiro" userId="2ad4bbdc-016d-4e7b-96c4-26a6360ff6e0" providerId="ADAL" clId="{EFDFA4C4-FB57-4CAA-9336-7C8AFFCBC88C}" dt="2026-09-02T09:20:45.017" v="560" actId="571"/>
          <ac:spMkLst>
            <pc:docMk/>
            <pc:sldMk cId="777901485" sldId="1040"/>
            <ac:spMk id="14" creationId="{EE46E8A8-734D-69B2-B581-2D80916AC502}"/>
          </ac:spMkLst>
        </pc:spChg>
        <pc:spChg chg="add mod">
          <ac:chgData name="Kitazako Yoshihiro" userId="2ad4bbdc-016d-4e7b-96c4-26a6360ff6e0" providerId="ADAL" clId="{EFDFA4C4-FB57-4CAA-9336-7C8AFFCBC88C}" dt="2026-09-02T09:20:45.017" v="560" actId="571"/>
          <ac:spMkLst>
            <pc:docMk/>
            <pc:sldMk cId="777901485" sldId="1040"/>
            <ac:spMk id="15" creationId="{685E1E4D-77E7-D041-C29C-B27F5D193535}"/>
          </ac:spMkLst>
        </pc:spChg>
        <pc:spChg chg="mod">
          <ac:chgData name="Kitazako Yoshihiro" userId="2ad4bbdc-016d-4e7b-96c4-26a6360ff6e0" providerId="ADAL" clId="{EFDFA4C4-FB57-4CAA-9336-7C8AFFCBC88C}" dt="2026-09-02T09:23:01.314" v="588" actId="14100"/>
          <ac:spMkLst>
            <pc:docMk/>
            <pc:sldMk cId="777901485" sldId="1040"/>
            <ac:spMk id="27" creationId="{29BECF08-C23E-5469-FAE7-0FB685F038AA}"/>
          </ac:spMkLst>
        </pc:spChg>
        <pc:spChg chg="mod">
          <ac:chgData name="Kitazako Yoshihiro" userId="2ad4bbdc-016d-4e7b-96c4-26a6360ff6e0" providerId="ADAL" clId="{EFDFA4C4-FB57-4CAA-9336-7C8AFFCBC88C}" dt="2026-09-02T09:20:17.947" v="539" actId="1076"/>
          <ac:spMkLst>
            <pc:docMk/>
            <pc:sldMk cId="777901485" sldId="1040"/>
            <ac:spMk id="28" creationId="{FDF36592-FFBE-FCC7-7C00-26E072EB4E45}"/>
          </ac:spMkLst>
        </pc:spChg>
        <pc:spChg chg="mod">
          <ac:chgData name="Kitazako Yoshihiro" userId="2ad4bbdc-016d-4e7b-96c4-26a6360ff6e0" providerId="ADAL" clId="{EFDFA4C4-FB57-4CAA-9336-7C8AFFCBC88C}" dt="2026-09-02T09:20:17.947" v="539" actId="1076"/>
          <ac:spMkLst>
            <pc:docMk/>
            <pc:sldMk cId="777901485" sldId="1040"/>
            <ac:spMk id="29" creationId="{40710AEF-4167-314C-94F0-F945231B42AA}"/>
          </ac:spMkLst>
        </pc:spChg>
        <pc:graphicFrameChg chg="mod">
          <ac:chgData name="Kitazako Yoshihiro" userId="2ad4bbdc-016d-4e7b-96c4-26a6360ff6e0" providerId="ADAL" clId="{EFDFA4C4-FB57-4CAA-9336-7C8AFFCBC88C}" dt="2026-09-02T09:20:17.947" v="539" actId="1076"/>
          <ac:graphicFrameMkLst>
            <pc:docMk/>
            <pc:sldMk cId="777901485" sldId="1040"/>
            <ac:graphicFrameMk id="5" creationId="{568C2EC1-2D54-2A06-DA9B-C53499D00601}"/>
          </ac:graphicFrameMkLst>
        </pc:graphicFrameChg>
      </pc:sldChg>
      <pc:sldChg chg="addSp delSp modSp add mod">
        <pc:chgData name="Kitazako Yoshihiro" userId="2ad4bbdc-016d-4e7b-96c4-26a6360ff6e0" providerId="ADAL" clId="{EFDFA4C4-FB57-4CAA-9336-7C8AFFCBC88C}" dt="2026-09-02T09:45:27.319" v="1946"/>
        <pc:sldMkLst>
          <pc:docMk/>
          <pc:sldMk cId="309408502" sldId="1041"/>
        </pc:sldMkLst>
        <pc:spChg chg="mod">
          <ac:chgData name="Kitazako Yoshihiro" userId="2ad4bbdc-016d-4e7b-96c4-26a6360ff6e0" providerId="ADAL" clId="{EFDFA4C4-FB57-4CAA-9336-7C8AFFCBC88C}" dt="2026-09-02T09:29:58.370" v="824"/>
          <ac:spMkLst>
            <pc:docMk/>
            <pc:sldMk cId="309408502" sldId="1041"/>
            <ac:spMk id="3" creationId="{2FF11C97-A0C6-892C-4B18-E03E386E498A}"/>
          </ac:spMkLst>
        </pc:spChg>
        <pc:spChg chg="mod">
          <ac:chgData name="Kitazako Yoshihiro" userId="2ad4bbdc-016d-4e7b-96c4-26a6360ff6e0" providerId="ADAL" clId="{EFDFA4C4-FB57-4CAA-9336-7C8AFFCBC88C}" dt="2026-09-02T09:42:44.811" v="1929"/>
          <ac:spMkLst>
            <pc:docMk/>
            <pc:sldMk cId="309408502" sldId="1041"/>
            <ac:spMk id="4" creationId="{7FF48C40-2ACA-16A9-FA39-AA402A56C1E1}"/>
          </ac:spMkLst>
        </pc:spChg>
        <pc:spChg chg="mod">
          <ac:chgData name="Kitazako Yoshihiro" userId="2ad4bbdc-016d-4e7b-96c4-26a6360ff6e0" providerId="ADAL" clId="{EFDFA4C4-FB57-4CAA-9336-7C8AFFCBC88C}" dt="2026-09-02T09:42:51.908" v="1930" actId="1076"/>
          <ac:spMkLst>
            <pc:docMk/>
            <pc:sldMk cId="309408502" sldId="1041"/>
            <ac:spMk id="7" creationId="{4ECC19FE-FCCA-0564-DD13-F7F647D37992}"/>
          </ac:spMkLst>
        </pc:spChg>
        <pc:spChg chg="mod">
          <ac:chgData name="Kitazako Yoshihiro" userId="2ad4bbdc-016d-4e7b-96c4-26a6360ff6e0" providerId="ADAL" clId="{EFDFA4C4-FB57-4CAA-9336-7C8AFFCBC88C}" dt="2026-09-02T09:45:27.319" v="1946"/>
          <ac:spMkLst>
            <pc:docMk/>
            <pc:sldMk cId="309408502" sldId="1041"/>
            <ac:spMk id="8" creationId="{590543FC-3681-ECDB-74D6-17456524A067}"/>
          </ac:spMkLst>
        </pc:spChg>
      </pc:sldChg>
      <pc:sldChg chg="addSp delSp modSp add mod modShow">
        <pc:chgData name="Kitazako Yoshihiro" userId="2ad4bbdc-016d-4e7b-96c4-26a6360ff6e0" providerId="ADAL" clId="{EFDFA4C4-FB57-4CAA-9336-7C8AFFCBC88C}" dt="2026-09-02T11:05:22.753" v="2735" actId="1076"/>
        <pc:sldMkLst>
          <pc:docMk/>
          <pc:sldMk cId="3152819420" sldId="1042"/>
        </pc:sldMkLst>
        <pc:spChg chg="add mod">
          <ac:chgData name="Kitazako Yoshihiro" userId="2ad4bbdc-016d-4e7b-96c4-26a6360ff6e0" providerId="ADAL" clId="{EFDFA4C4-FB57-4CAA-9336-7C8AFFCBC88C}" dt="2026-09-02T09:43:09.443" v="1933" actId="478"/>
          <ac:spMkLst>
            <pc:docMk/>
            <pc:sldMk cId="3152819420" sldId="1042"/>
            <ac:spMk id="10" creationId="{85E3C469-5B23-D564-FDBF-437C3BD15853}"/>
          </ac:spMkLst>
        </pc:spChg>
        <pc:picChg chg="add mod">
          <ac:chgData name="Kitazako Yoshihiro" userId="2ad4bbdc-016d-4e7b-96c4-26a6360ff6e0" providerId="ADAL" clId="{EFDFA4C4-FB57-4CAA-9336-7C8AFFCBC88C}" dt="2026-09-02T11:05:22.753" v="2735" actId="1076"/>
          <ac:picMkLst>
            <pc:docMk/>
            <pc:sldMk cId="3152819420" sldId="1042"/>
            <ac:picMk id="14" creationId="{6DA8FB18-2946-6DEB-647D-8F6E045510DF}"/>
          </ac:picMkLst>
        </pc:picChg>
      </pc:sldChg>
      <pc:sldChg chg="add">
        <pc:chgData name="Kitazako Yoshihiro" userId="2ad4bbdc-016d-4e7b-96c4-26a6360ff6e0" providerId="ADAL" clId="{EFDFA4C4-FB57-4CAA-9336-7C8AFFCBC88C}" dt="2026-09-02T09:57:12.412" v="1948"/>
        <pc:sldMkLst>
          <pc:docMk/>
          <pc:sldMk cId="3409147857" sldId="1043"/>
        </pc:sldMkLst>
      </pc:sldChg>
      <pc:sldChg chg="addSp delSp modSp mod">
        <pc:chgData name="Kitazako Yoshihiro" userId="2ad4bbdc-016d-4e7b-96c4-26a6360ff6e0" providerId="ADAL" clId="{EFDFA4C4-FB57-4CAA-9336-7C8AFFCBC88C}" dt="2026-09-08T23:45:22.445" v="2740" actId="478"/>
        <pc:sldMkLst>
          <pc:docMk/>
          <pc:sldMk cId="1791646018" sldId="1045"/>
        </pc:sldMkLst>
        <pc:spChg chg="add del mod">
          <ac:chgData name="Kitazako Yoshihiro" userId="2ad4bbdc-016d-4e7b-96c4-26a6360ff6e0" providerId="ADAL" clId="{EFDFA4C4-FB57-4CAA-9336-7C8AFFCBC88C}" dt="2026-09-08T23:45:22.445" v="2740" actId="478"/>
          <ac:spMkLst>
            <pc:docMk/>
            <pc:sldMk cId="1791646018" sldId="1045"/>
            <ac:spMk id="9" creationId="{EFE95C56-5339-E848-696E-133344DD598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180084-6F84-49B0-9AA5-9C645D94108B}" type="doc">
      <dgm:prSet loTypeId="urn:microsoft.com/office/officeart/2005/8/layout/chevron1" loCatId="process" qsTypeId="urn:microsoft.com/office/officeart/2005/8/quickstyle/simple1#1" qsCatId="simple" csTypeId="urn:microsoft.com/office/officeart/2005/8/colors/accent1_2#1" csCatId="accent1" phldr="1"/>
      <dgm:spPr/>
      <dgm:t>
        <a:bodyPr/>
        <a:lstStyle/>
        <a:p>
          <a:endParaRPr kumimoji="1" lang="ja-JP" altLang="en-US"/>
        </a:p>
      </dgm:t>
    </dgm:pt>
    <dgm:pt modelId="{8BD9BAE0-74C9-4002-8A5D-22393BAAD2D2}">
      <dgm:prSet phldrT="[テキスト]"/>
      <dgm:spPr>
        <a:solidFill>
          <a:schemeClr val="accent1">
            <a:lumMod val="20000"/>
            <a:lumOff val="80000"/>
          </a:schemeClr>
        </a:solidFill>
      </dgm:spPr>
      <dgm:t>
        <a:bodyPr/>
        <a:lstStyle/>
        <a:p>
          <a:r>
            <a:rPr kumimoji="1" lang="ja-JP" altLang="en-US" b="1">
              <a:solidFill>
                <a:schemeClr val="bg1">
                  <a:lumMod val="50000"/>
                </a:schemeClr>
              </a:solidFill>
              <a:latin typeface="Meiryo UI" panose="020B0604030504040204" pitchFamily="50" charset="-128"/>
              <a:ea typeface="Meiryo UI" panose="020B0604030504040204" pitchFamily="50" charset="-128"/>
            </a:rPr>
            <a:t>昔（</a:t>
          </a:r>
          <a:r>
            <a:rPr kumimoji="1" lang="en-US" altLang="ja-JP" b="1">
              <a:solidFill>
                <a:schemeClr val="bg1">
                  <a:lumMod val="50000"/>
                </a:schemeClr>
              </a:solidFill>
              <a:latin typeface="Meiryo UI" panose="020B0604030504040204" pitchFamily="50" charset="-128"/>
              <a:ea typeface="Meiryo UI" panose="020B0604030504040204" pitchFamily="50" charset="-128"/>
            </a:rPr>
            <a:t>2010</a:t>
          </a:r>
          <a:r>
            <a:rPr kumimoji="1" lang="ja-JP" altLang="en-US" b="1">
              <a:solidFill>
                <a:schemeClr val="bg1">
                  <a:lumMod val="50000"/>
                </a:schemeClr>
              </a:solidFill>
              <a:latin typeface="Meiryo UI" panose="020B0604030504040204" pitchFamily="50" charset="-128"/>
              <a:ea typeface="Meiryo UI" panose="020B0604030504040204" pitchFamily="50" charset="-128"/>
            </a:rPr>
            <a:t>年代）</a:t>
          </a:r>
        </a:p>
      </dgm:t>
    </dgm:pt>
    <dgm:pt modelId="{80724AD2-D34D-4EA0-A843-63D108F31C4C}" type="par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7FB529DD-58F9-458D-A8B2-15B6778B2A4E}" type="sib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1EE7BD3F-A463-47C6-BB50-13E39526B52C}">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a:ea typeface="Meiryo UI"/>
            </a:rPr>
            <a:t>今（</a:t>
          </a:r>
          <a:r>
            <a:rPr kumimoji="1" lang="en-US" altLang="ja-JP" sz="1400" b="1">
              <a:solidFill>
                <a:schemeClr val="bg1">
                  <a:lumMod val="50000"/>
                </a:schemeClr>
              </a:solidFill>
              <a:latin typeface="Meiryo UI"/>
              <a:ea typeface="Meiryo UI"/>
            </a:rPr>
            <a:t>2026</a:t>
          </a:r>
          <a:r>
            <a:rPr kumimoji="1" lang="ja-JP" altLang="en-US" sz="1400" b="1">
              <a:solidFill>
                <a:schemeClr val="bg1">
                  <a:lumMod val="50000"/>
                </a:schemeClr>
              </a:solidFill>
              <a:latin typeface="Meiryo UI"/>
              <a:ea typeface="Meiryo UI"/>
            </a:rPr>
            <a:t>年）</a:t>
          </a:r>
        </a:p>
      </dgm:t>
    </dgm:pt>
    <dgm:pt modelId="{B40C7824-E4BC-4F23-910A-DBB2F4B6FC77}" type="par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C9FF0B9A-F7C8-4C78-84AD-E1D2FA694BEF}" type="sib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D6FF320A-EBF8-4ABE-AD09-85C158AEBA59}">
      <dgm:prSet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2024</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40239299-40E4-4BE0-84CB-E7F4350B3511}" type="parTrans" cxnId="{31E97699-D495-4765-9BD9-2E82D69EDD31}">
      <dgm:prSet/>
      <dgm:spPr/>
      <dgm:t>
        <a:bodyPr/>
        <a:lstStyle/>
        <a:p>
          <a:endParaRPr kumimoji="1" lang="ja-JP" altLang="en-US" b="1"/>
        </a:p>
      </dgm:t>
    </dgm:pt>
    <dgm:pt modelId="{04545C00-2BE5-4248-AEE8-EF4665F495BC}" type="sibTrans" cxnId="{31E97699-D495-4765-9BD9-2E82D69EDD31}">
      <dgm:prSet/>
      <dgm:spPr/>
      <dgm:t>
        <a:bodyPr/>
        <a:lstStyle/>
        <a:p>
          <a:endParaRPr kumimoji="1" lang="ja-JP" altLang="en-US" b="1"/>
        </a:p>
      </dgm:t>
    </dgm:pt>
    <dgm:pt modelId="{273F8AC2-19BE-4524-8ACB-2F8A0517EC67}">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少し先（</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2028</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EAFD3549-89C2-45F7-A9E5-B07B7BE01ED7}" type="sib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24CD6AB-9A97-41FC-8902-F653F628129A}" type="par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1F2EEEA-4822-4A9D-908E-829938A7F7CA}" type="pres">
      <dgm:prSet presAssocID="{7C180084-6F84-49B0-9AA5-9C645D94108B}" presName="Name0" presStyleCnt="0">
        <dgm:presLayoutVars>
          <dgm:dir/>
          <dgm:animLvl val="lvl"/>
          <dgm:resizeHandles val="exact"/>
        </dgm:presLayoutVars>
      </dgm:prSet>
      <dgm:spPr/>
    </dgm:pt>
    <dgm:pt modelId="{B00A7EDC-A1CA-43C4-9D1A-C077EEF3F98C}" type="pres">
      <dgm:prSet presAssocID="{8BD9BAE0-74C9-4002-8A5D-22393BAAD2D2}" presName="parTxOnly" presStyleLbl="node1" presStyleIdx="0" presStyleCnt="4" custScaleX="74926" custLinFactNeighborX="-20756" custLinFactNeighborY="-19006">
        <dgm:presLayoutVars>
          <dgm:chMax val="0"/>
          <dgm:chPref val="0"/>
          <dgm:bulletEnabled val="1"/>
        </dgm:presLayoutVars>
      </dgm:prSet>
      <dgm:spPr/>
    </dgm:pt>
    <dgm:pt modelId="{193ADAAC-F07E-40DC-A4B4-C65862529253}" type="pres">
      <dgm:prSet presAssocID="{7FB529DD-58F9-458D-A8B2-15B6778B2A4E}" presName="parTxOnlySpace" presStyleCnt="0"/>
      <dgm:spPr/>
    </dgm:pt>
    <dgm:pt modelId="{68ABCEAE-E27A-4B57-9181-A2768538FDD6}" type="pres">
      <dgm:prSet presAssocID="{D6FF320A-EBF8-4ABE-AD09-85C158AEBA59}" presName="parTxOnly" presStyleLbl="node1" presStyleIdx="1" presStyleCnt="4" custScaleX="68096">
        <dgm:presLayoutVars>
          <dgm:chMax val="0"/>
          <dgm:chPref val="0"/>
          <dgm:bulletEnabled val="1"/>
        </dgm:presLayoutVars>
      </dgm:prSet>
      <dgm:spPr/>
    </dgm:pt>
    <dgm:pt modelId="{FD1D8F4C-FED1-4750-B023-066EBB0B90CA}" type="pres">
      <dgm:prSet presAssocID="{04545C00-2BE5-4248-AEE8-EF4665F495BC}" presName="parTxOnlySpace" presStyleCnt="0"/>
      <dgm:spPr/>
    </dgm:pt>
    <dgm:pt modelId="{F933783A-CBA2-4675-8236-EB3E8F5929D0}" type="pres">
      <dgm:prSet presAssocID="{1EE7BD3F-A463-47C6-BB50-13E39526B52C}" presName="parTxOnly" presStyleLbl="node1" presStyleIdx="2" presStyleCnt="4" custScaleX="70859">
        <dgm:presLayoutVars>
          <dgm:chMax val="0"/>
          <dgm:chPref val="0"/>
          <dgm:bulletEnabled val="1"/>
        </dgm:presLayoutVars>
      </dgm:prSet>
      <dgm:spPr/>
    </dgm:pt>
    <dgm:pt modelId="{67F06001-F613-4F04-AA38-1224180F1BFA}" type="pres">
      <dgm:prSet presAssocID="{C9FF0B9A-F7C8-4C78-84AD-E1D2FA694BEF}" presName="parTxOnlySpace" presStyleCnt="0"/>
      <dgm:spPr/>
    </dgm:pt>
    <dgm:pt modelId="{04FF204C-28A2-42E9-BC47-FF4E747B9737}" type="pres">
      <dgm:prSet presAssocID="{273F8AC2-19BE-4524-8ACB-2F8A0517EC67}" presName="parTxOnly" presStyleLbl="node1" presStyleIdx="3" presStyleCnt="4" custScaleX="60413">
        <dgm:presLayoutVars>
          <dgm:chMax val="0"/>
          <dgm:chPref val="0"/>
          <dgm:bulletEnabled val="1"/>
        </dgm:presLayoutVars>
      </dgm:prSet>
      <dgm:spPr/>
    </dgm:pt>
  </dgm:ptLst>
  <dgm:cxnLst>
    <dgm:cxn modelId="{2B1DBA1C-4F3E-4E7A-AE08-837BF21E25C1}" type="presOf" srcId="{8BD9BAE0-74C9-4002-8A5D-22393BAAD2D2}" destId="{B00A7EDC-A1CA-43C4-9D1A-C077EEF3F98C}" srcOrd="0" destOrd="0" presId="urn:microsoft.com/office/officeart/2005/8/layout/chevron1"/>
    <dgm:cxn modelId="{3ED39B25-B40A-4082-9518-BAD2E1B2C613}" srcId="{7C180084-6F84-49B0-9AA5-9C645D94108B}" destId="{1EE7BD3F-A463-47C6-BB50-13E39526B52C}" srcOrd="2" destOrd="0" parTransId="{B40C7824-E4BC-4F23-910A-DBB2F4B6FC77}" sibTransId="{C9FF0B9A-F7C8-4C78-84AD-E1D2FA694BEF}"/>
    <dgm:cxn modelId="{12456D83-2394-44CF-BFA7-4BAC9594E546}" type="presOf" srcId="{1EE7BD3F-A463-47C6-BB50-13E39526B52C}" destId="{F933783A-CBA2-4675-8236-EB3E8F5929D0}" srcOrd="0" destOrd="0" presId="urn:microsoft.com/office/officeart/2005/8/layout/chevron1"/>
    <dgm:cxn modelId="{AD194F8A-1486-4255-85EE-81113EF151E4}" type="presOf" srcId="{D6FF320A-EBF8-4ABE-AD09-85C158AEBA59}" destId="{68ABCEAE-E27A-4B57-9181-A2768538FDD6}" srcOrd="0" destOrd="0" presId="urn:microsoft.com/office/officeart/2005/8/layout/chevron1"/>
    <dgm:cxn modelId="{31E97699-D495-4765-9BD9-2E82D69EDD31}" srcId="{7C180084-6F84-49B0-9AA5-9C645D94108B}" destId="{D6FF320A-EBF8-4ABE-AD09-85C158AEBA59}" srcOrd="1" destOrd="0" parTransId="{40239299-40E4-4BE0-84CB-E7F4350B3511}" sibTransId="{04545C00-2BE5-4248-AEE8-EF4665F495BC}"/>
    <dgm:cxn modelId="{DD261CA1-5542-47AF-854B-51F8F436D473}" srcId="{7C180084-6F84-49B0-9AA5-9C645D94108B}" destId="{8BD9BAE0-74C9-4002-8A5D-22393BAAD2D2}" srcOrd="0" destOrd="0" parTransId="{80724AD2-D34D-4EA0-A843-63D108F31C4C}" sibTransId="{7FB529DD-58F9-458D-A8B2-15B6778B2A4E}"/>
    <dgm:cxn modelId="{CE6A20B3-CC81-488F-8EA4-72440A4B4102}" type="presOf" srcId="{273F8AC2-19BE-4524-8ACB-2F8A0517EC67}" destId="{04FF204C-28A2-42E9-BC47-FF4E747B9737}" srcOrd="0" destOrd="0" presId="urn:microsoft.com/office/officeart/2005/8/layout/chevron1"/>
    <dgm:cxn modelId="{663ECDB6-6577-4792-8C70-791FB7A09C22}" srcId="{7C180084-6F84-49B0-9AA5-9C645D94108B}" destId="{273F8AC2-19BE-4524-8ACB-2F8A0517EC67}" srcOrd="3" destOrd="0" parTransId="{E24CD6AB-9A97-41FC-8902-F653F628129A}" sibTransId="{EAFD3549-89C2-45F7-A9E5-B07B7BE01ED7}"/>
    <dgm:cxn modelId="{E479ECCE-3AC9-456E-BE27-D467F19402E9}" type="presOf" srcId="{7C180084-6F84-49B0-9AA5-9C645D94108B}" destId="{E1F2EEEA-4822-4A9D-908E-829938A7F7CA}" srcOrd="0" destOrd="0" presId="urn:microsoft.com/office/officeart/2005/8/layout/chevron1"/>
    <dgm:cxn modelId="{2108E3BA-084A-4C41-B25F-208E2C349CF4}" type="presParOf" srcId="{E1F2EEEA-4822-4A9D-908E-829938A7F7CA}" destId="{B00A7EDC-A1CA-43C4-9D1A-C077EEF3F98C}" srcOrd="0" destOrd="0" presId="urn:microsoft.com/office/officeart/2005/8/layout/chevron1"/>
    <dgm:cxn modelId="{E8668ECB-10BB-4B06-BA95-664ED574DB2B}" type="presParOf" srcId="{E1F2EEEA-4822-4A9D-908E-829938A7F7CA}" destId="{193ADAAC-F07E-40DC-A4B4-C65862529253}" srcOrd="1" destOrd="0" presId="urn:microsoft.com/office/officeart/2005/8/layout/chevron1"/>
    <dgm:cxn modelId="{B9CC4136-FF4B-4D31-97D3-FDF8B6B1AF80}" type="presParOf" srcId="{E1F2EEEA-4822-4A9D-908E-829938A7F7CA}" destId="{68ABCEAE-E27A-4B57-9181-A2768538FDD6}" srcOrd="2" destOrd="0" presId="urn:microsoft.com/office/officeart/2005/8/layout/chevron1"/>
    <dgm:cxn modelId="{2EAED067-F4AD-48E2-887E-169583D89782}" type="presParOf" srcId="{E1F2EEEA-4822-4A9D-908E-829938A7F7CA}" destId="{FD1D8F4C-FED1-4750-B023-066EBB0B90CA}" srcOrd="3" destOrd="0" presId="urn:microsoft.com/office/officeart/2005/8/layout/chevron1"/>
    <dgm:cxn modelId="{FFBF7EE7-8D9A-40B6-98D5-014889979C54}" type="presParOf" srcId="{E1F2EEEA-4822-4A9D-908E-829938A7F7CA}" destId="{F933783A-CBA2-4675-8236-EB3E8F5929D0}" srcOrd="4" destOrd="0" presId="urn:microsoft.com/office/officeart/2005/8/layout/chevron1"/>
    <dgm:cxn modelId="{BEBC0AC7-11FA-40DC-A0AE-09155BD4E017}" type="presParOf" srcId="{E1F2EEEA-4822-4A9D-908E-829938A7F7CA}" destId="{67F06001-F613-4F04-AA38-1224180F1BFA}" srcOrd="5" destOrd="0" presId="urn:microsoft.com/office/officeart/2005/8/layout/chevron1"/>
    <dgm:cxn modelId="{3D1264CA-7A9E-4D4C-9D67-9848A33DF2A4}" type="presParOf" srcId="{E1F2EEEA-4822-4A9D-908E-829938A7F7CA}" destId="{04FF204C-28A2-42E9-BC47-FF4E747B9737}" srcOrd="6"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180084-6F84-49B0-9AA5-9C645D94108B}" type="doc">
      <dgm:prSet loTypeId="urn:microsoft.com/office/officeart/2005/8/layout/chevron1" loCatId="process" qsTypeId="urn:microsoft.com/office/officeart/2005/8/quickstyle/simple1#1" qsCatId="simple" csTypeId="urn:microsoft.com/office/officeart/2005/8/colors/accent1_2#1" csCatId="accent1" phldr="1"/>
      <dgm:spPr/>
      <dgm:t>
        <a:bodyPr/>
        <a:lstStyle/>
        <a:p>
          <a:endParaRPr kumimoji="1" lang="ja-JP" altLang="en-US"/>
        </a:p>
      </dgm:t>
    </dgm:pt>
    <dgm:pt modelId="{8BD9BAE0-74C9-4002-8A5D-22393BAAD2D2}">
      <dgm:prSet phldrT="[テキスト]"/>
      <dgm:spPr>
        <a:solidFill>
          <a:schemeClr val="accent1">
            <a:lumMod val="20000"/>
            <a:lumOff val="80000"/>
          </a:schemeClr>
        </a:solidFill>
      </dgm:spPr>
      <dgm:t>
        <a:bodyPr/>
        <a:lstStyle/>
        <a:p>
          <a:r>
            <a:rPr kumimoji="1" lang="ja-JP" altLang="en-US" b="1">
              <a:solidFill>
                <a:schemeClr val="bg1">
                  <a:lumMod val="50000"/>
                </a:schemeClr>
              </a:solidFill>
              <a:latin typeface="Meiryo UI" panose="020B0604030504040204" pitchFamily="50" charset="-128"/>
              <a:ea typeface="Meiryo UI" panose="020B0604030504040204" pitchFamily="50" charset="-128"/>
            </a:rPr>
            <a:t>昔（</a:t>
          </a:r>
          <a:r>
            <a:rPr kumimoji="1" lang="en-US" altLang="ja-JP" b="1">
              <a:solidFill>
                <a:schemeClr val="bg1">
                  <a:lumMod val="50000"/>
                </a:schemeClr>
              </a:solidFill>
              <a:latin typeface="Meiryo UI" panose="020B0604030504040204" pitchFamily="50" charset="-128"/>
              <a:ea typeface="Meiryo UI" panose="020B0604030504040204" pitchFamily="50" charset="-128"/>
            </a:rPr>
            <a:t>2010</a:t>
          </a:r>
          <a:r>
            <a:rPr kumimoji="1" lang="ja-JP" altLang="en-US" b="1">
              <a:solidFill>
                <a:schemeClr val="bg1">
                  <a:lumMod val="50000"/>
                </a:schemeClr>
              </a:solidFill>
              <a:latin typeface="Meiryo UI" panose="020B0604030504040204" pitchFamily="50" charset="-128"/>
              <a:ea typeface="Meiryo UI" panose="020B0604030504040204" pitchFamily="50" charset="-128"/>
            </a:rPr>
            <a:t>年代）</a:t>
          </a:r>
        </a:p>
      </dgm:t>
    </dgm:pt>
    <dgm:pt modelId="{80724AD2-D34D-4EA0-A843-63D108F31C4C}" type="par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7FB529DD-58F9-458D-A8B2-15B6778B2A4E}" type="sib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1EE7BD3F-A463-47C6-BB50-13E39526B52C}">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a:ea typeface="Meiryo UI"/>
            </a:rPr>
            <a:t>今（</a:t>
          </a:r>
          <a:r>
            <a:rPr kumimoji="1" lang="en-US" altLang="ja-JP" sz="1400" b="1">
              <a:solidFill>
                <a:schemeClr val="bg1">
                  <a:lumMod val="50000"/>
                </a:schemeClr>
              </a:solidFill>
              <a:latin typeface="Meiryo UI"/>
              <a:ea typeface="Meiryo UI"/>
            </a:rPr>
            <a:t>2026</a:t>
          </a:r>
          <a:r>
            <a:rPr kumimoji="1" lang="ja-JP" altLang="en-US" sz="1400" b="1">
              <a:solidFill>
                <a:schemeClr val="bg1">
                  <a:lumMod val="50000"/>
                </a:schemeClr>
              </a:solidFill>
              <a:latin typeface="Meiryo UI"/>
              <a:ea typeface="Meiryo UI"/>
            </a:rPr>
            <a:t>年）</a:t>
          </a:r>
        </a:p>
      </dgm:t>
    </dgm:pt>
    <dgm:pt modelId="{B40C7824-E4BC-4F23-910A-DBB2F4B6FC77}" type="par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C9FF0B9A-F7C8-4C78-84AD-E1D2FA694BEF}" type="sib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D6FF320A-EBF8-4ABE-AD09-85C158AEBA59}">
      <dgm:prSet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2024</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40239299-40E4-4BE0-84CB-E7F4350B3511}" type="parTrans" cxnId="{31E97699-D495-4765-9BD9-2E82D69EDD31}">
      <dgm:prSet/>
      <dgm:spPr/>
      <dgm:t>
        <a:bodyPr/>
        <a:lstStyle/>
        <a:p>
          <a:endParaRPr kumimoji="1" lang="ja-JP" altLang="en-US" b="1"/>
        </a:p>
      </dgm:t>
    </dgm:pt>
    <dgm:pt modelId="{04545C00-2BE5-4248-AEE8-EF4665F495BC}" type="sibTrans" cxnId="{31E97699-D495-4765-9BD9-2E82D69EDD31}">
      <dgm:prSet/>
      <dgm:spPr/>
      <dgm:t>
        <a:bodyPr/>
        <a:lstStyle/>
        <a:p>
          <a:endParaRPr kumimoji="1" lang="ja-JP" altLang="en-US" b="1"/>
        </a:p>
      </dgm:t>
    </dgm:pt>
    <dgm:pt modelId="{273F8AC2-19BE-4524-8ACB-2F8A0517EC67}">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少し先（</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2028</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EAFD3549-89C2-45F7-A9E5-B07B7BE01ED7}" type="sib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24CD6AB-9A97-41FC-8902-F653F628129A}" type="par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1F2EEEA-4822-4A9D-908E-829938A7F7CA}" type="pres">
      <dgm:prSet presAssocID="{7C180084-6F84-49B0-9AA5-9C645D94108B}" presName="Name0" presStyleCnt="0">
        <dgm:presLayoutVars>
          <dgm:dir/>
          <dgm:animLvl val="lvl"/>
          <dgm:resizeHandles val="exact"/>
        </dgm:presLayoutVars>
      </dgm:prSet>
      <dgm:spPr/>
    </dgm:pt>
    <dgm:pt modelId="{B00A7EDC-A1CA-43C4-9D1A-C077EEF3F98C}" type="pres">
      <dgm:prSet presAssocID="{8BD9BAE0-74C9-4002-8A5D-22393BAAD2D2}" presName="parTxOnly" presStyleLbl="node1" presStyleIdx="0" presStyleCnt="4" custScaleX="74926" custLinFactNeighborX="-20756" custLinFactNeighborY="-19006">
        <dgm:presLayoutVars>
          <dgm:chMax val="0"/>
          <dgm:chPref val="0"/>
          <dgm:bulletEnabled val="1"/>
        </dgm:presLayoutVars>
      </dgm:prSet>
      <dgm:spPr/>
    </dgm:pt>
    <dgm:pt modelId="{193ADAAC-F07E-40DC-A4B4-C65862529253}" type="pres">
      <dgm:prSet presAssocID="{7FB529DD-58F9-458D-A8B2-15B6778B2A4E}" presName="parTxOnlySpace" presStyleCnt="0"/>
      <dgm:spPr/>
    </dgm:pt>
    <dgm:pt modelId="{68ABCEAE-E27A-4B57-9181-A2768538FDD6}" type="pres">
      <dgm:prSet presAssocID="{D6FF320A-EBF8-4ABE-AD09-85C158AEBA59}" presName="parTxOnly" presStyleLbl="node1" presStyleIdx="1" presStyleCnt="4" custScaleX="68096">
        <dgm:presLayoutVars>
          <dgm:chMax val="0"/>
          <dgm:chPref val="0"/>
          <dgm:bulletEnabled val="1"/>
        </dgm:presLayoutVars>
      </dgm:prSet>
      <dgm:spPr/>
    </dgm:pt>
    <dgm:pt modelId="{FD1D8F4C-FED1-4750-B023-066EBB0B90CA}" type="pres">
      <dgm:prSet presAssocID="{04545C00-2BE5-4248-AEE8-EF4665F495BC}" presName="parTxOnlySpace" presStyleCnt="0"/>
      <dgm:spPr/>
    </dgm:pt>
    <dgm:pt modelId="{F933783A-CBA2-4675-8236-EB3E8F5929D0}" type="pres">
      <dgm:prSet presAssocID="{1EE7BD3F-A463-47C6-BB50-13E39526B52C}" presName="parTxOnly" presStyleLbl="node1" presStyleIdx="2" presStyleCnt="4" custScaleX="70859">
        <dgm:presLayoutVars>
          <dgm:chMax val="0"/>
          <dgm:chPref val="0"/>
          <dgm:bulletEnabled val="1"/>
        </dgm:presLayoutVars>
      </dgm:prSet>
      <dgm:spPr/>
    </dgm:pt>
    <dgm:pt modelId="{67F06001-F613-4F04-AA38-1224180F1BFA}" type="pres">
      <dgm:prSet presAssocID="{C9FF0B9A-F7C8-4C78-84AD-E1D2FA694BEF}" presName="parTxOnlySpace" presStyleCnt="0"/>
      <dgm:spPr/>
    </dgm:pt>
    <dgm:pt modelId="{04FF204C-28A2-42E9-BC47-FF4E747B9737}" type="pres">
      <dgm:prSet presAssocID="{273F8AC2-19BE-4524-8ACB-2F8A0517EC67}" presName="parTxOnly" presStyleLbl="node1" presStyleIdx="3" presStyleCnt="4" custScaleX="60413">
        <dgm:presLayoutVars>
          <dgm:chMax val="0"/>
          <dgm:chPref val="0"/>
          <dgm:bulletEnabled val="1"/>
        </dgm:presLayoutVars>
      </dgm:prSet>
      <dgm:spPr/>
    </dgm:pt>
  </dgm:ptLst>
  <dgm:cxnLst>
    <dgm:cxn modelId="{2B1DBA1C-4F3E-4E7A-AE08-837BF21E25C1}" type="presOf" srcId="{8BD9BAE0-74C9-4002-8A5D-22393BAAD2D2}" destId="{B00A7EDC-A1CA-43C4-9D1A-C077EEF3F98C}" srcOrd="0" destOrd="0" presId="urn:microsoft.com/office/officeart/2005/8/layout/chevron1"/>
    <dgm:cxn modelId="{3ED39B25-B40A-4082-9518-BAD2E1B2C613}" srcId="{7C180084-6F84-49B0-9AA5-9C645D94108B}" destId="{1EE7BD3F-A463-47C6-BB50-13E39526B52C}" srcOrd="2" destOrd="0" parTransId="{B40C7824-E4BC-4F23-910A-DBB2F4B6FC77}" sibTransId="{C9FF0B9A-F7C8-4C78-84AD-E1D2FA694BEF}"/>
    <dgm:cxn modelId="{12456D83-2394-44CF-BFA7-4BAC9594E546}" type="presOf" srcId="{1EE7BD3F-A463-47C6-BB50-13E39526B52C}" destId="{F933783A-CBA2-4675-8236-EB3E8F5929D0}" srcOrd="0" destOrd="0" presId="urn:microsoft.com/office/officeart/2005/8/layout/chevron1"/>
    <dgm:cxn modelId="{AD194F8A-1486-4255-85EE-81113EF151E4}" type="presOf" srcId="{D6FF320A-EBF8-4ABE-AD09-85C158AEBA59}" destId="{68ABCEAE-E27A-4B57-9181-A2768538FDD6}" srcOrd="0" destOrd="0" presId="urn:microsoft.com/office/officeart/2005/8/layout/chevron1"/>
    <dgm:cxn modelId="{31E97699-D495-4765-9BD9-2E82D69EDD31}" srcId="{7C180084-6F84-49B0-9AA5-9C645D94108B}" destId="{D6FF320A-EBF8-4ABE-AD09-85C158AEBA59}" srcOrd="1" destOrd="0" parTransId="{40239299-40E4-4BE0-84CB-E7F4350B3511}" sibTransId="{04545C00-2BE5-4248-AEE8-EF4665F495BC}"/>
    <dgm:cxn modelId="{DD261CA1-5542-47AF-854B-51F8F436D473}" srcId="{7C180084-6F84-49B0-9AA5-9C645D94108B}" destId="{8BD9BAE0-74C9-4002-8A5D-22393BAAD2D2}" srcOrd="0" destOrd="0" parTransId="{80724AD2-D34D-4EA0-A843-63D108F31C4C}" sibTransId="{7FB529DD-58F9-458D-A8B2-15B6778B2A4E}"/>
    <dgm:cxn modelId="{CE6A20B3-CC81-488F-8EA4-72440A4B4102}" type="presOf" srcId="{273F8AC2-19BE-4524-8ACB-2F8A0517EC67}" destId="{04FF204C-28A2-42E9-BC47-FF4E747B9737}" srcOrd="0" destOrd="0" presId="urn:microsoft.com/office/officeart/2005/8/layout/chevron1"/>
    <dgm:cxn modelId="{663ECDB6-6577-4792-8C70-791FB7A09C22}" srcId="{7C180084-6F84-49B0-9AA5-9C645D94108B}" destId="{273F8AC2-19BE-4524-8ACB-2F8A0517EC67}" srcOrd="3" destOrd="0" parTransId="{E24CD6AB-9A97-41FC-8902-F653F628129A}" sibTransId="{EAFD3549-89C2-45F7-A9E5-B07B7BE01ED7}"/>
    <dgm:cxn modelId="{E479ECCE-3AC9-456E-BE27-D467F19402E9}" type="presOf" srcId="{7C180084-6F84-49B0-9AA5-9C645D94108B}" destId="{E1F2EEEA-4822-4A9D-908E-829938A7F7CA}" srcOrd="0" destOrd="0" presId="urn:microsoft.com/office/officeart/2005/8/layout/chevron1"/>
    <dgm:cxn modelId="{2108E3BA-084A-4C41-B25F-208E2C349CF4}" type="presParOf" srcId="{E1F2EEEA-4822-4A9D-908E-829938A7F7CA}" destId="{B00A7EDC-A1CA-43C4-9D1A-C077EEF3F98C}" srcOrd="0" destOrd="0" presId="urn:microsoft.com/office/officeart/2005/8/layout/chevron1"/>
    <dgm:cxn modelId="{E8668ECB-10BB-4B06-BA95-664ED574DB2B}" type="presParOf" srcId="{E1F2EEEA-4822-4A9D-908E-829938A7F7CA}" destId="{193ADAAC-F07E-40DC-A4B4-C65862529253}" srcOrd="1" destOrd="0" presId="urn:microsoft.com/office/officeart/2005/8/layout/chevron1"/>
    <dgm:cxn modelId="{B9CC4136-FF4B-4D31-97D3-FDF8B6B1AF80}" type="presParOf" srcId="{E1F2EEEA-4822-4A9D-908E-829938A7F7CA}" destId="{68ABCEAE-E27A-4B57-9181-A2768538FDD6}" srcOrd="2" destOrd="0" presId="urn:microsoft.com/office/officeart/2005/8/layout/chevron1"/>
    <dgm:cxn modelId="{2EAED067-F4AD-48E2-887E-169583D89782}" type="presParOf" srcId="{E1F2EEEA-4822-4A9D-908E-829938A7F7CA}" destId="{FD1D8F4C-FED1-4750-B023-066EBB0B90CA}" srcOrd="3" destOrd="0" presId="urn:microsoft.com/office/officeart/2005/8/layout/chevron1"/>
    <dgm:cxn modelId="{FFBF7EE7-8D9A-40B6-98D5-014889979C54}" type="presParOf" srcId="{E1F2EEEA-4822-4A9D-908E-829938A7F7CA}" destId="{F933783A-CBA2-4675-8236-EB3E8F5929D0}" srcOrd="4" destOrd="0" presId="urn:microsoft.com/office/officeart/2005/8/layout/chevron1"/>
    <dgm:cxn modelId="{BEBC0AC7-11FA-40DC-A0AE-09155BD4E017}" type="presParOf" srcId="{E1F2EEEA-4822-4A9D-908E-829938A7F7CA}" destId="{67F06001-F613-4F04-AA38-1224180F1BFA}" srcOrd="5" destOrd="0" presId="urn:microsoft.com/office/officeart/2005/8/layout/chevron1"/>
    <dgm:cxn modelId="{3D1264CA-7A9E-4D4C-9D67-9848A33DF2A4}" type="presParOf" srcId="{E1F2EEEA-4822-4A9D-908E-829938A7F7CA}" destId="{04FF204C-28A2-42E9-BC47-FF4E747B9737}" srcOrd="6"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A7EDC-A1CA-43C4-9D1A-C077EEF3F98C}">
      <dsp:nvSpPr>
        <dsp:cNvPr id="0" name=""/>
        <dsp:cNvSpPr/>
      </dsp:nvSpPr>
      <dsp:spPr>
        <a:xfrm>
          <a:off x="0" y="0"/>
          <a:ext cx="2747176"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年代）</a:t>
          </a:r>
        </a:p>
      </dsp:txBody>
      <dsp:txXfrm>
        <a:off x="158353" y="0"/>
        <a:ext cx="2430470" cy="316706"/>
      </dsp:txXfrm>
    </dsp:sp>
    <dsp:sp modelId="{68ABCEAE-E27A-4B57-9181-A2768538FDD6}">
      <dsp:nvSpPr>
        <dsp:cNvPr id="0" name=""/>
        <dsp:cNvSpPr/>
      </dsp:nvSpPr>
      <dsp:spPr>
        <a:xfrm>
          <a:off x="2382310" y="0"/>
          <a:ext cx="2496753"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2024</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2540663" y="0"/>
        <a:ext cx="2180047" cy="316706"/>
      </dsp:txXfrm>
    </dsp:sp>
    <dsp:sp modelId="{F933783A-CBA2-4675-8236-EB3E8F5929D0}">
      <dsp:nvSpPr>
        <dsp:cNvPr id="0" name=""/>
        <dsp:cNvSpPr/>
      </dsp:nvSpPr>
      <dsp:spPr>
        <a:xfrm>
          <a:off x="4512411" y="0"/>
          <a:ext cx="2598059"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a:ea typeface="Meiryo UI"/>
            </a:rPr>
            <a:t>今（</a:t>
          </a:r>
          <a:r>
            <a:rPr kumimoji="1" lang="en-US" altLang="ja-JP" sz="1400" b="1" kern="1200">
              <a:solidFill>
                <a:schemeClr val="bg1">
                  <a:lumMod val="50000"/>
                </a:schemeClr>
              </a:solidFill>
              <a:latin typeface="Meiryo UI"/>
              <a:ea typeface="Meiryo UI"/>
            </a:rPr>
            <a:t>2026</a:t>
          </a:r>
          <a:r>
            <a:rPr kumimoji="1" lang="ja-JP" altLang="en-US" sz="1400" b="1" kern="1200">
              <a:solidFill>
                <a:schemeClr val="bg1">
                  <a:lumMod val="50000"/>
                </a:schemeClr>
              </a:solidFill>
              <a:latin typeface="Meiryo UI"/>
              <a:ea typeface="Meiryo UI"/>
            </a:rPr>
            <a:t>年）</a:t>
          </a:r>
        </a:p>
      </dsp:txBody>
      <dsp:txXfrm>
        <a:off x="4670764" y="0"/>
        <a:ext cx="2281353" cy="316706"/>
      </dsp:txXfrm>
    </dsp:sp>
    <dsp:sp modelId="{04FF204C-28A2-42E9-BC47-FF4E747B9737}">
      <dsp:nvSpPr>
        <dsp:cNvPr id="0" name=""/>
        <dsp:cNvSpPr/>
      </dsp:nvSpPr>
      <dsp:spPr>
        <a:xfrm>
          <a:off x="6743818" y="0"/>
          <a:ext cx="2215054"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少し先（</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2028</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6902171" y="0"/>
        <a:ext cx="1898348" cy="3167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A7EDC-A1CA-43C4-9D1A-C077EEF3F98C}">
      <dsp:nvSpPr>
        <dsp:cNvPr id="0" name=""/>
        <dsp:cNvSpPr/>
      </dsp:nvSpPr>
      <dsp:spPr>
        <a:xfrm>
          <a:off x="0" y="0"/>
          <a:ext cx="2695781"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年代）</a:t>
          </a:r>
        </a:p>
      </dsp:txBody>
      <dsp:txXfrm>
        <a:off x="158353" y="0"/>
        <a:ext cx="2379075" cy="316706"/>
      </dsp:txXfrm>
    </dsp:sp>
    <dsp:sp modelId="{68ABCEAE-E27A-4B57-9181-A2768538FDD6}">
      <dsp:nvSpPr>
        <dsp:cNvPr id="0" name=""/>
        <dsp:cNvSpPr/>
      </dsp:nvSpPr>
      <dsp:spPr>
        <a:xfrm>
          <a:off x="2337740" y="0"/>
          <a:ext cx="2450042"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2024</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2496093" y="0"/>
        <a:ext cx="2133336" cy="316706"/>
      </dsp:txXfrm>
    </dsp:sp>
    <dsp:sp modelId="{F933783A-CBA2-4675-8236-EB3E8F5929D0}">
      <dsp:nvSpPr>
        <dsp:cNvPr id="0" name=""/>
        <dsp:cNvSpPr/>
      </dsp:nvSpPr>
      <dsp:spPr>
        <a:xfrm>
          <a:off x="4427991" y="0"/>
          <a:ext cx="2549453"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a:ea typeface="Meiryo UI"/>
            </a:rPr>
            <a:t>今（</a:t>
          </a:r>
          <a:r>
            <a:rPr kumimoji="1" lang="en-US" altLang="ja-JP" sz="1400" b="1" kern="1200">
              <a:solidFill>
                <a:schemeClr val="bg1">
                  <a:lumMod val="50000"/>
                </a:schemeClr>
              </a:solidFill>
              <a:latin typeface="Meiryo UI"/>
              <a:ea typeface="Meiryo UI"/>
            </a:rPr>
            <a:t>2026</a:t>
          </a:r>
          <a:r>
            <a:rPr kumimoji="1" lang="ja-JP" altLang="en-US" sz="1400" b="1" kern="1200">
              <a:solidFill>
                <a:schemeClr val="bg1">
                  <a:lumMod val="50000"/>
                </a:schemeClr>
              </a:solidFill>
              <a:latin typeface="Meiryo UI"/>
              <a:ea typeface="Meiryo UI"/>
            </a:rPr>
            <a:t>年）</a:t>
          </a:r>
        </a:p>
      </dsp:txBody>
      <dsp:txXfrm>
        <a:off x="4586344" y="0"/>
        <a:ext cx="2232747" cy="316706"/>
      </dsp:txXfrm>
    </dsp:sp>
    <dsp:sp modelId="{04FF204C-28A2-42E9-BC47-FF4E747B9737}">
      <dsp:nvSpPr>
        <dsp:cNvPr id="0" name=""/>
        <dsp:cNvSpPr/>
      </dsp:nvSpPr>
      <dsp:spPr>
        <a:xfrm>
          <a:off x="6617652" y="0"/>
          <a:ext cx="2173614"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少し先（</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2028</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6776005" y="0"/>
        <a:ext cx="1856908" cy="31670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9413" cy="493713"/>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1"/>
            <a:ext cx="2919412" cy="493713"/>
          </a:xfrm>
          <a:prstGeom prst="rect">
            <a:avLst/>
          </a:prstGeom>
        </p:spPr>
        <p:txBody>
          <a:bodyPr vert="horz" lIns="91434" tIns="45717" rIns="91434" bIns="45717" rtlCol="0"/>
          <a:lstStyle>
            <a:lvl1pPr algn="r">
              <a:defRPr sz="1200"/>
            </a:lvl1pPr>
          </a:lstStyle>
          <a:p>
            <a:fld id="{DB19A1A4-E593-48C5-A0A7-23291AD7165E}" type="datetimeFigureOut">
              <a:rPr kumimoji="1" lang="ja-JP" altLang="en-US" smtClean="0"/>
              <a:t>2026/9/9</a:t>
            </a:fld>
            <a:endParaRPr kumimoji="1" lang="ja-JP" altLang="en-US"/>
          </a:p>
        </p:txBody>
      </p:sp>
      <p:sp>
        <p:nvSpPr>
          <p:cNvPr id="4" name="フッター プレースホルダー 3"/>
          <p:cNvSpPr>
            <a:spLocks noGrp="1"/>
          </p:cNvSpPr>
          <p:nvPr>
            <p:ph type="ftr" sz="quarter" idx="2"/>
          </p:nvPr>
        </p:nvSpPr>
        <p:spPr>
          <a:xfrm>
            <a:off x="1" y="9371013"/>
            <a:ext cx="2919413" cy="493712"/>
          </a:xfrm>
          <a:prstGeom prst="rect">
            <a:avLst/>
          </a:prstGeom>
        </p:spPr>
        <p:txBody>
          <a:bodyPr vert="horz" lIns="91434" tIns="45717" rIns="91434" bIns="45717"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3712"/>
          </a:xfrm>
          <a:prstGeom prst="rect">
            <a:avLst/>
          </a:prstGeom>
        </p:spPr>
        <p:txBody>
          <a:bodyPr vert="horz" lIns="91434" tIns="45717" rIns="91434" bIns="45717" rtlCol="0" anchor="b"/>
          <a:lstStyle>
            <a:lvl1pPr algn="r">
              <a:defRPr sz="1200"/>
            </a:lvl1pPr>
          </a:lstStyle>
          <a:p>
            <a:fld id="{BB01C0F2-D7FC-499F-AED1-4FA2AB58BE2A}" type="slidenum">
              <a:rPr kumimoji="1" lang="ja-JP" altLang="en-US" smtClean="0"/>
              <a:t>‹#›</a:t>
            </a:fld>
            <a:endParaRPr kumimoji="1" lang="ja-JP" altLang="en-US"/>
          </a:p>
        </p:txBody>
      </p:sp>
    </p:spTree>
    <p:extLst>
      <p:ext uri="{BB962C8B-B14F-4D97-AF65-F5344CB8AC3E}">
        <p14:creationId xmlns:p14="http://schemas.microsoft.com/office/powerpoint/2010/main" val="3433617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8831" cy="495029"/>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1"/>
            <a:ext cx="2918831" cy="495029"/>
          </a:xfrm>
          <a:prstGeom prst="rect">
            <a:avLst/>
          </a:prstGeom>
        </p:spPr>
        <p:txBody>
          <a:bodyPr vert="horz" lIns="91434" tIns="45717" rIns="91434" bIns="45717" rtlCol="0"/>
          <a:lstStyle>
            <a:lvl1pPr algn="r">
              <a:defRPr sz="1200"/>
            </a:lvl1pPr>
          </a:lstStyle>
          <a:p>
            <a:fld id="{DE29D9BF-E477-4981-B422-92F988F29E2D}" type="datetimeFigureOut">
              <a:rPr kumimoji="1" lang="ja-JP" altLang="en-US" smtClean="0"/>
              <a:t>2026/9/9</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34" tIns="45717" rIns="91434" bIns="45717" rtlCol="0" anchor="ctr"/>
          <a:lstStyle/>
          <a:p>
            <a:endParaRPr lang="ja-JP" altLang="en-US"/>
          </a:p>
        </p:txBody>
      </p:sp>
      <p:sp>
        <p:nvSpPr>
          <p:cNvPr id="5" name="ノート プレースホルダー 4"/>
          <p:cNvSpPr>
            <a:spLocks noGrp="1"/>
          </p:cNvSpPr>
          <p:nvPr>
            <p:ph type="body" sz="quarter" idx="3"/>
          </p:nvPr>
        </p:nvSpPr>
        <p:spPr>
          <a:xfrm>
            <a:off x="673577" y="4748164"/>
            <a:ext cx="5388610" cy="3884861"/>
          </a:xfrm>
          <a:prstGeom prst="rect">
            <a:avLst/>
          </a:prstGeom>
        </p:spPr>
        <p:txBody>
          <a:bodyPr vert="horz" lIns="91434" tIns="45717" rIns="91434" bIns="45717"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286"/>
            <a:ext cx="2918831" cy="495028"/>
          </a:xfrm>
          <a:prstGeom prst="rect">
            <a:avLst/>
          </a:prstGeom>
        </p:spPr>
        <p:txBody>
          <a:bodyPr vert="horz" lIns="91434" tIns="45717" rIns="91434" bIns="4571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6"/>
            <a:ext cx="2918831" cy="495028"/>
          </a:xfrm>
          <a:prstGeom prst="rect">
            <a:avLst/>
          </a:prstGeom>
        </p:spPr>
        <p:txBody>
          <a:bodyPr vert="horz" lIns="91434" tIns="45717" rIns="91434" bIns="45717" rtlCol="0" anchor="b"/>
          <a:lstStyle>
            <a:lvl1pPr algn="r">
              <a:defRPr sz="1200"/>
            </a:lvl1pPr>
          </a:lstStyle>
          <a:p>
            <a:fld id="{DC01644C-2238-481D-829D-5B70BE41F101}" type="slidenum">
              <a:rPr kumimoji="1" lang="ja-JP" altLang="en-US" smtClean="0"/>
              <a:t>‹#›</a:t>
            </a:fld>
            <a:endParaRPr kumimoji="1" lang="ja-JP" altLang="en-US"/>
          </a:p>
        </p:txBody>
      </p:sp>
    </p:spTree>
    <p:extLst>
      <p:ext uri="{BB962C8B-B14F-4D97-AF65-F5344CB8AC3E}">
        <p14:creationId xmlns:p14="http://schemas.microsoft.com/office/powerpoint/2010/main" val="3533447775"/>
      </p:ext>
    </p:extLst>
  </p:cSld>
  <p:clrMap bg1="lt1" tx1="dk1" bg2="lt2" tx2="dk2" accent1="accent1" accent2="accent2" accent3="accent3" accent4="accent4" accent5="accent5" accent6="accent6" hlink="hlink" folHlink="folHlink"/>
  <p:notesStyle>
    <a:lvl1pPr marL="0" algn="l" defTabSz="779163" rtl="0" eaLnBrk="1" latinLnBrk="0" hangingPunct="1">
      <a:defRPr kumimoji="1" sz="1000" kern="1200">
        <a:solidFill>
          <a:schemeClr val="tx1"/>
        </a:solidFill>
        <a:latin typeface="+mn-lt"/>
        <a:ea typeface="+mn-ea"/>
        <a:cs typeface="+mn-cs"/>
      </a:defRPr>
    </a:lvl1pPr>
    <a:lvl2pPr marL="389582" algn="l" defTabSz="779163" rtl="0" eaLnBrk="1" latinLnBrk="0" hangingPunct="1">
      <a:defRPr kumimoji="1" sz="1000" kern="1200">
        <a:solidFill>
          <a:schemeClr val="tx1"/>
        </a:solidFill>
        <a:latin typeface="+mn-lt"/>
        <a:ea typeface="+mn-ea"/>
        <a:cs typeface="+mn-cs"/>
      </a:defRPr>
    </a:lvl2pPr>
    <a:lvl3pPr marL="779163" algn="l" defTabSz="779163" rtl="0" eaLnBrk="1" latinLnBrk="0" hangingPunct="1">
      <a:defRPr kumimoji="1" sz="1000" kern="1200">
        <a:solidFill>
          <a:schemeClr val="tx1"/>
        </a:solidFill>
        <a:latin typeface="+mn-lt"/>
        <a:ea typeface="+mn-ea"/>
        <a:cs typeface="+mn-cs"/>
      </a:defRPr>
    </a:lvl3pPr>
    <a:lvl4pPr marL="1168745" algn="l" defTabSz="779163" rtl="0" eaLnBrk="1" latinLnBrk="0" hangingPunct="1">
      <a:defRPr kumimoji="1" sz="1000" kern="1200">
        <a:solidFill>
          <a:schemeClr val="tx1"/>
        </a:solidFill>
        <a:latin typeface="+mn-lt"/>
        <a:ea typeface="+mn-ea"/>
        <a:cs typeface="+mn-cs"/>
      </a:defRPr>
    </a:lvl4pPr>
    <a:lvl5pPr marL="1558326" algn="l" defTabSz="779163" rtl="0" eaLnBrk="1" latinLnBrk="0" hangingPunct="1">
      <a:defRPr kumimoji="1" sz="1000" kern="1200">
        <a:solidFill>
          <a:schemeClr val="tx1"/>
        </a:solidFill>
        <a:latin typeface="+mn-lt"/>
        <a:ea typeface="+mn-ea"/>
        <a:cs typeface="+mn-cs"/>
      </a:defRPr>
    </a:lvl5pPr>
    <a:lvl6pPr marL="1947908" algn="l" defTabSz="779163" rtl="0" eaLnBrk="1" latinLnBrk="0" hangingPunct="1">
      <a:defRPr kumimoji="1" sz="1000" kern="1200">
        <a:solidFill>
          <a:schemeClr val="tx1"/>
        </a:solidFill>
        <a:latin typeface="+mn-lt"/>
        <a:ea typeface="+mn-ea"/>
        <a:cs typeface="+mn-cs"/>
      </a:defRPr>
    </a:lvl6pPr>
    <a:lvl7pPr marL="2337489" algn="l" defTabSz="779163" rtl="0" eaLnBrk="1" latinLnBrk="0" hangingPunct="1">
      <a:defRPr kumimoji="1" sz="1000" kern="1200">
        <a:solidFill>
          <a:schemeClr val="tx1"/>
        </a:solidFill>
        <a:latin typeface="+mn-lt"/>
        <a:ea typeface="+mn-ea"/>
        <a:cs typeface="+mn-cs"/>
      </a:defRPr>
    </a:lvl7pPr>
    <a:lvl8pPr marL="2727071" algn="l" defTabSz="779163" rtl="0" eaLnBrk="1" latinLnBrk="0" hangingPunct="1">
      <a:defRPr kumimoji="1" sz="1000" kern="1200">
        <a:solidFill>
          <a:schemeClr val="tx1"/>
        </a:solidFill>
        <a:latin typeface="+mn-lt"/>
        <a:ea typeface="+mn-ea"/>
        <a:cs typeface="+mn-cs"/>
      </a:defRPr>
    </a:lvl8pPr>
    <a:lvl9pPr marL="3116652" algn="l" defTabSz="779163" rtl="0" eaLnBrk="1" latinLnBrk="0" hangingPunct="1">
      <a:defRPr kumimoji="1"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
        <p:nvSpPr>
          <p:cNvPr id="4" name="スライド番号プレースホルダー 3"/>
          <p:cNvSpPr>
            <a:spLocks noGrp="1"/>
          </p:cNvSpPr>
          <p:nvPr>
            <p:ph type="sldNum" sz="quarter" idx="10"/>
          </p:nvPr>
        </p:nvSpPr>
        <p:spPr/>
        <p:txBody>
          <a:bodyPr/>
          <a:lstStyle/>
          <a:p>
            <a:fld id="{DC01644C-2238-481D-829D-5B70BE41F101}" type="slidenum">
              <a:rPr kumimoji="1" lang="ja-JP" altLang="en-US" smtClean="0"/>
              <a:t>1</a:t>
            </a:fld>
            <a:endParaRPr kumimoji="1" lang="ja-JP" altLang="en-US"/>
          </a:p>
        </p:txBody>
      </p:sp>
    </p:spTree>
    <p:extLst>
      <p:ext uri="{BB962C8B-B14F-4D97-AF65-F5344CB8AC3E}">
        <p14:creationId xmlns:p14="http://schemas.microsoft.com/office/powerpoint/2010/main" val="1367852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DA76-0587-F69D-FF24-5A800A0DFB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6766E2-9524-6B3A-6F6B-F32FECBF2EB5}"/>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699E19D-A7A3-16A9-42AD-822A52DD0766}"/>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2BB639-BB21-A534-66B2-6E48C17DBAE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AAE0407C-2E4B-160E-AB9E-215945EE15C9}"/>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a:t>
            </a:fld>
            <a:endParaRPr lang="en-US" altLang="ja-JP">
              <a:solidFill>
                <a:srgbClr val="000000"/>
              </a:solidFill>
            </a:endParaRPr>
          </a:p>
        </p:txBody>
      </p:sp>
    </p:spTree>
    <p:extLst>
      <p:ext uri="{BB962C8B-B14F-4D97-AF65-F5344CB8AC3E}">
        <p14:creationId xmlns:p14="http://schemas.microsoft.com/office/powerpoint/2010/main" val="1980460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ED24-1AF9-DA94-7BAF-E13AB71C37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2DF5DC-89EC-5039-CC74-C460316EA551}"/>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11BFDAB-3B08-CF5F-25D3-B2165824093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FC7D374F-91E3-2720-9B43-F7B52F408C9F}"/>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8C7C0EA-45B7-3E4F-A520-0E698BB4BD1D}"/>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3</a:t>
            </a:fld>
            <a:endParaRPr lang="en-US" altLang="ja-JP">
              <a:solidFill>
                <a:srgbClr val="000000"/>
              </a:solidFill>
            </a:endParaRPr>
          </a:p>
        </p:txBody>
      </p:sp>
    </p:spTree>
    <p:extLst>
      <p:ext uri="{BB962C8B-B14F-4D97-AF65-F5344CB8AC3E}">
        <p14:creationId xmlns:p14="http://schemas.microsoft.com/office/powerpoint/2010/main" val="3632713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4A74-A594-270A-F6A5-09FDF60886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597D25-E573-BF64-86FB-B744D5281F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A36BFC-837A-33D6-9687-0F88D51B3C9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66912A-EFE0-AC4D-2DF9-0DD4FFB9F79C}"/>
              </a:ext>
            </a:extLst>
          </p:cNvPr>
          <p:cNvSpPr>
            <a:spLocks noGrp="1"/>
          </p:cNvSpPr>
          <p:nvPr>
            <p:ph type="sldNum" sz="quarter" idx="5"/>
          </p:nvPr>
        </p:nvSpPr>
        <p:spPr/>
        <p:txBody>
          <a:bodyPr/>
          <a:lstStyle/>
          <a:p>
            <a:fld id="{DC01644C-2238-481D-829D-5B70BE41F101}" type="slidenum">
              <a:rPr kumimoji="1" lang="ja-JP" altLang="en-US" smtClean="0"/>
              <a:t>4</a:t>
            </a:fld>
            <a:endParaRPr kumimoji="1" lang="ja-JP" altLang="en-US"/>
          </a:p>
        </p:txBody>
      </p:sp>
    </p:spTree>
    <p:extLst>
      <p:ext uri="{BB962C8B-B14F-4D97-AF65-F5344CB8AC3E}">
        <p14:creationId xmlns:p14="http://schemas.microsoft.com/office/powerpoint/2010/main" val="1300332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4A74-A594-270A-F6A5-09FDF60886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597D25-E573-BF64-86FB-B744D5281F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A36BFC-837A-33D6-9687-0F88D51B3C9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66912A-EFE0-AC4D-2DF9-0DD4FFB9F79C}"/>
              </a:ext>
            </a:extLst>
          </p:cNvPr>
          <p:cNvSpPr>
            <a:spLocks noGrp="1"/>
          </p:cNvSpPr>
          <p:nvPr>
            <p:ph type="sldNum" sz="quarter" idx="5"/>
          </p:nvPr>
        </p:nvSpPr>
        <p:spPr/>
        <p:txBody>
          <a:bodyPr/>
          <a:lstStyle/>
          <a:p>
            <a:fld id="{DC01644C-2238-481D-829D-5B70BE41F101}" type="slidenum">
              <a:rPr kumimoji="1" lang="ja-JP" altLang="en-US" smtClean="0"/>
              <a:t>5</a:t>
            </a:fld>
            <a:endParaRPr kumimoji="1" lang="ja-JP" altLang="en-US"/>
          </a:p>
        </p:txBody>
      </p:sp>
    </p:spTree>
    <p:extLst>
      <p:ext uri="{BB962C8B-B14F-4D97-AF65-F5344CB8AC3E}">
        <p14:creationId xmlns:p14="http://schemas.microsoft.com/office/powerpoint/2010/main" val="428770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5432-E78D-31A4-E801-7278427DD8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AA3F07-1202-3CBE-C5A2-CF30E33B5B99}"/>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94473E5-ECBC-0588-3090-3590A0F826B1}"/>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6DCDC2D4-CD28-87BB-EEC1-2638D1B7BD9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6B585A7-7F51-7123-4546-66DC42C94FF5}"/>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6</a:t>
            </a:fld>
            <a:endParaRPr lang="en-US" altLang="ja-JP">
              <a:solidFill>
                <a:srgbClr val="000000"/>
              </a:solidFill>
            </a:endParaRPr>
          </a:p>
        </p:txBody>
      </p:sp>
    </p:spTree>
    <p:extLst>
      <p:ext uri="{BB962C8B-B14F-4D97-AF65-F5344CB8AC3E}">
        <p14:creationId xmlns:p14="http://schemas.microsoft.com/office/powerpoint/2010/main" val="533819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E305-4B61-4D5C-1C74-42B564EB07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965529-6965-0C5C-FB6F-A9C48A0EC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AC26E9-8134-DCEF-932C-9A6C7E1F7B55}"/>
              </a:ext>
            </a:extLst>
          </p:cNvPr>
          <p:cNvSpPr>
            <a:spLocks noGrp="1"/>
          </p:cNvSpPr>
          <p:nvPr>
            <p:ph type="body" idx="1"/>
          </p:nvPr>
        </p:nvSpPr>
        <p:spPr/>
        <p:txBody>
          <a:bodyPr/>
          <a:lstStyle/>
          <a:p>
            <a:r>
              <a:t>（旧・スライド下部「4分科会」欄のテーマ記載。連関図への差し替えに伴い本文から移設）</a:t>
            </a:r>
          </a:p>
          <a:p>
            <a:r>
              <a:t>分科会1 AI-Ready：AI-Readyなコンテキスト基盤の確立／仕様・データの構造化</a:t>
            </a:r>
          </a:p>
          <a:p>
            <a:r>
              <a:t>分科会2 開発モデル：ウォーターフォール、アジャイルからAI-DLCへの開発モデルの変化</a:t>
            </a:r>
          </a:p>
          <a:p>
            <a:r>
              <a:t>分科会3 品質保証：AI-DLCを実施する上での品質保証／多層自動検証ゲートの設計</a:t>
            </a:r>
          </a:p>
          <a:p>
            <a:r>
              <a:t>分科会4 組織・人材：AI-DLCを実施する上での組織・人材／新ロールとスキルシフト</a:t>
            </a:r>
          </a:p>
        </p:txBody>
      </p:sp>
      <p:sp>
        <p:nvSpPr>
          <p:cNvPr id="4" name="スライド番号プレースホルダー 3">
            <a:extLst>
              <a:ext uri="{FF2B5EF4-FFF2-40B4-BE49-F238E27FC236}">
                <a16:creationId xmlns:a16="http://schemas.microsoft.com/office/drawing/2014/main" id="{ACDA8952-6F15-9EF5-D72C-D093F7918542}"/>
              </a:ext>
            </a:extLst>
          </p:cNvPr>
          <p:cNvSpPr>
            <a:spLocks noGrp="1"/>
          </p:cNvSpPr>
          <p:nvPr>
            <p:ph type="sldNum" sz="quarter" idx="5"/>
          </p:nvPr>
        </p:nvSpPr>
        <p:spPr/>
        <p:txBody>
          <a:bodyPr/>
          <a:lstStyle/>
          <a:p>
            <a:fld id="{DC01644C-2238-481D-829D-5B70BE41F101}" type="slidenum">
              <a:rPr kumimoji="1" lang="ja-JP" altLang="en-US" smtClean="0"/>
              <a:t>8</a:t>
            </a:fld>
            <a:endParaRPr kumimoji="1" lang="ja-JP" altLang="en-US"/>
          </a:p>
        </p:txBody>
      </p:sp>
    </p:spTree>
    <p:extLst>
      <p:ext uri="{BB962C8B-B14F-4D97-AF65-F5344CB8AC3E}">
        <p14:creationId xmlns:p14="http://schemas.microsoft.com/office/powerpoint/2010/main" val="735084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E305-4B61-4D5C-1C74-42B564EB07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965529-6965-0C5C-FB6F-A9C48A0EC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AC26E9-8134-DCEF-932C-9A6C7E1F7B5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CDA8952-6F15-9EF5-D72C-D093F7918542}"/>
              </a:ext>
            </a:extLst>
          </p:cNvPr>
          <p:cNvSpPr>
            <a:spLocks noGrp="1"/>
          </p:cNvSpPr>
          <p:nvPr>
            <p:ph type="sldNum" sz="quarter" idx="5"/>
          </p:nvPr>
        </p:nvSpPr>
        <p:spPr/>
        <p:txBody>
          <a:bodyPr/>
          <a:lstStyle/>
          <a:p>
            <a:fld id="{DC01644C-2238-481D-829D-5B70BE41F101}" type="slidenum">
              <a:rPr kumimoji="1" lang="ja-JP" altLang="en-US" smtClean="0"/>
              <a:t>9</a:t>
            </a:fld>
            <a:endParaRPr kumimoji="1" lang="ja-JP" altLang="en-US"/>
          </a:p>
        </p:txBody>
      </p:sp>
    </p:spTree>
    <p:extLst>
      <p:ext uri="{BB962C8B-B14F-4D97-AF65-F5344CB8AC3E}">
        <p14:creationId xmlns:p14="http://schemas.microsoft.com/office/powerpoint/2010/main" val="1704719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A646-B329-5E98-87B8-E05C3F08EB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68C499-41B4-34DA-139F-ED18C1D9B11D}"/>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2B7B686-648C-A8C5-68B0-62BFC5C3C805}"/>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92D0FEDE-9E26-8DD6-E732-E66648938E03}"/>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ECC8963-E9FB-38A9-87DA-1052835F65F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10</a:t>
            </a:fld>
            <a:endParaRPr lang="en-US" altLang="ja-JP">
              <a:solidFill>
                <a:srgbClr val="000000"/>
              </a:solidFill>
            </a:endParaRPr>
          </a:p>
        </p:txBody>
      </p:sp>
    </p:spTree>
    <p:extLst>
      <p:ext uri="{BB962C8B-B14F-4D97-AF65-F5344CB8AC3E}">
        <p14:creationId xmlns:p14="http://schemas.microsoft.com/office/powerpoint/2010/main" val="368660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9147-C534-E2C1-45E0-1DA529B4FC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9C1600-7DEB-FB95-08A1-398A656CF633}"/>
              </a:ext>
            </a:extLst>
          </p:cNvPr>
          <p:cNvSpPr>
            <a:spLocks noGrp="1" noRot="1" noChangeAspect="1"/>
          </p:cNvSpPr>
          <p:nvPr>
            <p:ph type="sldImg"/>
          </p:nvPr>
        </p:nvSpPr>
        <p:spPr>
          <a:xfrm>
            <a:off x="409575" y="1233488"/>
            <a:ext cx="5916613" cy="3328987"/>
          </a:xfrm>
        </p:spPr>
        <p:txBody>
          <a:bodyPr/>
          <a:lstStyle/>
          <a:p>
            <a:endParaRPr lang="ja-JP" altLang="en-US"/>
          </a:p>
        </p:txBody>
      </p:sp>
      <p:sp>
        <p:nvSpPr>
          <p:cNvPr id="3" name="ノート プレースホルダー 2">
            <a:extLst>
              <a:ext uri="{FF2B5EF4-FFF2-40B4-BE49-F238E27FC236}">
                <a16:creationId xmlns:a16="http://schemas.microsoft.com/office/drawing/2014/main" id="{55D99572-BF96-B2AA-5A96-E99D7CB68BB8}"/>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85100BD1-40FD-3458-D985-040371D9370C}"/>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3C81472-4990-6841-3416-121E5FB1C0C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11</a:t>
            </a:fld>
            <a:endParaRPr lang="en-US" altLang="ja-JP">
              <a:solidFill>
                <a:srgbClr val="000000"/>
              </a:solidFill>
            </a:endParaRPr>
          </a:p>
        </p:txBody>
      </p:sp>
    </p:spTree>
    <p:extLst>
      <p:ext uri="{BB962C8B-B14F-4D97-AF65-F5344CB8AC3E}">
        <p14:creationId xmlns:p14="http://schemas.microsoft.com/office/powerpoint/2010/main" val="2944579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12</a:t>
            </a:fld>
            <a:endParaRPr lang="en-US" altLang="ja-JP">
              <a:solidFill>
                <a:srgbClr val="000000"/>
              </a:solidFill>
            </a:endParaRPr>
          </a:p>
        </p:txBody>
      </p:sp>
    </p:spTree>
    <p:extLst>
      <p:ext uri="{BB962C8B-B14F-4D97-AF65-F5344CB8AC3E}">
        <p14:creationId xmlns:p14="http://schemas.microsoft.com/office/powerpoint/2010/main" val="3662661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13</a:t>
            </a:fld>
            <a:endParaRPr lang="en-US" altLang="ja-JP">
              <a:solidFill>
                <a:srgbClr val="000000"/>
              </a:solidFill>
            </a:endParaRPr>
          </a:p>
        </p:txBody>
      </p:sp>
    </p:spTree>
    <p:extLst>
      <p:ext uri="{BB962C8B-B14F-4D97-AF65-F5344CB8AC3E}">
        <p14:creationId xmlns:p14="http://schemas.microsoft.com/office/powerpoint/2010/main" val="2166247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16</a:t>
            </a:fld>
            <a:endParaRPr lang="en-US" altLang="ja-JP">
              <a:solidFill>
                <a:srgbClr val="000000"/>
              </a:solidFill>
            </a:endParaRPr>
          </a:p>
        </p:txBody>
      </p:sp>
    </p:spTree>
    <p:extLst>
      <p:ext uri="{BB962C8B-B14F-4D97-AF65-F5344CB8AC3E}">
        <p14:creationId xmlns:p14="http://schemas.microsoft.com/office/powerpoint/2010/main" val="4290529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18</a:t>
            </a:fld>
            <a:endParaRPr lang="en-US" altLang="ja-JP">
              <a:solidFill>
                <a:srgbClr val="000000"/>
              </a:solidFill>
            </a:endParaRPr>
          </a:p>
        </p:txBody>
      </p:sp>
    </p:spTree>
    <p:extLst>
      <p:ext uri="{BB962C8B-B14F-4D97-AF65-F5344CB8AC3E}">
        <p14:creationId xmlns:p14="http://schemas.microsoft.com/office/powerpoint/2010/main" val="35289718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21</a:t>
            </a:fld>
            <a:endParaRPr lang="en-US" altLang="ja-JP">
              <a:solidFill>
                <a:srgbClr val="000000"/>
              </a:solidFill>
            </a:endParaRPr>
          </a:p>
        </p:txBody>
      </p:sp>
    </p:spTree>
    <p:extLst>
      <p:ext uri="{BB962C8B-B14F-4D97-AF65-F5344CB8AC3E}">
        <p14:creationId xmlns:p14="http://schemas.microsoft.com/office/powerpoint/2010/main" val="3711100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23</a:t>
            </a:fld>
            <a:endParaRPr lang="en-US" altLang="ja-JP">
              <a:solidFill>
                <a:srgbClr val="000000"/>
              </a:solidFill>
            </a:endParaRPr>
          </a:p>
        </p:txBody>
      </p:sp>
    </p:spTree>
    <p:extLst>
      <p:ext uri="{BB962C8B-B14F-4D97-AF65-F5344CB8AC3E}">
        <p14:creationId xmlns:p14="http://schemas.microsoft.com/office/powerpoint/2010/main" val="1154290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6A82-88BA-1B97-9BA5-3E712556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E3660A-83D4-22DC-2A7A-63D827747210}"/>
              </a:ext>
            </a:extLst>
          </p:cNvPr>
          <p:cNvSpPr>
            <a:spLocks noGrp="1" noRot="1" noChangeAspect="1"/>
          </p:cNvSpPr>
          <p:nvPr>
            <p:ph type="sldImg"/>
          </p:nvPr>
        </p:nvSpPr>
        <p:spPr>
          <a:xfrm>
            <a:off x="409575" y="1233488"/>
            <a:ext cx="5916613" cy="3328987"/>
          </a:xfrm>
        </p:spPr>
        <p:txBody>
          <a:bodyPr/>
          <a:lstStyle/>
          <a:p>
            <a:endParaRPr lang="ja-JP" altLang="en-US"/>
          </a:p>
        </p:txBody>
      </p:sp>
      <p:sp>
        <p:nvSpPr>
          <p:cNvPr id="3" name="ノート プレースホルダー 2">
            <a:extLst>
              <a:ext uri="{FF2B5EF4-FFF2-40B4-BE49-F238E27FC236}">
                <a16:creationId xmlns:a16="http://schemas.microsoft.com/office/drawing/2014/main" id="{F32E20C5-042D-95B9-BD30-E998A750D8BA}"/>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513A1A46-2712-8D98-BFF1-D3A577311327}"/>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7CEBC4E2-DB1B-8D08-FA91-2AE2A1F744D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24</a:t>
            </a:fld>
            <a:endParaRPr lang="en-US" altLang="ja-JP">
              <a:solidFill>
                <a:srgbClr val="000000"/>
              </a:solidFill>
            </a:endParaRPr>
          </a:p>
        </p:txBody>
      </p:sp>
    </p:spTree>
    <p:extLst>
      <p:ext uri="{BB962C8B-B14F-4D97-AF65-F5344CB8AC3E}">
        <p14:creationId xmlns:p14="http://schemas.microsoft.com/office/powerpoint/2010/main" val="664154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C01644C-2238-481D-829D-5B70BE41F101}" type="slidenum">
              <a:rPr kumimoji="1" lang="ja-JP" altLang="en-US" smtClean="0"/>
              <a:t>26</a:t>
            </a:fld>
            <a:endParaRPr kumimoji="1" lang="ja-JP" altLang="en-US"/>
          </a:p>
        </p:txBody>
      </p:sp>
    </p:spTree>
    <p:extLst>
      <p:ext uri="{BB962C8B-B14F-4D97-AF65-F5344CB8AC3E}">
        <p14:creationId xmlns:p14="http://schemas.microsoft.com/office/powerpoint/2010/main" val="1606452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50E2-A24E-F2D0-461E-59A1F2465B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79F5CA-8147-89BE-E697-CCF54CCCE6C4}"/>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D1A0B927-441F-4E9D-BF49-CC568CC2CA03}"/>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77770D0A-5F8D-1FA9-2553-5892C0B1A68C}"/>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E74393DA-D6D1-EE1E-FF7C-AD5652436D59}"/>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27</a:t>
            </a:fld>
            <a:endParaRPr lang="en-US" altLang="ja-JP">
              <a:solidFill>
                <a:srgbClr val="000000"/>
              </a:solidFill>
            </a:endParaRPr>
          </a:p>
        </p:txBody>
      </p:sp>
    </p:spTree>
    <p:extLst>
      <p:ext uri="{BB962C8B-B14F-4D97-AF65-F5344CB8AC3E}">
        <p14:creationId xmlns:p14="http://schemas.microsoft.com/office/powerpoint/2010/main" val="3662989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bg1"/>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34E5102-D1CA-3F6A-58E5-66711485C20C}"/>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92995" name="Rectangle 3"/>
          <p:cNvSpPr>
            <a:spLocks noGrp="1" noChangeArrowheads="1"/>
          </p:cNvSpPr>
          <p:nvPr>
            <p:ph type="ctrTitle"/>
          </p:nvPr>
        </p:nvSpPr>
        <p:spPr>
          <a:xfrm>
            <a:off x="958362" y="1456136"/>
            <a:ext cx="8009792" cy="665559"/>
          </a:xfrm>
          <a:extLst>
            <a:ext uri="{909E8E84-426E-40DD-AFC4-6F175D3DCCD1}">
              <a14:hiddenFill xmlns:a14="http://schemas.microsoft.com/office/drawing/2010/main">
                <a:solidFill>
                  <a:srgbClr val="003366"/>
                </a:solidFill>
              </a14:hiddenFill>
            </a:ext>
          </a:extLst>
        </p:spPr>
        <p:txBody>
          <a:bodyPr tIns="38958" anchor="ctr"/>
          <a:lstStyle>
            <a:lvl1pPr>
              <a:defRPr sz="34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タイトルの書式設定</a:t>
            </a:r>
          </a:p>
        </p:txBody>
      </p:sp>
      <p:sp>
        <p:nvSpPr>
          <p:cNvPr id="1492996" name="Rectangle 4"/>
          <p:cNvSpPr>
            <a:spLocks noGrp="1" noChangeArrowheads="1"/>
          </p:cNvSpPr>
          <p:nvPr>
            <p:ph type="subTitle" idx="1"/>
          </p:nvPr>
        </p:nvSpPr>
        <p:spPr>
          <a:xfrm>
            <a:off x="1009651" y="3090863"/>
            <a:ext cx="7923334" cy="540342"/>
          </a:xfrm>
        </p:spPr>
        <p:txBody>
          <a:bodyPr/>
          <a:lstStyle>
            <a:lvl1pPr marL="0" indent="0">
              <a:buFont typeface="Wingdings" pitchFamily="2" charset="2"/>
              <a:buNone/>
              <a:defRPr sz="2400">
                <a:solidFill>
                  <a:schemeClr val="tx1">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サブタイトルの書式設定</a:t>
            </a:r>
          </a:p>
        </p:txBody>
      </p:sp>
      <p:sp>
        <p:nvSpPr>
          <p:cNvPr id="1492997" name="Rectangle 5"/>
          <p:cNvSpPr>
            <a:spLocks noChangeArrowheads="1"/>
          </p:cNvSpPr>
          <p:nvPr/>
        </p:nvSpPr>
        <p:spPr bwMode="auto">
          <a:xfrm>
            <a:off x="838200" y="1428750"/>
            <a:ext cx="77724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lIns="77916" tIns="38958" rIns="77916" bIns="38958" anchor="b"/>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8" name="Rectangle 6"/>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9" name="Rectangle 7"/>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3015" name="Line 23"/>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pic>
        <p:nvPicPr>
          <p:cNvPr id="1026" name="Picture 2" descr="三菱CC研究会 Mitsubishi Computer Communication Research Associati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1"/>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
        <p:nvSpPr>
          <p:cNvPr id="4" name="正方形/長方形 3">
            <a:extLst>
              <a:ext uri="{FF2B5EF4-FFF2-40B4-BE49-F238E27FC236}">
                <a16:creationId xmlns:a16="http://schemas.microsoft.com/office/drawing/2014/main" id="{6FCCFC2E-B33C-E329-022A-E77BD53CEFE7}"/>
              </a:ext>
            </a:extLst>
          </p:cNvPr>
          <p:cNvSpPr/>
          <p:nvPr userDrawn="1"/>
        </p:nvSpPr>
        <p:spPr bwMode="auto">
          <a:xfrm>
            <a:off x="865573" y="1450651"/>
            <a:ext cx="88858" cy="680847"/>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4">
            <a:extLst>
              <a:ext uri="{FF2B5EF4-FFF2-40B4-BE49-F238E27FC236}">
                <a16:creationId xmlns:a16="http://schemas.microsoft.com/office/drawing/2014/main" id="{3AB45DCA-ED2D-835D-CDDD-C75F42AB0A82}"/>
              </a:ext>
            </a:extLst>
          </p:cNvPr>
          <p:cNvSpPr/>
          <p:nvPr userDrawn="1"/>
        </p:nvSpPr>
        <p:spPr bwMode="auto">
          <a:xfrm>
            <a:off x="865573" y="3044785"/>
            <a:ext cx="88857" cy="1131616"/>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85793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a:t>
            </a:fld>
            <a:endParaRPr lang="en-US" altLang="ja-JP">
              <a:solidFill>
                <a:srgbClr val="FFFFFF"/>
              </a:solidFill>
            </a:endParaRPr>
          </a:p>
        </p:txBody>
      </p:sp>
      <p:sp>
        <p:nvSpPr>
          <p:cNvPr id="11"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6" name="タイトル 1"/>
          <p:cNvSpPr>
            <a:spLocks noGrp="1"/>
          </p:cNvSpPr>
          <p:nvPr>
            <p:ph type="title"/>
          </p:nvPr>
        </p:nvSpPr>
        <p:spPr>
          <a:xfrm>
            <a:off x="113386" y="45577"/>
            <a:ext cx="7281603" cy="316706"/>
          </a:xfrm>
        </p:spPr>
        <p:txBody>
          <a:bodyPr/>
          <a:lstStyle/>
          <a:p>
            <a:endParaRPr kumimoji="1" lang="ja-JP" altLang="en-US"/>
          </a:p>
        </p:txBody>
      </p:sp>
    </p:spTree>
    <p:extLst>
      <p:ext uri="{BB962C8B-B14F-4D97-AF65-F5344CB8AC3E}">
        <p14:creationId xmlns:p14="http://schemas.microsoft.com/office/powerpoint/2010/main" val="41175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9090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1.xml"/><Relationship Id="rId6" Type="http://schemas.openxmlformats.org/officeDocument/2006/relationships/oleObject" Target="../embeddings/oleObject1.bin"/><Relationship Id="rId7" Type="http://schemas.openxmlformats.org/officeDocument/2006/relationships/image" Target="../media/image1.emf"/><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433A3B-7100-B6A7-795D-4ADB208076BD}"/>
              </a:ext>
            </a:extLst>
          </p:cNvPr>
          <p:cNvGraphicFramePr>
            <a:graphicFrameLocks/>
          </p:cNvGraphicFramePr>
          <p:nvPr userDrawn="1">
            <p:custDataLst>
              <p:tags r:id="rId5"/>
            </p:custDataLst>
            <p:extLst>
              <p:ext uri="{D42A27DB-BD31-4B8C-83A1-F6EECF244321}">
                <p14:modId xmlns:p14="http://schemas.microsoft.com/office/powerpoint/2010/main" val="1111440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78" imgH="486" progId="TCLayout.ActiveDocument.1">
                  <p:embed/>
                </p:oleObj>
              </mc:Choice>
              <mc:Fallback>
                <p:oleObj name="think-cellスライド" r:id="rId6" imgW="478" imgH="486" progId="TCLayout.ActiveDocument.1">
                  <p:embed/>
                  <p:pic>
                    <p:nvPicPr>
                      <p:cNvPr id="5" name="think-cell data - do not delete" hidden="1">
                        <a:extLst>
                          <a:ext uri="{FF2B5EF4-FFF2-40B4-BE49-F238E27FC236}">
                            <a16:creationId xmlns:a16="http://schemas.microsoft.com/office/drawing/2014/main" id="{E4433A3B-7100-B6A7-795D-4ADB208076B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491970" name="Rectangle 2"/>
          <p:cNvSpPr>
            <a:spLocks noGrp="1" noChangeArrowheads="1"/>
          </p:cNvSpPr>
          <p:nvPr>
            <p:ph type="body" idx="1"/>
          </p:nvPr>
        </p:nvSpPr>
        <p:spPr bwMode="auto">
          <a:xfrm>
            <a:off x="124864" y="288131"/>
            <a:ext cx="8919906" cy="367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38958" rIns="77916" bIns="38958" numCol="1" anchor="t" anchorCtr="0" compatLnSpc="1">
            <a:prstTxWarp prst="textNoShape">
              <a:avLst/>
            </a:prstTxWarp>
            <a:spAutoFit/>
          </a:bodyPr>
          <a:lstStyle/>
          <a:p>
            <a:pPr lvl="0"/>
            <a:r>
              <a:rPr lang="ja-JP" altLang="en-US"/>
              <a:t>マスタ テキストの書式設定</a:t>
            </a:r>
          </a:p>
        </p:txBody>
      </p:sp>
      <p:sp>
        <p:nvSpPr>
          <p:cNvPr id="1491977" name="Rectangle 9"/>
          <p:cNvSpPr>
            <a:spLocks noGrp="1" noChangeArrowheads="1"/>
          </p:cNvSpPr>
          <p:nvPr>
            <p:ph type="title"/>
          </p:nvPr>
        </p:nvSpPr>
        <p:spPr bwMode="auto">
          <a:xfrm>
            <a:off x="124864" y="14869"/>
            <a:ext cx="7258160" cy="31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0" rIns="77916" bIns="38958" numCol="1" anchor="ctr" anchorCtr="0" compatLnSpc="1">
            <a:prstTxWarp prst="textNoShape">
              <a:avLst/>
            </a:prstTxWarp>
          </a:bodyPr>
          <a:lstStyle/>
          <a:p>
            <a:pPr lvl="0"/>
            <a:r>
              <a:rPr lang="ja-JP" altLang="en-US"/>
              <a:t>マスタ タイトルの書式設定</a:t>
            </a:r>
          </a:p>
        </p:txBody>
      </p:sp>
      <p:sp>
        <p:nvSpPr>
          <p:cNvPr id="1491979" name="Rectangle 11"/>
          <p:cNvSpPr>
            <a:spLocks noGrp="1" noChangeArrowheads="1"/>
          </p:cNvSpPr>
          <p:nvPr>
            <p:ph type="ftr" sz="quarter" idx="3"/>
          </p:nvPr>
        </p:nvSpPr>
        <p:spPr bwMode="auto">
          <a:xfrm>
            <a:off x="2382717" y="4963716"/>
            <a:ext cx="597730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r>
              <a:rPr lang="en-US" altLang="ja-JP">
                <a:solidFill>
                  <a:srgbClr val="FFFFFF"/>
                </a:solidFill>
              </a:rPr>
              <a:t>Copyright 2015 Mitsubishi Corporation IT Planning Dept. All rights reserved.  Proprietary &amp; Confidential</a:t>
            </a:r>
          </a:p>
        </p:txBody>
      </p:sp>
      <p:sp>
        <p:nvSpPr>
          <p:cNvPr id="149198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fld id="{5CE835A6-4A53-49E7-9E15-10ED7101D083}" type="slidenum">
              <a:rPr lang="en-US" altLang="ja-JP">
                <a:solidFill>
                  <a:srgbClr val="FFFFFF"/>
                </a:solidFill>
              </a:rPr>
              <a:pPr fontAlgn="base">
                <a:spcBef>
                  <a:spcPct val="0"/>
                </a:spcBef>
                <a:spcAft>
                  <a:spcPct val="0"/>
                </a:spcAft>
              </a:pPr>
              <a:t>‹#›</a:t>
            </a:fld>
            <a:endParaRPr lang="en-US" altLang="ja-JP">
              <a:solidFill>
                <a:srgbClr val="FFFFFF"/>
              </a:solidFill>
            </a:endParaRPr>
          </a:p>
        </p:txBody>
      </p:sp>
      <p:sp>
        <p:nvSpPr>
          <p:cNvPr id="1491985"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1491989" name="Line 21"/>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2" name="日付プレースホルダー 1"/>
          <p:cNvSpPr>
            <a:spLocks noGrp="1"/>
          </p:cNvSpPr>
          <p:nvPr>
            <p:ph type="dt" sz="half" idx="2"/>
          </p:nvPr>
        </p:nvSpPr>
        <p:spPr>
          <a:xfrm>
            <a:off x="0" y="4956463"/>
            <a:ext cx="2057400" cy="187039"/>
          </a:xfrm>
          <a:prstGeom prst="rect">
            <a:avLst/>
          </a:prstGeom>
        </p:spPr>
        <p:txBody>
          <a:bodyPr vert="horz" lIns="77916" tIns="38958" rIns="77916" bIns="38958" rtlCol="0" anchor="ctr"/>
          <a:lstStyle>
            <a:lvl1pPr algn="l">
              <a:defRPr sz="800">
                <a:solidFill>
                  <a:schemeClr val="bg1"/>
                </a:solidFill>
              </a:defRPr>
            </a:lvl1pPr>
          </a:lstStyle>
          <a:p>
            <a:pPr fontAlgn="base">
              <a:spcBef>
                <a:spcPct val="0"/>
              </a:spcBef>
              <a:spcAft>
                <a:spcPct val="0"/>
              </a:spcAft>
            </a:pPr>
            <a:fld id="{228BF670-20B2-4051-8460-6C923474228A}" type="datetimeFigureOut">
              <a:rPr lang="ja-JP" altLang="en-US" smtClean="0">
                <a:solidFill>
                  <a:srgbClr val="FFFFFF"/>
                </a:solidFill>
                <a:latin typeface="Arial" charset="0"/>
              </a:rPr>
              <a:pPr fontAlgn="base">
                <a:spcBef>
                  <a:spcPct val="0"/>
                </a:spcBef>
                <a:spcAft>
                  <a:spcPct val="0"/>
                </a:spcAft>
              </a:pPr>
              <a:t>2026/9/9</a:t>
            </a:fld>
            <a:endParaRPr lang="ja-JP" altLang="en-US">
              <a:solidFill>
                <a:srgbClr val="FFFFFF"/>
              </a:solidFill>
              <a:latin typeface="Arial" charset="0"/>
            </a:endParaRPr>
          </a:p>
        </p:txBody>
      </p:sp>
      <p:pic>
        <p:nvPicPr>
          <p:cNvPr id="14" name="Picture 2" descr="三菱CC研究会 Mitsubishi Computer Communication Research Association"/>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3" name="正方形/長方形 2">
            <a:extLst>
              <a:ext uri="{FF2B5EF4-FFF2-40B4-BE49-F238E27FC236}">
                <a16:creationId xmlns:a16="http://schemas.microsoft.com/office/drawing/2014/main" id="{E0B9366B-76DA-56A2-B2F2-69EF5B74BD39}"/>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Rectangle 11">
            <a:extLst>
              <a:ext uri="{FF2B5EF4-FFF2-40B4-BE49-F238E27FC236}">
                <a16:creationId xmlns:a16="http://schemas.microsoft.com/office/drawing/2014/main" id="{29D834C6-DD7F-3F62-7A95-BF2ABB2602FF}"/>
              </a:ext>
            </a:extLst>
          </p:cNvPr>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Tree>
    <p:extLst>
      <p:ext uri="{BB962C8B-B14F-4D97-AF65-F5344CB8AC3E}">
        <p14:creationId xmlns:p14="http://schemas.microsoft.com/office/powerpoint/2010/main" val="39330150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1" r:id="rId3"/>
  </p:sldLayoutIdLst>
  <p:hf hdr="0"/>
  <p:txStyles>
    <p:titleStyle>
      <a:lvl1pPr algn="l" rtl="0" fontAlgn="base">
        <a:lnSpc>
          <a:spcPct val="115000"/>
        </a:lnSpc>
        <a:spcBef>
          <a:spcPct val="0"/>
        </a:spcBef>
        <a:spcAft>
          <a:spcPct val="0"/>
        </a:spcAft>
        <a:defRPr kumimoji="1" sz="17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2pPr>
      <a:lvl3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3pPr>
      <a:lvl4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4pPr>
      <a:lvl5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5pPr>
      <a:lvl6pPr marL="389582"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6pPr>
      <a:lvl7pPr marL="779163"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7pPr>
      <a:lvl8pPr marL="1168745"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8pPr>
      <a:lvl9pPr marL="1558326"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9pPr>
    </p:titleStyle>
    <p:bodyStyle>
      <a:lvl1pPr marL="0" indent="0" algn="l" rtl="0" fontAlgn="base">
        <a:lnSpc>
          <a:spcPct val="125000"/>
        </a:lnSpc>
        <a:spcBef>
          <a:spcPct val="5000"/>
        </a:spcBef>
        <a:spcAft>
          <a:spcPct val="0"/>
        </a:spcAft>
        <a:buClr>
          <a:schemeClr val="tx1"/>
        </a:buClr>
        <a:buFontTx/>
        <a:buNone/>
        <a:defRPr kumimoji="1" sz="15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30165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61007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919845" indent="0" algn="l" rtl="0" fontAlgn="base">
        <a:lnSpc>
          <a:spcPct val="125000"/>
        </a:lnSpc>
        <a:spcBef>
          <a:spcPct val="5000"/>
        </a:spcBef>
        <a:spcAft>
          <a:spcPct val="0"/>
        </a:spcAft>
        <a:buClr>
          <a:schemeClr val="tx1"/>
        </a:buClr>
        <a:buSzPct val="80000"/>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228264"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1762587"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6pPr>
      <a:lvl7pPr marL="2152168"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7pPr>
      <a:lvl8pPr marL="2541749"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8pPr>
      <a:lvl9pPr marL="2931330"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9pPr>
    </p:bodyStyle>
    <p:other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oleObject" Target="../embeddings/oleObject2.bin"/><Relationship Id="rId5" Type="http://schemas.openxmlformats.org/officeDocument/2006/relationships/image" Target="../media/image3.emf"/><Relationship Id="rId6" Type="http://schemas.openxmlformats.org/officeDocument/2006/relationships/diagramData" Target="../diagrams/data1.xml"/><Relationship Id="rId7" Type="http://schemas.openxmlformats.org/officeDocument/2006/relationships/diagramLayout" Target="../diagrams/layout1.xml"/><Relationship Id="rId8" Type="http://schemas.openxmlformats.org/officeDocument/2006/relationships/diagramQuickStyle" Target="../diagrams/quickStyle1.xml"/><Relationship Id="rId9" Type="http://schemas.openxmlformats.org/officeDocument/2006/relationships/diagramColors" Target="../diagrams/colors1.xml"/><Relationship Id="rId10"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oleObject" Target="../embeddings/oleObject2.bin"/><Relationship Id="rId5" Type="http://schemas.openxmlformats.org/officeDocument/2006/relationships/image" Target="../media/image3.emf"/><Relationship Id="rId6" Type="http://schemas.openxmlformats.org/officeDocument/2006/relationships/diagramData" Target="../diagrams/data2.xml"/><Relationship Id="rId7" Type="http://schemas.openxmlformats.org/officeDocument/2006/relationships/diagramLayout" Target="../diagrams/layout2.xml"/><Relationship Id="rId8" Type="http://schemas.openxmlformats.org/officeDocument/2006/relationships/diagramQuickStyle" Target="../diagrams/quickStyle2.xml"/><Relationship Id="rId9" Type="http://schemas.openxmlformats.org/officeDocument/2006/relationships/diagramColors" Target="../diagrams/colors2.xml"/><Relationship Id="rId10" Type="http://schemas.microsoft.com/office/2007/relationships/diagramDrawing" Target="../diagrams/drawin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oleObject" Target="../embeddings/oleObject3.bin"/><Relationship Id="rId5" Type="http://schemas.openxmlformats.org/officeDocument/2006/relationships/image" Target="../media/image1.emf"/></Relationships>
</file>

<file path=ppt/slides/_rels/slide9.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oleObject" Target="../embeddings/oleObject3.bin"/><Relationship Id="rId5" Type="http://schemas.openxmlformats.org/officeDocument/2006/relationships/image" Target="../media/image1.emf"/><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en-US" altLang="ja-JP" sz="2400">
                <a:solidFill>
                  <a:schemeClr val="tx1"/>
                </a:solidFill>
                <a:latin typeface="Meiryo UI"/>
                <a:ea typeface="Meiryo UI"/>
              </a:rPr>
              <a:t>AI</a:t>
            </a:r>
            <a:r>
              <a:rPr lang="ja-JP" altLang="en-US" sz="2400">
                <a:solidFill>
                  <a:schemeClr val="tx1"/>
                </a:solidFill>
                <a:latin typeface="Meiryo UI"/>
                <a:ea typeface="Meiryo UI"/>
              </a:rPr>
              <a:t>時代の「アジャイルとウォーターフォール」の進化に関する研究</a:t>
            </a:r>
            <a:br>
              <a:rPr lang="ja-JP" altLang="en-US" sz="2400">
                <a:latin typeface="Meiryo UI"/>
                <a:ea typeface="Meiryo UI"/>
              </a:rPr>
            </a:br>
            <a:r>
              <a:rPr lang="ja-JP" altLang="en-US" sz="2400">
                <a:solidFill>
                  <a:schemeClr val="tx1"/>
                </a:solidFill>
                <a:latin typeface="Meiryo UI"/>
                <a:ea typeface="Meiryo UI"/>
              </a:rPr>
              <a:t>　～</a:t>
            </a:r>
            <a:r>
              <a:rPr lang="en-US" altLang="ja-JP" sz="2400">
                <a:solidFill>
                  <a:srgbClr val="FF0000"/>
                </a:solidFill>
                <a:latin typeface="Meiryo UI"/>
                <a:ea typeface="Meiryo UI"/>
              </a:rPr>
              <a:t>AI</a:t>
            </a:r>
            <a:r>
              <a:rPr lang="ja-JP" altLang="en-US" sz="2400">
                <a:solidFill>
                  <a:srgbClr val="FF0000"/>
                </a:solidFill>
                <a:latin typeface="Meiryo UI"/>
                <a:ea typeface="Meiryo UI"/>
              </a:rPr>
              <a:t>駆動開発導入の提案</a:t>
            </a:r>
            <a:r>
              <a:rPr lang="ja-JP" altLang="en-US" sz="2400">
                <a:solidFill>
                  <a:schemeClr val="tx1"/>
                </a:solidFill>
                <a:latin typeface="Meiryo UI"/>
                <a:ea typeface="Meiryo UI"/>
              </a:rPr>
              <a:t>～</a:t>
            </a:r>
          </a:p>
        </p:txBody>
      </p:sp>
      <p:sp>
        <p:nvSpPr>
          <p:cNvPr id="3" name="サブタイトル 2"/>
          <p:cNvSpPr>
            <a:spLocks noGrp="1"/>
          </p:cNvSpPr>
          <p:nvPr>
            <p:ph type="subTitle" idx="1"/>
          </p:nvPr>
        </p:nvSpPr>
        <p:spPr>
          <a:xfrm>
            <a:off x="1009651" y="2962662"/>
            <a:ext cx="7923334" cy="1218348"/>
          </a:xfrm>
        </p:spPr>
        <p:txBody>
          <a:bodyPr/>
          <a:lstStyle/>
          <a:p>
            <a:pPr lvl="0"/>
            <a:r>
              <a:rPr lang="en-US" sz="2000">
                <a:solidFill>
                  <a:schemeClr val="tx1"/>
                </a:solidFill>
                <a:latin typeface="Meiryo UI"/>
                <a:ea typeface="Meiryo UI"/>
              </a:rPr>
              <a:t>2026</a:t>
            </a:r>
            <a:r>
              <a:rPr lang="ja-JP" sz="2000">
                <a:solidFill>
                  <a:schemeClr val="tx1"/>
                </a:solidFill>
                <a:latin typeface="Meiryo UI"/>
                <a:ea typeface="Meiryo UI"/>
              </a:rPr>
              <a:t>年</a:t>
            </a:r>
            <a:r>
              <a:rPr lang="en-US" altLang="ja-JP" sz="2000">
                <a:solidFill>
                  <a:schemeClr val="tx1"/>
                </a:solidFill>
                <a:latin typeface="Meiryo UI"/>
                <a:ea typeface="Meiryo UI"/>
              </a:rPr>
              <a:t>10</a:t>
            </a:r>
            <a:r>
              <a:rPr lang="ja-JP" sz="2000">
                <a:solidFill>
                  <a:schemeClr val="tx1"/>
                </a:solidFill>
                <a:latin typeface="Meiryo UI"/>
                <a:ea typeface="Meiryo UI"/>
              </a:rPr>
              <a:t>月</a:t>
            </a:r>
            <a:r>
              <a:rPr lang="ja-JP" altLang="en-US" sz="2000">
                <a:solidFill>
                  <a:schemeClr val="tx1"/>
                </a:solidFill>
                <a:latin typeface="Meiryo UI"/>
                <a:ea typeface="Meiryo UI"/>
              </a:rPr>
              <a:t>２</a:t>
            </a:r>
            <a:r>
              <a:rPr lang="ja-JP" sz="2000">
                <a:solidFill>
                  <a:schemeClr val="tx1"/>
                </a:solidFill>
                <a:latin typeface="Meiryo UI"/>
                <a:ea typeface="Meiryo UI"/>
              </a:rPr>
              <a:t>日</a:t>
            </a:r>
            <a:endParaRPr lang="en-US" sz="2000" b="0">
              <a:solidFill>
                <a:schemeClr val="tx1"/>
              </a:solidFill>
              <a:latin typeface="Meiryo UI"/>
              <a:ea typeface="Meiryo UI"/>
            </a:endParaRPr>
          </a:p>
          <a:p>
            <a:pPr lvl="0"/>
            <a:r>
              <a:rPr lang="en-US" sz="2000">
                <a:solidFill>
                  <a:schemeClr val="tx1"/>
                </a:solidFill>
                <a:latin typeface="Meiryo UI"/>
                <a:ea typeface="Meiryo UI"/>
              </a:rPr>
              <a:t>202</a:t>
            </a:r>
            <a:r>
              <a:rPr lang="en-US" altLang="ja-JP" sz="2000">
                <a:solidFill>
                  <a:schemeClr val="tx1"/>
                </a:solidFill>
                <a:latin typeface="Meiryo UI"/>
                <a:ea typeface="Meiryo UI"/>
              </a:rPr>
              <a:t>6</a:t>
            </a:r>
            <a:r>
              <a:rPr lang="ja-JP" sz="2000">
                <a:solidFill>
                  <a:schemeClr val="tx1"/>
                </a:solidFill>
                <a:latin typeface="Meiryo UI"/>
                <a:ea typeface="Meiryo UI"/>
              </a:rPr>
              <a:t>年度 三菱</a:t>
            </a:r>
            <a:r>
              <a:rPr lang="en-US" sz="2000">
                <a:solidFill>
                  <a:schemeClr val="tx1"/>
                </a:solidFill>
                <a:latin typeface="Meiryo UI"/>
                <a:ea typeface="Meiryo UI"/>
              </a:rPr>
              <a:t>CC</a:t>
            </a:r>
            <a:r>
              <a:rPr lang="ja-JP" sz="2000">
                <a:solidFill>
                  <a:schemeClr val="tx1"/>
                </a:solidFill>
                <a:latin typeface="Meiryo UI"/>
                <a:ea typeface="Meiryo UI"/>
              </a:rPr>
              <a:t>研究会 </a:t>
            </a:r>
            <a:r>
              <a:rPr lang="ja-JP" altLang="en-US" sz="2000">
                <a:solidFill>
                  <a:schemeClr val="tx1"/>
                </a:solidFill>
                <a:latin typeface="Meiryo UI"/>
                <a:ea typeface="Meiryo UI"/>
              </a:rPr>
              <a:t>中間</a:t>
            </a:r>
            <a:r>
              <a:rPr lang="ja-JP" sz="2000">
                <a:solidFill>
                  <a:schemeClr val="tx1"/>
                </a:solidFill>
                <a:latin typeface="Meiryo UI"/>
                <a:ea typeface="Meiryo UI"/>
              </a:rPr>
              <a:t>報告会 </a:t>
            </a:r>
            <a:endParaRPr lang="en-US" sz="2000" b="0">
              <a:solidFill>
                <a:schemeClr val="tx1"/>
              </a:solidFill>
              <a:latin typeface="Meiryo UI"/>
              <a:ea typeface="Meiryo UI"/>
            </a:endParaRPr>
          </a:p>
          <a:p>
            <a:r>
              <a:rPr lang="ja-JP" sz="2000">
                <a:solidFill>
                  <a:schemeClr val="tx1"/>
                </a:solidFill>
                <a:latin typeface="Meiryo UI"/>
                <a:ea typeface="Meiryo UI"/>
              </a:rPr>
              <a:t>第</a:t>
            </a:r>
            <a:r>
              <a:rPr lang="ja-JP" altLang="en-US" sz="2000">
                <a:solidFill>
                  <a:schemeClr val="tx1"/>
                </a:solidFill>
                <a:latin typeface="Meiryo UI"/>
                <a:ea typeface="Meiryo UI"/>
              </a:rPr>
              <a:t>３</a:t>
            </a:r>
            <a:r>
              <a:rPr lang="ja-JP" sz="2000">
                <a:solidFill>
                  <a:schemeClr val="tx1"/>
                </a:solidFill>
                <a:latin typeface="Meiryo UI"/>
                <a:ea typeface="Meiryo UI"/>
              </a:rPr>
              <a:t>研究部会</a:t>
            </a:r>
            <a:endParaRPr lang="en-US" sz="2000" b="0">
              <a:solidFill>
                <a:schemeClr val="tx1"/>
              </a:solidFill>
              <a:latin typeface="Meiryo UI"/>
              <a:ea typeface="Meiryo UI"/>
            </a:endParaRPr>
          </a:p>
        </p:txBody>
      </p:sp>
      <p:sp>
        <p:nvSpPr>
          <p:cNvPr id="6" name="スライド番号プレースホルダー 5"/>
          <p:cNvSpPr txBox="1">
            <a:spLocks/>
          </p:cNvSpPr>
          <p:nvPr/>
        </p:nvSpPr>
        <p:spPr>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r"/>
            <a:r>
              <a:rPr lang="en-US" altLang="ja-JP" sz="800">
                <a:solidFill>
                  <a:srgbClr val="FFFFFF"/>
                </a:solidFill>
                <a:latin typeface="Meiryo UI" panose="020B0604030504040204" pitchFamily="50" charset="-128"/>
                <a:ea typeface="Meiryo UI" panose="020B0604030504040204" pitchFamily="50" charset="-128"/>
                <a:cs typeface="Meiryo UI" panose="020B0604030504040204" pitchFamily="50" charset="-128"/>
              </a:rPr>
              <a:t>1</a:t>
            </a:r>
          </a:p>
        </p:txBody>
      </p:sp>
    </p:spTree>
    <p:extLst>
      <p:ext uri="{BB962C8B-B14F-4D97-AF65-F5344CB8AC3E}">
        <p14:creationId xmlns:p14="http://schemas.microsoft.com/office/powerpoint/2010/main" val="2290740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48FD-8E4C-0018-822E-54644241A3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D26F23-D2AF-3118-B7BA-2704E5068F8E}"/>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C2EB76A-7420-5F31-1301-953C21D57E8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tx1"/>
                </a:solidFill>
                <a:latin typeface="Meiryo UI"/>
                <a:ea typeface="Meiryo UI"/>
              </a:rPr>
              <a:t> 研究の背景</a:t>
            </a:r>
            <a:endParaRPr lang="en-US" altLang="ja-JP" sz="2400" b="1">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tx1"/>
                </a:solidFill>
                <a:latin typeface="Meiryo UI"/>
                <a:ea typeface="Meiryo UI"/>
              </a:rPr>
              <a:t> 研究の目的</a:t>
            </a:r>
            <a:endParaRPr lang="en-US" altLang="ja-JP" sz="2400" b="1">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a:solidFill>
                  <a:schemeClr val="tx1"/>
                </a:solidFill>
                <a:latin typeface="Meiryo UI"/>
                <a:ea typeface="Meiryo UI"/>
              </a:rPr>
              <a:t> 活動実績</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　</a:t>
            </a:r>
            <a:r>
              <a:rPr lang="en-US" altLang="ja-JP" sz="2400" b="1">
                <a:solidFill>
                  <a:schemeClr val="tx1"/>
                </a:solidFill>
                <a:latin typeface="Meiryo UI"/>
                <a:ea typeface="Meiryo UI"/>
              </a:rPr>
              <a:t>4</a:t>
            </a:r>
            <a:r>
              <a:rPr lang="ja-JP" altLang="en-US" sz="2400" b="1">
                <a:solidFill>
                  <a:schemeClr val="tx1"/>
                </a:solidFill>
                <a:latin typeface="Meiryo UI"/>
                <a:ea typeface="Meiryo UI"/>
              </a:rPr>
              <a:t>-1.</a:t>
            </a:r>
            <a:r>
              <a:rPr lang="en-US" altLang="ja-JP" sz="2400" b="1">
                <a:solidFill>
                  <a:schemeClr val="tx1"/>
                </a:solidFill>
                <a:latin typeface="Meiryo UI"/>
                <a:ea typeface="Meiryo UI"/>
              </a:rPr>
              <a:t> AI-</a:t>
            </a:r>
            <a:r>
              <a:rPr lang="en-US" altLang="ja-JP" sz="2400" b="1" err="1">
                <a:solidFill>
                  <a:schemeClr val="tx1"/>
                </a:solidFill>
                <a:latin typeface="Meiryo UI"/>
                <a:ea typeface="Meiryo UI"/>
              </a:rPr>
              <a:t>Readyコンテキスト</a:t>
            </a:r>
            <a:r>
              <a:rPr lang="ja-JP" altLang="en-US" sz="2400" b="1">
                <a:solidFill>
                  <a:schemeClr val="tx1"/>
                </a:solidFill>
                <a:latin typeface="Meiryo UI"/>
                <a:ea typeface="Meiryo UI"/>
              </a:rPr>
              <a:t>基盤</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　</a:t>
            </a:r>
            <a:r>
              <a:rPr lang="en-US" altLang="ja-JP" sz="2400" b="1">
                <a:solidFill>
                  <a:schemeClr val="tx1"/>
                </a:solidFill>
                <a:latin typeface="Meiryo UI"/>
                <a:ea typeface="Meiryo UI"/>
              </a:rPr>
              <a:t>4</a:t>
            </a:r>
            <a:r>
              <a:rPr lang="ja-JP" sz="2400" b="1">
                <a:solidFill>
                  <a:schemeClr val="tx1"/>
                </a:solidFill>
                <a:latin typeface="Meiryo UI"/>
                <a:ea typeface="Meiryo UI"/>
              </a:rPr>
              <a:t>-2</a:t>
            </a:r>
            <a:r>
              <a:rPr lang="ja-JP" altLang="en-US" sz="2400" b="1">
                <a:solidFill>
                  <a:schemeClr val="tx1"/>
                </a:solidFill>
                <a:latin typeface="Meiryo UI"/>
                <a:ea typeface="Meiryo UI"/>
              </a:rPr>
              <a:t>.</a:t>
            </a:r>
            <a:r>
              <a:rPr lang="en-US" altLang="ja-JP" sz="2400" b="1">
                <a:solidFill>
                  <a:schemeClr val="tx1"/>
                </a:solidFill>
                <a:latin typeface="Meiryo UI"/>
                <a:ea typeface="Meiryo UI"/>
              </a:rPr>
              <a:t> AI</a:t>
            </a:r>
            <a:r>
              <a:rPr lang="ja-JP" altLang="en-US" sz="2400" b="1">
                <a:solidFill>
                  <a:schemeClr val="tx1"/>
                </a:solidFill>
                <a:latin typeface="Meiryo UI"/>
                <a:ea typeface="Meiryo UI"/>
              </a:rPr>
              <a:t>駆動開発</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　</a:t>
            </a:r>
            <a:r>
              <a:rPr lang="en-US" altLang="ja-JP" sz="2400" b="1">
                <a:solidFill>
                  <a:schemeClr val="tx1"/>
                </a:solidFill>
                <a:latin typeface="Meiryo UI"/>
                <a:ea typeface="Meiryo UI"/>
              </a:rPr>
              <a:t>4</a:t>
            </a:r>
            <a:r>
              <a:rPr lang="ja-JP" sz="2400" b="1">
                <a:solidFill>
                  <a:schemeClr val="tx1"/>
                </a:solidFill>
                <a:latin typeface="Meiryo UI"/>
                <a:ea typeface="Meiryo UI"/>
              </a:rPr>
              <a:t>-3</a:t>
            </a:r>
            <a:r>
              <a:rPr lang="ja-JP" altLang="en-US" sz="2400" b="1">
                <a:solidFill>
                  <a:schemeClr val="tx1"/>
                </a:solidFill>
                <a:latin typeface="Meiryo UI"/>
                <a:ea typeface="Meiryo UI"/>
              </a:rPr>
              <a:t>.</a:t>
            </a:r>
            <a:r>
              <a:rPr lang="en-US" altLang="ja-JP" sz="2400" b="1">
                <a:solidFill>
                  <a:schemeClr val="tx1"/>
                </a:solidFill>
                <a:latin typeface="Meiryo UI"/>
                <a:ea typeface="Meiryo UI"/>
              </a:rPr>
              <a:t> AI</a:t>
            </a:r>
            <a:r>
              <a:rPr lang="ja-JP" altLang="en-US" sz="2400" b="1">
                <a:solidFill>
                  <a:schemeClr val="tx1"/>
                </a:solidFill>
                <a:latin typeface="Meiryo UI"/>
                <a:ea typeface="Meiryo UI"/>
              </a:rPr>
              <a:t>品質保証</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　</a:t>
            </a:r>
            <a:r>
              <a:rPr lang="en-US" altLang="ja-JP" sz="2400" b="1">
                <a:solidFill>
                  <a:schemeClr val="tx1"/>
                </a:solidFill>
                <a:latin typeface="Meiryo UI"/>
                <a:ea typeface="Meiryo UI"/>
              </a:rPr>
              <a:t>4</a:t>
            </a:r>
            <a:r>
              <a:rPr lang="ja-JP" altLang="ja-JP" sz="2400" b="1">
                <a:solidFill>
                  <a:schemeClr val="tx1"/>
                </a:solidFill>
                <a:latin typeface="Meiryo UI"/>
                <a:ea typeface="Meiryo UI"/>
              </a:rPr>
              <a:t>-</a:t>
            </a:r>
            <a:r>
              <a:rPr lang="en-US" altLang="ja-JP" sz="2400" b="1">
                <a:solidFill>
                  <a:schemeClr val="tx1"/>
                </a:solidFill>
                <a:latin typeface="Meiryo UI"/>
                <a:ea typeface="Meiryo UI"/>
              </a:rPr>
              <a:t>4</a:t>
            </a:r>
            <a:r>
              <a:rPr lang="ja-JP" altLang="en-US" sz="2400" b="1">
                <a:solidFill>
                  <a:schemeClr val="tx1"/>
                </a:solidFill>
                <a:latin typeface="Meiryo UI"/>
                <a:ea typeface="Meiryo UI"/>
              </a:rPr>
              <a:t>.</a:t>
            </a:r>
            <a:r>
              <a:rPr lang="en-US" altLang="ja-JP" sz="2400" b="1">
                <a:solidFill>
                  <a:schemeClr val="tx1"/>
                </a:solidFill>
                <a:latin typeface="Meiryo UI"/>
                <a:ea typeface="Meiryo UI"/>
              </a:rPr>
              <a:t> AI</a:t>
            </a:r>
            <a:r>
              <a:rPr lang="ja-JP" altLang="en-US" sz="2400" b="1">
                <a:solidFill>
                  <a:schemeClr val="tx1"/>
                </a:solidFill>
                <a:latin typeface="Meiryo UI"/>
                <a:ea typeface="Meiryo UI"/>
              </a:rPr>
              <a:t>開発マネジメント</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５</a:t>
            </a:r>
            <a:r>
              <a:rPr lang="en-US" altLang="ja-JP" sz="2400" b="1">
                <a:solidFill>
                  <a:schemeClr val="tx1"/>
                </a:solidFill>
                <a:latin typeface="Meiryo UI"/>
                <a:ea typeface="Meiryo UI"/>
              </a:rPr>
              <a:t>. </a:t>
            </a:r>
            <a:r>
              <a:rPr lang="ja-JP" altLang="en-US" sz="2400" b="1">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38009B9C-D955-C644-EB61-C99A83D3DF0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a:t>
            </a:fld>
            <a:endParaRPr lang="en-US" altLang="ja-JP">
              <a:solidFill>
                <a:srgbClr val="FFFFFF"/>
              </a:solidFill>
            </a:endParaRPr>
          </a:p>
        </p:txBody>
      </p:sp>
    </p:spTree>
    <p:extLst>
      <p:ext uri="{BB962C8B-B14F-4D97-AF65-F5344CB8AC3E}">
        <p14:creationId xmlns:p14="http://schemas.microsoft.com/office/powerpoint/2010/main" val="4049209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1CD7-2494-1CA9-F7EB-77E237A343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FE6FD5-4392-3592-6339-4D71800E309D}"/>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92F2776F-934D-76AC-0DFC-04D9E3FC3561}"/>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tx1"/>
                </a:solidFill>
                <a:latin typeface="Meiryo UI"/>
                <a:ea typeface="Meiryo UI"/>
              </a:rPr>
              <a:t> 研究の背景</a:t>
            </a:r>
            <a:endParaRPr lang="en-US" altLang="ja-JP" sz="2400" b="1">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a:solidFill>
                  <a:schemeClr val="bg1">
                    <a:lumMod val="65000"/>
                  </a:schemeClr>
                </a:solidFill>
                <a:latin typeface="Meiryo UI"/>
                <a:ea typeface="Meiryo UI"/>
              </a:rPr>
              <a:t> 活動実績</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08A0E523-2283-6ADD-A665-EAAB23338107}"/>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3</a:t>
            </a:fld>
            <a:endParaRPr lang="en-US" altLang="ja-JP">
              <a:solidFill>
                <a:srgbClr val="FFFFFF"/>
              </a:solidFill>
            </a:endParaRPr>
          </a:p>
        </p:txBody>
      </p:sp>
    </p:spTree>
    <p:extLst>
      <p:ext uri="{BB962C8B-B14F-4D97-AF65-F5344CB8AC3E}">
        <p14:creationId xmlns:p14="http://schemas.microsoft.com/office/powerpoint/2010/main" val="217416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6F2DDC-68C9-2D23-1AA6-B77AE6CEA2C3}"/>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DAEB6B3-C89D-4B9B-81CC-75EFB89EF55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8" imgH="408" progId="TCLayout.ActiveDocument.1">
                  <p:embed/>
                </p:oleObj>
              </mc:Choice>
              <mc:Fallback>
                <p:oleObj name="think-cellスライド" r:id="rId4" imgW="408" imgH="408" progId="TCLayout.ActiveDocument.1">
                  <p:embed/>
                  <p:pic>
                    <p:nvPicPr>
                      <p:cNvPr id="12" name="think-cell data - do not delete" hidden="1">
                        <a:extLst>
                          <a:ext uri="{FF2B5EF4-FFF2-40B4-BE49-F238E27FC236}">
                            <a16:creationId xmlns:a16="http://schemas.microsoft.com/office/drawing/2014/main" id="{9DAEB6B3-C89D-4B9B-81CC-75EFB89EF5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スライド番号プレースホルダー 1">
            <a:extLst>
              <a:ext uri="{FF2B5EF4-FFF2-40B4-BE49-F238E27FC236}">
                <a16:creationId xmlns:a16="http://schemas.microsoft.com/office/drawing/2014/main" id="{D702103C-912C-B7C0-B3CC-35BABB6224E6}"/>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4</a:t>
            </a:fld>
            <a:endParaRPr lang="en-US" altLang="ja-JP">
              <a:solidFill>
                <a:srgbClr val="FFFFFF"/>
              </a:solidFill>
            </a:endParaRPr>
          </a:p>
        </p:txBody>
      </p:sp>
      <p:sp>
        <p:nvSpPr>
          <p:cNvPr id="3" name="タイトル 2">
            <a:extLst>
              <a:ext uri="{FF2B5EF4-FFF2-40B4-BE49-F238E27FC236}">
                <a16:creationId xmlns:a16="http://schemas.microsoft.com/office/drawing/2014/main" id="{632A0B57-D434-686B-4A37-A4A1E064E811}"/>
              </a:ext>
            </a:extLst>
          </p:cNvPr>
          <p:cNvSpPr>
            <a:spLocks noGrp="1"/>
          </p:cNvSpPr>
          <p:nvPr>
            <p:ph type="title"/>
          </p:nvPr>
        </p:nvSpPr>
        <p:spPr/>
        <p:txBody>
          <a:bodyPr vert="horz" rIns="77916"/>
          <a:lstStyle/>
          <a:p>
            <a:r>
              <a:rPr lang="ja-JP" altLang="en-US">
                <a:solidFill>
                  <a:srgbClr val="7F7F7F"/>
                </a:solidFill>
                <a:latin typeface="Meiryo UI"/>
                <a:ea typeface="Meiryo UI"/>
              </a:rPr>
              <a:t>1.</a:t>
            </a:r>
            <a:r>
              <a:rPr lang="en-US" altLang="ja-JP">
                <a:solidFill>
                  <a:srgbClr val="7F7F7F"/>
                </a:solidFill>
                <a:latin typeface="Meiryo UI"/>
                <a:ea typeface="Meiryo UI"/>
              </a:rPr>
              <a:t> </a:t>
            </a:r>
            <a:r>
              <a:rPr lang="ja-JP" altLang="en-US">
                <a:solidFill>
                  <a:srgbClr val="7F7F7F"/>
                </a:solidFill>
                <a:latin typeface="Meiryo UI"/>
                <a:ea typeface="Meiryo UI"/>
              </a:rPr>
              <a:t>研究の背景 ～</a:t>
            </a:r>
            <a:r>
              <a:rPr lang="en-US" altLang="ja-JP">
                <a:solidFill>
                  <a:srgbClr val="7F7F7F"/>
                </a:solidFill>
                <a:latin typeface="Meiryo UI"/>
                <a:ea typeface="Meiryo UI"/>
              </a:rPr>
              <a:t>AI Ready</a:t>
            </a:r>
            <a:r>
              <a:rPr lang="ja-JP" altLang="en-US">
                <a:solidFill>
                  <a:srgbClr val="7F7F7F"/>
                </a:solidFill>
                <a:latin typeface="Meiryo UI"/>
                <a:ea typeface="Meiryo UI"/>
              </a:rPr>
              <a:t>・</a:t>
            </a:r>
            <a:r>
              <a:rPr lang="en-US" altLang="ja-JP">
                <a:solidFill>
                  <a:srgbClr val="7F7F7F"/>
                </a:solidFill>
                <a:latin typeface="Meiryo UI"/>
                <a:ea typeface="Meiryo UI"/>
              </a:rPr>
              <a:t>AI </a:t>
            </a:r>
            <a:r>
              <a:rPr lang="ja-JP" altLang="en-US">
                <a:solidFill>
                  <a:srgbClr val="7F7F7F"/>
                </a:solidFill>
                <a:latin typeface="Meiryo UI"/>
                <a:ea typeface="Meiryo UI"/>
              </a:rPr>
              <a:t>駆動開発・</a:t>
            </a:r>
            <a:r>
              <a:rPr lang="en-US" altLang="ja-JP">
                <a:solidFill>
                  <a:srgbClr val="7F7F7F"/>
                </a:solidFill>
                <a:latin typeface="Meiryo UI"/>
                <a:ea typeface="Meiryo UI"/>
              </a:rPr>
              <a:t>AI Ops</a:t>
            </a:r>
            <a:r>
              <a:rPr lang="ja-JP" altLang="en-US">
                <a:solidFill>
                  <a:srgbClr val="7F7F7F"/>
                </a:solidFill>
                <a:latin typeface="Meiryo UI"/>
                <a:ea typeface="Meiryo UI"/>
              </a:rPr>
              <a:t>～</a:t>
            </a:r>
            <a:endParaRPr lang="en-US">
              <a:solidFill>
                <a:srgbClr val="7F7F7F"/>
              </a:solidFill>
              <a:latin typeface="Meiryo UI"/>
              <a:ea typeface="Meiryo UI"/>
            </a:endParaRPr>
          </a:p>
        </p:txBody>
      </p:sp>
      <p:sp>
        <p:nvSpPr>
          <p:cNvPr id="4" name="正方形/長方形 3">
            <a:extLst>
              <a:ext uri="{FF2B5EF4-FFF2-40B4-BE49-F238E27FC236}">
                <a16:creationId xmlns:a16="http://schemas.microsoft.com/office/drawing/2014/main" id="{38AF7428-4374-5A78-5C06-9D6202138608}"/>
              </a:ext>
            </a:extLst>
          </p:cNvPr>
          <p:cNvSpPr/>
          <p:nvPr/>
        </p:nvSpPr>
        <p:spPr>
          <a:xfrm>
            <a:off x="91670" y="468385"/>
            <a:ext cx="8960659" cy="1759890"/>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b="1">
                <a:solidFill>
                  <a:schemeClr val="accent1"/>
                </a:solidFill>
                <a:latin typeface="Meiryo UI"/>
                <a:ea typeface="Meiryo UI"/>
              </a:rPr>
              <a:t>問題意識</a:t>
            </a:r>
            <a:endParaRPr lang="en-US" altLang="ja-JP" sz="1800" b="1">
              <a:solidFill>
                <a:schemeClr val="accent1"/>
              </a:solidFill>
              <a:latin typeface="Meiryo UI"/>
              <a:ea typeface="Meiryo UI"/>
            </a:endParaRPr>
          </a:p>
          <a:p>
            <a:pPr defTabSz="718291"/>
            <a:r>
              <a:rPr lang="ja-JP" altLang="en-US" sz="1600">
                <a:solidFill>
                  <a:schemeClr val="tx1"/>
                </a:solidFill>
                <a:latin typeface="Meiryo UI"/>
                <a:ea typeface="Meiryo UI"/>
              </a:rPr>
              <a:t>ITが身の回りの前提として普及したことに伴い、顧客ニーズの高速化、多様化が進み、</a:t>
            </a:r>
            <a:r>
              <a:rPr lang="ja-JP" altLang="en-US" sz="1600" b="1">
                <a:solidFill>
                  <a:schemeClr val="tx1"/>
                </a:solidFill>
                <a:latin typeface="Meiryo UI"/>
                <a:ea typeface="Meiryo UI"/>
              </a:rPr>
              <a:t>アジャイル開発</a:t>
            </a:r>
            <a:r>
              <a:rPr lang="ja-JP" altLang="en-US" sz="1600">
                <a:solidFill>
                  <a:schemeClr val="tx1"/>
                </a:solidFill>
                <a:latin typeface="Meiryo UI"/>
                <a:ea typeface="Meiryo UI"/>
              </a:rPr>
              <a:t>は普及した。一方で、昨今のAIの普及に伴い、さらなる開発スピードの向上が求められているが、実践が進むほどに、属人性や組織文化の壁に阻まれ、</a:t>
            </a:r>
            <a:r>
              <a:rPr lang="ja-JP" altLang="en-US" sz="1600" b="1">
                <a:solidFill>
                  <a:schemeClr val="tx1"/>
                </a:solidFill>
                <a:latin typeface="Meiryo UI"/>
                <a:ea typeface="Meiryo UI"/>
              </a:rPr>
              <a:t>アジャイル開発</a:t>
            </a:r>
            <a:r>
              <a:rPr lang="ja-JP" altLang="en-US" sz="1600">
                <a:solidFill>
                  <a:schemeClr val="tx1"/>
                </a:solidFill>
                <a:latin typeface="Meiryo UI"/>
                <a:ea typeface="Meiryo UI"/>
              </a:rPr>
              <a:t>では、俊敏性を発揮しきれない</a:t>
            </a:r>
            <a:r>
              <a:rPr lang="ja-JP" altLang="en-US" sz="1600" b="1" u="sng">
                <a:solidFill>
                  <a:schemeClr val="tx1"/>
                </a:solidFill>
                <a:latin typeface="Meiryo UI"/>
                <a:ea typeface="Meiryo UI"/>
              </a:rPr>
              <a:t>停滞感</a:t>
            </a:r>
            <a:r>
              <a:rPr lang="ja-JP" altLang="en-US" sz="1600">
                <a:solidFill>
                  <a:schemeClr val="tx1"/>
                </a:solidFill>
                <a:latin typeface="Meiryo UI"/>
                <a:ea typeface="Meiryo UI"/>
              </a:rPr>
              <a:t>がある。つまり、高度なチームを理想形として周囲に普及させようにも、</a:t>
            </a:r>
            <a:r>
              <a:rPr lang="ja-JP" altLang="en-US" sz="1600" b="1">
                <a:solidFill>
                  <a:schemeClr val="tx1"/>
                </a:solidFill>
                <a:latin typeface="Meiryo UI"/>
                <a:ea typeface="Meiryo UI"/>
              </a:rPr>
              <a:t>メンバーの属人的なスキルにその高度性が依存</a:t>
            </a:r>
            <a:r>
              <a:rPr lang="ja-JP" altLang="en-US" sz="1600">
                <a:solidFill>
                  <a:schemeClr val="tx1"/>
                </a:solidFill>
                <a:latin typeface="Meiryo UI"/>
                <a:ea typeface="Meiryo UI"/>
              </a:rPr>
              <a:t>しているのである。また、コストの管理面などで大型案件には向かず、カバー領域が限定的であるため、</a:t>
            </a:r>
            <a:r>
              <a:rPr lang="ja-JP" altLang="en-US" sz="1600" b="1">
                <a:solidFill>
                  <a:schemeClr val="tx1"/>
                </a:solidFill>
                <a:latin typeface="Meiryo UI"/>
                <a:ea typeface="Meiryo UI"/>
              </a:rPr>
              <a:t>ウォーターフォールとの棲み分けも依然として存在</a:t>
            </a:r>
            <a:r>
              <a:rPr lang="ja-JP" altLang="en-US" sz="1600">
                <a:solidFill>
                  <a:schemeClr val="tx1"/>
                </a:solidFill>
                <a:latin typeface="Meiryo UI"/>
                <a:ea typeface="Meiryo UI"/>
              </a:rPr>
              <a:t>する。</a:t>
            </a:r>
            <a:endParaRPr lang="en-US" altLang="ja-JP" sz="1600">
              <a:solidFill>
                <a:schemeClr val="tx1"/>
              </a:solidFill>
              <a:latin typeface="Meiryo UI"/>
              <a:ea typeface="Meiryo UI"/>
            </a:endParaRPr>
          </a:p>
        </p:txBody>
      </p:sp>
      <p:sp>
        <p:nvSpPr>
          <p:cNvPr id="27" name="正方形/長方形 26">
            <a:extLst>
              <a:ext uri="{FF2B5EF4-FFF2-40B4-BE49-F238E27FC236}">
                <a16:creationId xmlns:a16="http://schemas.microsoft.com/office/drawing/2014/main" id="{29BECF08-C23E-5469-FAE7-0FB685F038AA}"/>
              </a:ext>
            </a:extLst>
          </p:cNvPr>
          <p:cNvSpPr/>
          <p:nvPr/>
        </p:nvSpPr>
        <p:spPr>
          <a:xfrm>
            <a:off x="0" y="2638190"/>
            <a:ext cx="2507897" cy="157456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クラウド・</a:t>
            </a:r>
            <a:r>
              <a:rPr kumimoji="1" lang="en-US" altLang="ja-JP" sz="1400" b="1">
                <a:solidFill>
                  <a:schemeClr val="tx1"/>
                </a:solidFill>
                <a:latin typeface="Meiryo UI" panose="020B0604030504040204" pitchFamily="50" charset="-128"/>
                <a:ea typeface="Meiryo UI" panose="020B0604030504040204" pitchFamily="50" charset="-128"/>
              </a:rPr>
              <a:t>DX</a:t>
            </a:r>
            <a:r>
              <a:rPr lang="ja-JP" altLang="en-US" sz="1400" b="1">
                <a:solidFill>
                  <a:schemeClr val="tx1"/>
                </a:solidFill>
                <a:latin typeface="Meiryo UI" panose="020B0604030504040204" pitchFamily="50" charset="-128"/>
                <a:ea typeface="Meiryo UI" panose="020B0604030504040204" pitchFamily="50" charset="-128"/>
              </a:rPr>
              <a:t>・アジャイル</a:t>
            </a:r>
            <a:r>
              <a:rPr kumimoji="1" lang="ja-JP" altLang="en-US" sz="1400" b="1">
                <a:solidFill>
                  <a:schemeClr val="tx1"/>
                </a:solidFill>
                <a:latin typeface="Meiryo UI" panose="020B0604030504040204" pitchFamily="50" charset="-128"/>
                <a:ea typeface="Meiryo UI" panose="020B0604030504040204" pitchFamily="50" charset="-128"/>
              </a:rPr>
              <a:t>の台頭</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lang="ja-JP" altLang="en-US" sz="1200">
                <a:solidFill>
                  <a:schemeClr val="tx1"/>
                </a:solidFill>
                <a:latin typeface="Meiryo UI" panose="020B0604030504040204" pitchFamily="50" charset="-128"/>
                <a:ea typeface="Meiryo UI" panose="020B0604030504040204" pitchFamily="50" charset="-128"/>
              </a:rPr>
              <a:t>上記</a:t>
            </a:r>
            <a:r>
              <a:rPr lang="en-US" altLang="ja-JP" sz="1200">
                <a:solidFill>
                  <a:schemeClr val="tx1"/>
                </a:solidFill>
                <a:latin typeface="Meiryo UI" panose="020B0604030504040204" pitchFamily="50" charset="-128"/>
                <a:ea typeface="Meiryo UI" panose="020B0604030504040204" pitchFamily="50" charset="-128"/>
              </a:rPr>
              <a:t>3</a:t>
            </a:r>
            <a:r>
              <a:rPr lang="ja-JP" altLang="en-US" sz="1200">
                <a:solidFill>
                  <a:schemeClr val="tx1"/>
                </a:solidFill>
                <a:latin typeface="Meiryo UI" panose="020B0604030504040204" pitchFamily="50" charset="-128"/>
                <a:ea typeface="Meiryo UI" panose="020B0604030504040204" pitchFamily="50" charset="-128"/>
              </a:rPr>
              <a:t>つのキーワードの下、</a:t>
            </a:r>
            <a:r>
              <a:rPr kumimoji="1" lang="ja-JP" altLang="en-US" sz="1200">
                <a:solidFill>
                  <a:schemeClr val="tx1"/>
                </a:solidFill>
                <a:latin typeface="Meiryo UI" panose="020B0604030504040204" pitchFamily="50" charset="-128"/>
                <a:ea typeface="Meiryo UI" panose="020B0604030504040204" pitchFamily="50" charset="-128"/>
              </a:rPr>
              <a:t>開発スピードが向上</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ビジネスを如何に</a:t>
            </a:r>
            <a:r>
              <a:rPr kumimoji="1" lang="en-US" altLang="ja-JP" sz="1200">
                <a:solidFill>
                  <a:schemeClr val="tx1"/>
                </a:solidFill>
                <a:latin typeface="Meiryo UI" panose="020B0604030504040204" pitchFamily="50" charset="-128"/>
                <a:ea typeface="Meiryo UI" panose="020B0604030504040204" pitchFamily="50" charset="-128"/>
              </a:rPr>
              <a:t>IT</a:t>
            </a:r>
            <a:r>
              <a:rPr kumimoji="1" lang="ja-JP" altLang="en-US" sz="1200">
                <a:solidFill>
                  <a:schemeClr val="tx1"/>
                </a:solidFill>
                <a:latin typeface="Meiryo UI" panose="020B0604030504040204" pitchFamily="50" charset="-128"/>
                <a:ea typeface="Meiryo UI" panose="020B0604030504040204" pitchFamily="50" charset="-128"/>
              </a:rPr>
              <a:t>へ落とし込むか</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rgbClr val="000000"/>
                </a:solidFill>
                <a:latin typeface="Meiryo UI" panose="020B0604030504040204" pitchFamily="50" charset="-128"/>
                <a:ea typeface="Meiryo UI" panose="020B0604030504040204" pitchFamily="50" charset="-128"/>
              </a:rPr>
              <a:t>顧客ニーズ</a:t>
            </a:r>
            <a:r>
              <a:rPr lang="ja-JP" altLang="en-US" sz="1200">
                <a:solidFill>
                  <a:srgbClr val="000000"/>
                </a:solidFill>
                <a:latin typeface="Meiryo UI" panose="020B0604030504040204" pitchFamily="50" charset="-128"/>
                <a:ea typeface="Meiryo UI" panose="020B0604030504040204" pitchFamily="50" charset="-128"/>
              </a:rPr>
              <a:t>を</a:t>
            </a:r>
            <a:r>
              <a:rPr lang="en-US" altLang="ja-JP" sz="1200">
                <a:solidFill>
                  <a:srgbClr val="000000"/>
                </a:solidFill>
                <a:latin typeface="Meiryo UI" panose="020B0604030504040204" pitchFamily="50" charset="-128"/>
                <a:ea typeface="Meiryo UI" panose="020B0604030504040204" pitchFamily="50" charset="-128"/>
              </a:rPr>
              <a:t>PoC</a:t>
            </a:r>
            <a:r>
              <a:rPr lang="ja-JP" altLang="en-US" sz="1200">
                <a:solidFill>
                  <a:srgbClr val="000000"/>
                </a:solidFill>
                <a:latin typeface="Meiryo UI" panose="020B0604030504040204" pitchFamily="50" charset="-128"/>
                <a:ea typeface="Meiryo UI" panose="020B0604030504040204" pitchFamily="50" charset="-128"/>
              </a:rPr>
              <a:t>を元にスピード感を持って改善</a:t>
            </a:r>
            <a:r>
              <a:rPr kumimoji="1" lang="ja-JP" altLang="en-US" sz="1200">
                <a:solidFill>
                  <a:srgbClr val="000000"/>
                </a:solidFill>
                <a:latin typeface="Meiryo UI" panose="020B0604030504040204" pitchFamily="50" charset="-128"/>
                <a:ea typeface="Meiryo UI" panose="020B0604030504040204" pitchFamily="50" charset="-128"/>
              </a:rPr>
              <a:t>が重要に</a:t>
            </a:r>
            <a:endParaRPr kumimoji="1" lang="en-US" altLang="ja-JP" sz="1200" b="1">
              <a:solidFill>
                <a:srgbClr val="000000"/>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FDF36592-FFBE-FCC7-7C00-26E072EB4E45}"/>
              </a:ext>
            </a:extLst>
          </p:cNvPr>
          <p:cNvSpPr/>
          <p:nvPr/>
        </p:nvSpPr>
        <p:spPr>
          <a:xfrm>
            <a:off x="2439364" y="2638190"/>
            <a:ext cx="2240582" cy="115036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en-US" altLang="ja-JP" sz="1400" b="1">
                <a:solidFill>
                  <a:schemeClr val="tx1"/>
                </a:solidFill>
                <a:latin typeface="Meiryo UI" panose="020B0604030504040204" pitchFamily="50" charset="-128"/>
                <a:ea typeface="Meiryo UI" panose="020B0604030504040204" pitchFamily="50" charset="-128"/>
              </a:rPr>
              <a:t>AI</a:t>
            </a:r>
            <a:r>
              <a:rPr lang="ja-JP" altLang="en-US" sz="1400" b="1">
                <a:solidFill>
                  <a:schemeClr val="tx1"/>
                </a:solidFill>
                <a:latin typeface="Meiryo UI" panose="020B0604030504040204" pitchFamily="50" charset="-128"/>
                <a:ea typeface="Meiryo UI" panose="020B0604030504040204" pitchFamily="50" charset="-128"/>
              </a:rPr>
              <a:t>が開発要員化</a:t>
            </a:r>
            <a:endParaRPr kumimoji="1" lang="en-US" altLang="ja-JP" sz="14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生成</a:t>
            </a:r>
            <a:r>
              <a:rPr kumimoji="1" lang="en-US" altLang="ja-JP" sz="1200">
                <a:solidFill>
                  <a:schemeClr val="tx1"/>
                </a:solidFill>
                <a:latin typeface="Meiryo UI" panose="020B0604030504040204" pitchFamily="50" charset="-128"/>
                <a:ea typeface="Meiryo UI" panose="020B0604030504040204" pitchFamily="50" charset="-128"/>
              </a:rPr>
              <a:t>AI</a:t>
            </a:r>
            <a:r>
              <a:rPr lang="ja-JP" altLang="en-US" sz="1200">
                <a:solidFill>
                  <a:schemeClr val="tx1"/>
                </a:solidFill>
                <a:latin typeface="Meiryo UI" panose="020B0604030504040204" pitchFamily="50" charset="-128"/>
                <a:ea typeface="Meiryo UI" panose="020B0604030504040204" pitchFamily="50" charset="-128"/>
              </a:rPr>
              <a:t>の普及により、</a:t>
            </a:r>
            <a:r>
              <a:rPr lang="en-US" altLang="ja-JP" sz="1200">
                <a:solidFill>
                  <a:schemeClr val="tx1"/>
                </a:solidFill>
                <a:latin typeface="Meiryo UI" panose="020B0604030504040204" pitchFamily="50" charset="-128"/>
                <a:ea typeface="Meiryo UI" panose="020B0604030504040204" pitchFamily="50" charset="-128"/>
              </a:rPr>
              <a:t>AI</a:t>
            </a:r>
            <a:r>
              <a:rPr lang="ja-JP" altLang="en-US" sz="1200">
                <a:solidFill>
                  <a:schemeClr val="tx1"/>
                </a:solidFill>
                <a:latin typeface="Meiryo UI" panose="020B0604030504040204" pitchFamily="50" charset="-128"/>
                <a:ea typeface="Meiryo UI" panose="020B0604030504040204" pitchFamily="50" charset="-128"/>
              </a:rPr>
              <a:t>による単発のコード生成、コードレビューが可能になり、人間が直接コーディングせずとも開発が可能になる。</a:t>
            </a:r>
            <a:endParaRPr kumimoji="1" lang="en-US" altLang="ja-JP" sz="1200">
              <a:solidFill>
                <a:schemeClr val="tx1"/>
              </a:solidFill>
              <a:latin typeface="Meiryo UI" panose="020B0604030504040204" pitchFamily="50" charset="-128"/>
              <a:ea typeface="Meiryo UI" panose="020B0604030504040204" pitchFamily="50" charset="-128"/>
            </a:endParaRPr>
          </a:p>
          <a:p>
            <a:pPr algn="l">
              <a:spcBef>
                <a:spcPts val="300"/>
              </a:spcBef>
            </a:pP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0710AEF-4167-314C-94F0-F945231B42AA}"/>
              </a:ext>
            </a:extLst>
          </p:cNvPr>
          <p:cNvSpPr/>
          <p:nvPr/>
        </p:nvSpPr>
        <p:spPr>
          <a:xfrm>
            <a:off x="4580971" y="2638190"/>
            <a:ext cx="2196274"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rgbClr val="000000"/>
                </a:solidFill>
                <a:latin typeface="Meiryo UI" panose="020B0604030504040204" pitchFamily="50" charset="-128"/>
                <a:ea typeface="Meiryo UI" panose="020B0604030504040204" pitchFamily="50" charset="-128"/>
              </a:rPr>
              <a:t>CLI</a:t>
            </a:r>
            <a:r>
              <a:rPr kumimoji="1" lang="ja-JP" altLang="en-US" sz="1400" b="1">
                <a:solidFill>
                  <a:srgbClr val="000000"/>
                </a:solidFill>
                <a:latin typeface="Meiryo UI" panose="020B0604030504040204" pitchFamily="50" charset="-128"/>
                <a:ea typeface="Meiryo UI" panose="020B0604030504040204" pitchFamily="50" charset="-128"/>
              </a:rPr>
              <a:t>型</a:t>
            </a:r>
            <a:r>
              <a:rPr kumimoji="1" lang="en-US" altLang="ja-JP" sz="1400" b="1">
                <a:solidFill>
                  <a:srgbClr val="000000"/>
                </a:solidFill>
                <a:latin typeface="Meiryo UI" panose="020B0604030504040204" pitchFamily="50" charset="-128"/>
                <a:ea typeface="Meiryo UI" panose="020B0604030504040204" pitchFamily="50" charset="-128"/>
              </a:rPr>
              <a:t>AI</a:t>
            </a:r>
            <a:r>
              <a:rPr kumimoji="1" lang="ja-JP" altLang="en-US" sz="1400" b="1">
                <a:solidFill>
                  <a:srgbClr val="000000"/>
                </a:solidFill>
                <a:latin typeface="Meiryo UI" panose="020B0604030504040204" pitchFamily="50" charset="-128"/>
                <a:ea typeface="Meiryo UI" panose="020B0604030504040204" pitchFamily="50" charset="-128"/>
              </a:rPr>
              <a:t>による開発伴走</a:t>
            </a:r>
          </a:p>
          <a:p>
            <a:pPr marL="90170" indent="-90170" algn="l">
              <a:spcBef>
                <a:spcPts val="300"/>
              </a:spcBef>
              <a:buFont typeface="Arial" panose="020B0604020202020204" pitchFamily="34" charset="0"/>
              <a:buChar char="•"/>
            </a:pPr>
            <a:r>
              <a:rPr lang="en-US" altLang="ja-JP" sz="1200">
                <a:solidFill>
                  <a:schemeClr val="tx1"/>
                </a:solidFill>
                <a:latin typeface="Meiryo UI"/>
                <a:ea typeface="Meiryo UI"/>
              </a:rPr>
              <a:t>AI</a:t>
            </a:r>
            <a:r>
              <a:rPr lang="ja-JP" altLang="en-US" sz="1200">
                <a:solidFill>
                  <a:schemeClr val="tx1"/>
                </a:solidFill>
                <a:latin typeface="Meiryo UI"/>
                <a:ea typeface="Meiryo UI"/>
              </a:rPr>
              <a:t>が開発工程を担うほど占める割合が増加。</a:t>
            </a:r>
            <a:endParaRPr lang="en-US" altLang="ja-JP" sz="1200">
              <a:solidFill>
                <a:schemeClr val="tx1"/>
              </a:solidFill>
              <a:latin typeface="Meiryo UI"/>
              <a:ea typeface="Meiryo UI"/>
            </a:endParaRPr>
          </a:p>
          <a:p>
            <a:pPr marL="90170" indent="-90170" algn="l">
              <a:spcBef>
                <a:spcPts val="300"/>
              </a:spcBef>
              <a:buFont typeface="Arial" panose="020B0604020202020204" pitchFamily="34" charset="0"/>
              <a:buChar char="•"/>
            </a:pPr>
            <a:r>
              <a:rPr lang="en-US" altLang="ja-JP" sz="1200">
                <a:solidFill>
                  <a:schemeClr val="tx1"/>
                </a:solidFill>
                <a:latin typeface="Meiryo UI" panose="020B0604030504040204" pitchFamily="50" charset="-128"/>
                <a:ea typeface="Meiryo UI" panose="020B0604030504040204" pitchFamily="50" charset="-128"/>
              </a:rPr>
              <a:t>AI</a:t>
            </a:r>
            <a:r>
              <a:rPr lang="ja-JP" altLang="en-US" sz="1200">
                <a:solidFill>
                  <a:schemeClr val="tx1"/>
                </a:solidFill>
                <a:latin typeface="Meiryo UI" panose="020B0604030504040204" pitchFamily="50" charset="-128"/>
                <a:ea typeface="Meiryo UI" panose="020B0604030504040204" pitchFamily="50" charset="-128"/>
              </a:rPr>
              <a:t>をメンバーの一員としてスピード感あふれる開発が可能に</a:t>
            </a:r>
            <a:endParaRPr lang="en-US" altLang="ja-JP" sz="1400">
              <a:solidFill>
                <a:schemeClr val="tx1"/>
              </a:solidFill>
              <a:latin typeface="Meiryo UI"/>
              <a:ea typeface="Meiryo UI"/>
            </a:endParaRPr>
          </a:p>
        </p:txBody>
      </p:sp>
      <p:sp>
        <p:nvSpPr>
          <p:cNvPr id="18" name="正方形/長方形 17">
            <a:extLst>
              <a:ext uri="{FF2B5EF4-FFF2-40B4-BE49-F238E27FC236}">
                <a16:creationId xmlns:a16="http://schemas.microsoft.com/office/drawing/2014/main" id="{CE2AF48B-40E2-F093-AF17-23E521A77004}"/>
              </a:ext>
            </a:extLst>
          </p:cNvPr>
          <p:cNvSpPr/>
          <p:nvPr/>
        </p:nvSpPr>
        <p:spPr bwMode="auto">
          <a:xfrm>
            <a:off x="3657600" y="168952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130D5950-AD91-727F-1D71-7978D671ECA8}"/>
              </a:ext>
            </a:extLst>
          </p:cNvPr>
          <p:cNvSpPr/>
          <p:nvPr/>
        </p:nvSpPr>
        <p:spPr bwMode="auto">
          <a:xfrm>
            <a:off x="7293722" y="275175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四角形: 角を丸くする 111">
            <a:extLst>
              <a:ext uri="{FF2B5EF4-FFF2-40B4-BE49-F238E27FC236}">
                <a16:creationId xmlns:a16="http://schemas.microsoft.com/office/drawing/2014/main" id="{85EF354C-28D5-A152-9881-D5488B2305DE}"/>
              </a:ext>
            </a:extLst>
          </p:cNvPr>
          <p:cNvSpPr/>
          <p:nvPr/>
        </p:nvSpPr>
        <p:spPr>
          <a:xfrm>
            <a:off x="109024" y="4004956"/>
            <a:ext cx="8960659" cy="939207"/>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defTabSz="718291"/>
            <a:r>
              <a:rPr lang="en-US" altLang="ja-JP" sz="1600" b="1" err="1">
                <a:latin typeface="Meiryo UI"/>
                <a:ea typeface="Meiryo UI"/>
              </a:rPr>
              <a:t>人間が開発をする体制では昨今のスピード感を捉える改善が見込めない局面にいる</a:t>
            </a:r>
            <a:r>
              <a:rPr lang="en-US" altLang="ja-JP" sz="1600" b="1">
                <a:latin typeface="Meiryo UI"/>
                <a:ea typeface="Meiryo UI"/>
              </a:rPr>
              <a:t>。</a:t>
            </a:r>
          </a:p>
          <a:p>
            <a:pPr defTabSz="718291"/>
            <a:r>
              <a:rPr lang="en-US" altLang="ja-JP" sz="1600" b="1" err="1">
                <a:latin typeface="Meiryo UI"/>
                <a:ea typeface="Meiryo UI"/>
              </a:rPr>
              <a:t>つまり、開発主体は我々からAIに移るフェーズとなっている。AI</a:t>
            </a:r>
            <a:r>
              <a:rPr lang="ja-JP" altLang="en-US" sz="1600" b="1">
                <a:latin typeface="Meiryo UI"/>
                <a:ea typeface="Meiryo UI"/>
              </a:rPr>
              <a:t>が一番効率よく稼働するためには、</a:t>
            </a:r>
            <a:endParaRPr lang="en-US" altLang="ja-JP" sz="1600" b="1">
              <a:latin typeface="Meiryo UI"/>
              <a:ea typeface="Meiryo UI"/>
            </a:endParaRPr>
          </a:p>
          <a:p>
            <a:pPr defTabSz="718291"/>
            <a:r>
              <a:rPr lang="ja-JP" altLang="en-US" sz="1600" b="1">
                <a:latin typeface="Meiryo UI"/>
                <a:ea typeface="Meiryo UI"/>
              </a:rPr>
              <a:t>我々は何をすべきかを考える段階にきている。ウォーターフォールやアジャイルといった既存の枠組に捉われず、</a:t>
            </a:r>
            <a:endParaRPr lang="en-US" altLang="ja-JP" sz="1600" b="1">
              <a:latin typeface="Meiryo UI"/>
              <a:ea typeface="Meiryo UI"/>
            </a:endParaRPr>
          </a:p>
          <a:p>
            <a:pPr defTabSz="718291"/>
            <a:r>
              <a:rPr lang="en-US" altLang="ja-JP" sz="1600" b="1">
                <a:latin typeface="Meiryo UI"/>
                <a:ea typeface="Meiryo UI"/>
              </a:rPr>
              <a:t>AI</a:t>
            </a:r>
            <a:r>
              <a:rPr lang="ja-JP" altLang="en-US" sz="1600" b="1">
                <a:latin typeface="Meiryo UI"/>
                <a:ea typeface="Meiryo UI"/>
              </a:rPr>
              <a:t>を前提とした開発工程の検討が必要な状況になっていく。</a:t>
            </a:r>
            <a:endParaRPr lang="en-US" altLang="ja-JP" sz="1600" b="1">
              <a:latin typeface="Meiryo UI"/>
              <a:ea typeface="Meiryo UI"/>
            </a:endParaRPr>
          </a:p>
        </p:txBody>
      </p:sp>
      <p:graphicFrame>
        <p:nvGraphicFramePr>
          <p:cNvPr id="5" name="図表 4">
            <a:extLst>
              <a:ext uri="{FF2B5EF4-FFF2-40B4-BE49-F238E27FC236}">
                <a16:creationId xmlns:a16="http://schemas.microsoft.com/office/drawing/2014/main" id="{568C2EC1-2D54-2A06-DA9B-C53499D00601}"/>
              </a:ext>
            </a:extLst>
          </p:cNvPr>
          <p:cNvGraphicFramePr/>
          <p:nvPr>
            <p:extLst>
              <p:ext uri="{D42A27DB-BD31-4B8C-83A1-F6EECF244321}">
                <p14:modId xmlns:p14="http://schemas.microsoft.com/office/powerpoint/2010/main" val="3768700611"/>
              </p:ext>
            </p:extLst>
          </p:nvPr>
        </p:nvGraphicFramePr>
        <p:xfrm>
          <a:off x="74317" y="2300740"/>
          <a:ext cx="8960659" cy="3167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正方形/長方形 8">
            <a:extLst>
              <a:ext uri="{FF2B5EF4-FFF2-40B4-BE49-F238E27FC236}">
                <a16:creationId xmlns:a16="http://schemas.microsoft.com/office/drawing/2014/main" id="{3ABD5FC5-7740-E895-B08A-3355FBFF8CEE}"/>
              </a:ext>
            </a:extLst>
          </p:cNvPr>
          <p:cNvSpPr/>
          <p:nvPr/>
        </p:nvSpPr>
        <p:spPr>
          <a:xfrm>
            <a:off x="6753020" y="2638190"/>
            <a:ext cx="2196274"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chemeClr val="accent1"/>
                </a:solidFill>
                <a:latin typeface="Meiryo UI" panose="020B0604030504040204" pitchFamily="50" charset="-128"/>
                <a:ea typeface="Meiryo UI" panose="020B0604030504040204" pitchFamily="50" charset="-128"/>
              </a:rPr>
              <a:t>CLI</a:t>
            </a:r>
            <a:r>
              <a:rPr kumimoji="1" lang="ja-JP" altLang="en-US" sz="1400" b="1">
                <a:solidFill>
                  <a:schemeClr val="accent1"/>
                </a:solidFill>
                <a:latin typeface="Meiryo UI" panose="020B0604030504040204" pitchFamily="50" charset="-128"/>
                <a:ea typeface="Meiryo UI" panose="020B0604030504040204" pitchFamily="50" charset="-128"/>
              </a:rPr>
              <a:t>型</a:t>
            </a:r>
            <a:r>
              <a:rPr kumimoji="1" lang="en-US" altLang="ja-JP" sz="1400" b="1">
                <a:solidFill>
                  <a:schemeClr val="accent1"/>
                </a:solidFill>
                <a:latin typeface="Meiryo UI" panose="020B0604030504040204" pitchFamily="50" charset="-128"/>
                <a:ea typeface="Meiryo UI" panose="020B0604030504040204" pitchFamily="50" charset="-128"/>
              </a:rPr>
              <a:t>AI</a:t>
            </a:r>
            <a:r>
              <a:rPr kumimoji="1" lang="ja-JP" altLang="en-US" sz="1400" b="1">
                <a:solidFill>
                  <a:schemeClr val="accent1"/>
                </a:solidFill>
                <a:latin typeface="Meiryo UI" panose="020B0604030504040204" pitchFamily="50" charset="-128"/>
                <a:ea typeface="Meiryo UI" panose="020B0604030504040204" pitchFamily="50" charset="-128"/>
              </a:rPr>
              <a:t>が開発を主導</a:t>
            </a:r>
          </a:p>
          <a:p>
            <a:pPr marL="90170" indent="-90170" algn="l">
              <a:spcBef>
                <a:spcPts val="300"/>
              </a:spcBef>
              <a:buFont typeface="Arial" panose="020B0604020202020204" pitchFamily="34" charset="0"/>
              <a:buChar char="•"/>
            </a:pPr>
            <a:r>
              <a:rPr lang="ja-JP" altLang="en-US" sz="1200">
                <a:solidFill>
                  <a:schemeClr val="tx1"/>
                </a:solidFill>
                <a:latin typeface="Meiryo UI"/>
                <a:ea typeface="Meiryo UI"/>
              </a:rPr>
              <a:t>我々は如何に</a:t>
            </a:r>
            <a:r>
              <a:rPr lang="en-US" altLang="ja-JP" sz="1200">
                <a:solidFill>
                  <a:schemeClr val="tx1"/>
                </a:solidFill>
                <a:latin typeface="Meiryo UI"/>
                <a:ea typeface="Meiryo UI"/>
              </a:rPr>
              <a:t>AI</a:t>
            </a:r>
            <a:r>
              <a:rPr lang="ja-JP" altLang="en-US" sz="1200">
                <a:solidFill>
                  <a:schemeClr val="tx1"/>
                </a:solidFill>
                <a:latin typeface="Meiryo UI"/>
                <a:ea typeface="Meiryo UI"/>
              </a:rPr>
              <a:t>がミスなく主導して開発を行えるかを補佐する役割に。</a:t>
            </a:r>
            <a:endParaRPr lang="en-US" altLang="ja-JP" sz="1200">
              <a:solidFill>
                <a:schemeClr val="tx1"/>
              </a:solidFill>
              <a:latin typeface="Meiryo UI"/>
              <a:ea typeface="Meiryo UI"/>
            </a:endParaRPr>
          </a:p>
          <a:p>
            <a:pPr marL="90170" indent="-90170" algn="l">
              <a:spcBef>
                <a:spcPts val="300"/>
              </a:spcBef>
              <a:buFont typeface="Arial" panose="020B0604020202020204" pitchFamily="34" charset="0"/>
              <a:buChar char="•"/>
            </a:pPr>
            <a:r>
              <a:rPr lang="en-US" altLang="ja-JP" sz="1200">
                <a:solidFill>
                  <a:schemeClr val="tx1"/>
                </a:solidFill>
                <a:latin typeface="Meiryo UI" panose="020B0604030504040204" pitchFamily="50" charset="-128"/>
                <a:ea typeface="Meiryo UI" panose="020B0604030504040204" pitchFamily="50" charset="-128"/>
              </a:rPr>
              <a:t>AI</a:t>
            </a:r>
            <a:r>
              <a:rPr lang="ja-JP" altLang="en-US" sz="1200">
                <a:solidFill>
                  <a:schemeClr val="tx1"/>
                </a:solidFill>
                <a:latin typeface="Meiryo UI" panose="020B0604030504040204" pitchFamily="50" charset="-128"/>
                <a:ea typeface="Meiryo UI" panose="020B0604030504040204" pitchFamily="50" charset="-128"/>
              </a:rPr>
              <a:t>の存在が前提とされる開発プラン、体制を組むのが当たり前に。</a:t>
            </a:r>
            <a:endParaRPr lang="en-US" altLang="ja-JP" sz="1400">
              <a:solidFill>
                <a:schemeClr val="tx1"/>
              </a:solidFill>
              <a:latin typeface="Meiryo UI"/>
              <a:ea typeface="Meiryo UI"/>
            </a:endParaRPr>
          </a:p>
        </p:txBody>
      </p:sp>
      <p:sp>
        <p:nvSpPr>
          <p:cNvPr id="7" name="テキスト ボックス 6">
            <a:extLst>
              <a:ext uri="{FF2B5EF4-FFF2-40B4-BE49-F238E27FC236}">
                <a16:creationId xmlns:a16="http://schemas.microsoft.com/office/drawing/2014/main" id="{68B111DC-D7FA-B0B7-68E4-1F89CE8F5D41}"/>
              </a:ext>
            </a:extLst>
          </p:cNvPr>
          <p:cNvSpPr txBox="1"/>
          <p:nvPr/>
        </p:nvSpPr>
        <p:spPr>
          <a:xfrm>
            <a:off x="5106325" y="-376464"/>
            <a:ext cx="2516974" cy="376464"/>
          </a:xfrm>
          <a:prstGeom prst="rect">
            <a:avLst/>
          </a:prstGeom>
          <a:ln/>
        </p:spPr>
        <p:style>
          <a:lnRef idx="1">
            <a:schemeClr val="accent4"/>
          </a:lnRef>
          <a:fillRef idx="2">
            <a:schemeClr val="accent4"/>
          </a:fillRef>
          <a:effectRef idx="1">
            <a:schemeClr val="accent4"/>
          </a:effectRef>
          <a:fontRef idx="minor">
            <a:schemeClr val="dk1"/>
          </a:fontRef>
        </p:style>
        <p:txBody>
          <a:bodyPr wrap="none" lIns="77916" tIns="38958" rIns="77916" bIns="38958" rtlCol="0" anchor="ctr">
            <a:noAutofit/>
          </a:bodyPr>
          <a:lstStyle/>
          <a:p>
            <a:pPr algn="ct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背景</a:t>
            </a:r>
            <a:endParaRPr kumimoji="1" lang="en-US" altLang="ja-JP" sz="110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副主査にて記載　</a:t>
            </a:r>
            <a:r>
              <a:rPr lang="ja-JP" altLang="en-US" sz="1100">
                <a:latin typeface="Meiryo UI" panose="020B0604030504040204" pitchFamily="50" charset="-128"/>
                <a:ea typeface="Meiryo UI" panose="020B0604030504040204" pitchFamily="50" charset="-128"/>
                <a:cs typeface="Meiryo UI" panose="020B0604030504040204" pitchFamily="50" charset="-128"/>
              </a:rPr>
              <a:t>１～２ページ（馬さん）</a:t>
            </a:r>
            <a:endParaRPr lang="en-US" altLang="ja-JP" sz="1100">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吹き出し: 角を丸めた四角形 5">
            <a:extLst>
              <a:ext uri="{FF2B5EF4-FFF2-40B4-BE49-F238E27FC236}">
                <a16:creationId xmlns:a16="http://schemas.microsoft.com/office/drawing/2014/main" id="{8EECE317-B0D8-1423-9D92-C866F53B77C6}"/>
              </a:ext>
            </a:extLst>
          </p:cNvPr>
          <p:cNvSpPr/>
          <p:nvPr/>
        </p:nvSpPr>
        <p:spPr bwMode="auto">
          <a:xfrm>
            <a:off x="-1775460" y="-896316"/>
            <a:ext cx="2712720" cy="1416168"/>
          </a:xfrm>
          <a:prstGeom prst="wedgeRoundRectCallout">
            <a:avLst>
              <a:gd name="adj1" fmla="val 60339"/>
              <a:gd name="adj2" fmla="val 48007"/>
              <a:gd name="adj3" fmla="val 16667"/>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AI</a:t>
            </a:r>
            <a:r>
              <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駆動開発に話題が繋がるのか</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・アジャイルの負の面が多い？</a:t>
            </a: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・何が問題なのかがわからない</a:t>
            </a: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AI-Ready</a:t>
            </a:r>
            <a:r>
              <a:rPr lang="ja-JP" altLang="en-US" sz="1200">
                <a:latin typeface="Meiryo UI" panose="020B0604030504040204" pitchFamily="50" charset="-128"/>
                <a:ea typeface="Meiryo UI" panose="020B0604030504040204" pitchFamily="50" charset="-128"/>
                <a:cs typeface="Meiryo UI" panose="020B0604030504040204" pitchFamily="50" charset="-128"/>
              </a:rPr>
              <a:t>基盤」「</a:t>
            </a:r>
            <a:r>
              <a:rPr lang="en-US" altLang="ja-JP" sz="1200">
                <a:latin typeface="Meiryo UI" panose="020B0604030504040204" pitchFamily="50" charset="-128"/>
                <a:ea typeface="Meiryo UI" panose="020B0604030504040204" pitchFamily="50" charset="-128"/>
                <a:cs typeface="Meiryo UI" panose="020B0604030504040204" pitchFamily="50" charset="-128"/>
              </a:rPr>
              <a:t>AI</a:t>
            </a:r>
            <a:r>
              <a:rPr lang="ja-JP" altLang="en-US" sz="1200">
                <a:latin typeface="Meiryo UI" panose="020B0604030504040204" pitchFamily="50" charset="-128"/>
                <a:ea typeface="Meiryo UI" panose="020B0604030504040204" pitchFamily="50" charset="-128"/>
                <a:cs typeface="Meiryo UI" panose="020B0604030504040204" pitchFamily="50" charset="-128"/>
              </a:rPr>
              <a:t>駆動開発」</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AI</a:t>
            </a:r>
            <a:r>
              <a:rPr lang="ja-JP" altLang="en-US" sz="1200">
                <a:latin typeface="Meiryo UI" panose="020B0604030504040204" pitchFamily="50" charset="-128"/>
                <a:ea typeface="Meiryo UI" panose="020B0604030504040204" pitchFamily="50" charset="-128"/>
                <a:cs typeface="Meiryo UI" panose="020B0604030504040204" pitchFamily="50" charset="-128"/>
              </a:rPr>
              <a:t>品質保証」「</a:t>
            </a:r>
            <a:r>
              <a:rPr lang="en-US" altLang="ja-JP" sz="1200">
                <a:latin typeface="Meiryo UI" panose="020B0604030504040204" pitchFamily="50" charset="-128"/>
                <a:ea typeface="Meiryo UI" panose="020B0604030504040204" pitchFamily="50" charset="-128"/>
                <a:cs typeface="Meiryo UI" panose="020B0604030504040204" pitchFamily="50" charset="-128"/>
              </a:rPr>
              <a:t>AI</a:t>
            </a:r>
            <a:r>
              <a:rPr lang="ja-JP" altLang="en-US" sz="1200">
                <a:latin typeface="Meiryo UI" panose="020B0604030504040204" pitchFamily="50" charset="-128"/>
                <a:ea typeface="Meiryo UI" panose="020B0604030504040204" pitchFamily="50" charset="-128"/>
                <a:cs typeface="Meiryo UI" panose="020B0604030504040204" pitchFamily="50" charset="-128"/>
              </a:rPr>
              <a:t>開発マネジメント」に</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　つながるような前振りにしてほしい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915919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2DDC-68C9-2D23-1AA6-B77AE6CEA2C3}"/>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DAEB6B3-C89D-4B9B-81CC-75EFB89EF55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8" imgH="408" progId="TCLayout.ActiveDocument.1">
                  <p:embed/>
                </p:oleObj>
              </mc:Choice>
              <mc:Fallback>
                <p:oleObj name="think-cellスライド" r:id="rId4" imgW="408" imgH="408" progId="TCLayout.ActiveDocument.1">
                  <p:embed/>
                  <p:pic>
                    <p:nvPicPr>
                      <p:cNvPr id="12" name="think-cell data - do not delete" hidden="1">
                        <a:extLst>
                          <a:ext uri="{FF2B5EF4-FFF2-40B4-BE49-F238E27FC236}">
                            <a16:creationId xmlns:a16="http://schemas.microsoft.com/office/drawing/2014/main" id="{9DAEB6B3-C89D-4B9B-81CC-75EFB89EF5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スライド番号プレースホルダー 1">
            <a:extLst>
              <a:ext uri="{FF2B5EF4-FFF2-40B4-BE49-F238E27FC236}">
                <a16:creationId xmlns:a16="http://schemas.microsoft.com/office/drawing/2014/main" id="{D702103C-912C-B7C0-B3CC-35BABB6224E6}"/>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5</a:t>
            </a:fld>
            <a:endParaRPr lang="en-US" altLang="ja-JP">
              <a:solidFill>
                <a:srgbClr val="FFFFFF"/>
              </a:solidFill>
            </a:endParaRPr>
          </a:p>
        </p:txBody>
      </p:sp>
      <p:sp>
        <p:nvSpPr>
          <p:cNvPr id="3" name="タイトル 2">
            <a:extLst>
              <a:ext uri="{FF2B5EF4-FFF2-40B4-BE49-F238E27FC236}">
                <a16:creationId xmlns:a16="http://schemas.microsoft.com/office/drawing/2014/main" id="{632A0B57-D434-686B-4A37-A4A1E064E811}"/>
              </a:ext>
            </a:extLst>
          </p:cNvPr>
          <p:cNvSpPr>
            <a:spLocks noGrp="1"/>
          </p:cNvSpPr>
          <p:nvPr>
            <p:ph type="title"/>
          </p:nvPr>
        </p:nvSpPr>
        <p:spPr/>
        <p:txBody>
          <a:bodyPr vert="horz" rIns="77916"/>
          <a:lstStyle/>
          <a:p>
            <a:r>
              <a:rPr lang="ja-JP" altLang="en-US">
                <a:solidFill>
                  <a:srgbClr val="7F7F7F"/>
                </a:solidFill>
                <a:latin typeface="Meiryo UI"/>
                <a:ea typeface="Meiryo UI"/>
              </a:rPr>
              <a:t>1.</a:t>
            </a:r>
            <a:r>
              <a:rPr lang="en-US" altLang="ja-JP">
                <a:solidFill>
                  <a:srgbClr val="7F7F7F"/>
                </a:solidFill>
                <a:latin typeface="Meiryo UI"/>
                <a:ea typeface="Meiryo UI"/>
              </a:rPr>
              <a:t> </a:t>
            </a:r>
            <a:r>
              <a:rPr lang="ja-JP" altLang="en-US">
                <a:solidFill>
                  <a:srgbClr val="7F7F7F"/>
                </a:solidFill>
                <a:latin typeface="Meiryo UI"/>
                <a:ea typeface="Meiryo UI"/>
              </a:rPr>
              <a:t>研究の背景 ～</a:t>
            </a:r>
            <a:r>
              <a:rPr lang="en-US" altLang="ja-JP">
                <a:solidFill>
                  <a:srgbClr val="7F7F7F"/>
                </a:solidFill>
                <a:latin typeface="Meiryo UI"/>
                <a:ea typeface="Meiryo UI"/>
              </a:rPr>
              <a:t>AI Ready</a:t>
            </a:r>
            <a:r>
              <a:rPr lang="ja-JP" altLang="en-US">
                <a:solidFill>
                  <a:srgbClr val="7F7F7F"/>
                </a:solidFill>
                <a:latin typeface="Meiryo UI"/>
                <a:ea typeface="Meiryo UI"/>
              </a:rPr>
              <a:t>・</a:t>
            </a:r>
            <a:r>
              <a:rPr lang="en-US" altLang="ja-JP">
                <a:solidFill>
                  <a:srgbClr val="7F7F7F"/>
                </a:solidFill>
                <a:latin typeface="Meiryo UI"/>
                <a:ea typeface="Meiryo UI"/>
              </a:rPr>
              <a:t>AI </a:t>
            </a:r>
            <a:r>
              <a:rPr lang="ja-JP" altLang="en-US">
                <a:solidFill>
                  <a:srgbClr val="7F7F7F"/>
                </a:solidFill>
                <a:latin typeface="Meiryo UI"/>
                <a:ea typeface="Meiryo UI"/>
              </a:rPr>
              <a:t>駆動開発・</a:t>
            </a:r>
            <a:r>
              <a:rPr lang="en-US" altLang="ja-JP">
                <a:solidFill>
                  <a:srgbClr val="7F7F7F"/>
                </a:solidFill>
                <a:latin typeface="Meiryo UI"/>
                <a:ea typeface="Meiryo UI"/>
              </a:rPr>
              <a:t>AI Ops</a:t>
            </a:r>
            <a:r>
              <a:rPr lang="ja-JP" altLang="en-US">
                <a:solidFill>
                  <a:srgbClr val="7F7F7F"/>
                </a:solidFill>
                <a:latin typeface="Meiryo UI"/>
                <a:ea typeface="Meiryo UI"/>
              </a:rPr>
              <a:t>～</a:t>
            </a:r>
            <a:endParaRPr lang="en-US">
              <a:solidFill>
                <a:srgbClr val="7F7F7F"/>
              </a:solidFill>
              <a:latin typeface="Meiryo UI"/>
              <a:ea typeface="Meiryo UI"/>
            </a:endParaRPr>
          </a:p>
        </p:txBody>
      </p:sp>
      <p:sp>
        <p:nvSpPr>
          <p:cNvPr id="4" name="正方形/長方形 3">
            <a:extLst>
              <a:ext uri="{FF2B5EF4-FFF2-40B4-BE49-F238E27FC236}">
                <a16:creationId xmlns:a16="http://schemas.microsoft.com/office/drawing/2014/main" id="{38AF7428-4374-5A78-5C06-9D6202138608}"/>
              </a:ext>
            </a:extLst>
          </p:cNvPr>
          <p:cNvSpPr/>
          <p:nvPr/>
        </p:nvSpPr>
        <p:spPr>
          <a:xfrm>
            <a:off x="91670" y="468385"/>
            <a:ext cx="8960659" cy="1260664"/>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b="1">
                <a:solidFill>
                  <a:schemeClr val="accent1"/>
                </a:solidFill>
                <a:latin typeface="Meiryo UI"/>
                <a:ea typeface="Meiryo UI"/>
              </a:rPr>
              <a:t>問題意識</a:t>
            </a:r>
            <a:endParaRPr lang="en-US" altLang="ja-JP" sz="1800" b="1">
              <a:solidFill>
                <a:schemeClr val="accent1"/>
              </a:solidFill>
              <a:latin typeface="Meiryo UI"/>
              <a:ea typeface="Meiryo UI"/>
            </a:endParaRPr>
          </a:p>
          <a:p>
            <a:pPr defTabSz="718291"/>
            <a:r>
              <a:rPr lang="ja-JP" altLang="en-US" sz="1600">
                <a:solidFill>
                  <a:schemeClr val="tx1"/>
                </a:solidFill>
                <a:latin typeface="Meiryo UI"/>
                <a:ea typeface="Meiryo UI"/>
              </a:rPr>
              <a:t>人間が開発をする体制では昨今のスピード感を捉える改善が見込めない局面にいる。</a:t>
            </a:r>
          </a:p>
          <a:p>
            <a:pPr defTabSz="718291"/>
            <a:r>
              <a:rPr lang="ja-JP" altLang="en-US" sz="1600">
                <a:solidFill>
                  <a:schemeClr val="tx1"/>
                </a:solidFill>
                <a:latin typeface="Meiryo UI"/>
                <a:ea typeface="Meiryo UI"/>
              </a:rPr>
              <a:t>つまり、開発主体は我々から</a:t>
            </a:r>
            <a:r>
              <a:rPr lang="en-US" altLang="ja-JP" sz="1600">
                <a:solidFill>
                  <a:schemeClr val="tx1"/>
                </a:solidFill>
                <a:latin typeface="Meiryo UI"/>
                <a:ea typeface="Meiryo UI"/>
              </a:rPr>
              <a:t>AI</a:t>
            </a:r>
            <a:r>
              <a:rPr lang="ja-JP" altLang="en-US" sz="1600">
                <a:solidFill>
                  <a:schemeClr val="tx1"/>
                </a:solidFill>
                <a:latin typeface="Meiryo UI"/>
                <a:ea typeface="Meiryo UI"/>
              </a:rPr>
              <a:t>に移るフェーズとなっている。</a:t>
            </a:r>
            <a:r>
              <a:rPr lang="en-US" altLang="ja-JP" sz="1600">
                <a:solidFill>
                  <a:schemeClr val="tx1"/>
                </a:solidFill>
                <a:latin typeface="Meiryo UI"/>
                <a:ea typeface="Meiryo UI"/>
              </a:rPr>
              <a:t>AI</a:t>
            </a:r>
            <a:r>
              <a:rPr lang="ja-JP" altLang="en-US" sz="1600">
                <a:solidFill>
                  <a:schemeClr val="tx1"/>
                </a:solidFill>
                <a:latin typeface="Meiryo UI"/>
                <a:ea typeface="Meiryo UI"/>
              </a:rPr>
              <a:t>が一番効率よく稼働するためには、</a:t>
            </a:r>
          </a:p>
          <a:p>
            <a:pPr defTabSz="718291"/>
            <a:r>
              <a:rPr lang="ja-JP" altLang="en-US" sz="1600">
                <a:solidFill>
                  <a:schemeClr val="tx1"/>
                </a:solidFill>
                <a:latin typeface="Meiryo UI"/>
                <a:ea typeface="Meiryo UI"/>
              </a:rPr>
              <a:t>我々は何をすべきかを考える段階にきている。ウォーターフォールやアジャイルといった既存の枠組に捉われず、</a:t>
            </a:r>
          </a:p>
          <a:p>
            <a:pPr defTabSz="718291"/>
            <a:r>
              <a:rPr lang="en-US" altLang="ja-JP" sz="1600">
                <a:solidFill>
                  <a:schemeClr val="tx1"/>
                </a:solidFill>
                <a:latin typeface="Meiryo UI"/>
                <a:ea typeface="Meiryo UI"/>
              </a:rPr>
              <a:t>AI</a:t>
            </a:r>
            <a:r>
              <a:rPr lang="ja-JP" altLang="en-US" sz="1600">
                <a:solidFill>
                  <a:schemeClr val="tx1"/>
                </a:solidFill>
                <a:latin typeface="Meiryo UI"/>
                <a:ea typeface="Meiryo UI"/>
              </a:rPr>
              <a:t>を前提とした開発工程の検討が必要となっている。</a:t>
            </a:r>
          </a:p>
        </p:txBody>
      </p:sp>
      <p:sp>
        <p:nvSpPr>
          <p:cNvPr id="27" name="正方形/長方形 26">
            <a:extLst>
              <a:ext uri="{FF2B5EF4-FFF2-40B4-BE49-F238E27FC236}">
                <a16:creationId xmlns:a16="http://schemas.microsoft.com/office/drawing/2014/main" id="{29BECF08-C23E-5469-FAE7-0FB685F038AA}"/>
              </a:ext>
            </a:extLst>
          </p:cNvPr>
          <p:cNvSpPr/>
          <p:nvPr/>
        </p:nvSpPr>
        <p:spPr>
          <a:xfrm>
            <a:off x="243840" y="2164982"/>
            <a:ext cx="2500277" cy="130013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クラウド・</a:t>
            </a:r>
            <a:r>
              <a:rPr kumimoji="1" lang="en-US" altLang="ja-JP" sz="1400" b="1">
                <a:solidFill>
                  <a:schemeClr val="tx1"/>
                </a:solidFill>
                <a:latin typeface="Meiryo UI" panose="020B0604030504040204" pitchFamily="50" charset="-128"/>
                <a:ea typeface="Meiryo UI" panose="020B0604030504040204" pitchFamily="50" charset="-128"/>
              </a:rPr>
              <a:t>DX</a:t>
            </a:r>
            <a:r>
              <a:rPr lang="ja-JP" altLang="en-US" sz="1400" b="1">
                <a:solidFill>
                  <a:schemeClr val="tx1"/>
                </a:solidFill>
                <a:latin typeface="Meiryo UI" panose="020B0604030504040204" pitchFamily="50" charset="-128"/>
                <a:ea typeface="Meiryo UI" panose="020B0604030504040204" pitchFamily="50" charset="-128"/>
              </a:rPr>
              <a:t>・アジャイル</a:t>
            </a:r>
            <a:r>
              <a:rPr kumimoji="1" lang="ja-JP" altLang="en-US" sz="1400" b="1">
                <a:solidFill>
                  <a:schemeClr val="tx1"/>
                </a:solidFill>
                <a:latin typeface="Meiryo UI" panose="020B0604030504040204" pitchFamily="50" charset="-128"/>
                <a:ea typeface="Meiryo UI" panose="020B0604030504040204" pitchFamily="50" charset="-128"/>
              </a:rPr>
              <a:t>の台頭</a:t>
            </a:r>
            <a:endParaRPr kumimoji="1" lang="en-US" altLang="ja-JP" sz="1400" b="1">
              <a:solidFill>
                <a:schemeClr val="tx1"/>
              </a:solidFill>
              <a:latin typeface="Meiryo UI" panose="020B0604030504040204" pitchFamily="50" charset="-128"/>
              <a:ea typeface="Meiryo UI" panose="020B0604030504040204" pitchFamily="50" charset="-128"/>
            </a:endParaRPr>
          </a:p>
          <a:p>
            <a:pPr marL="90170" indent="-90170" algn="l">
              <a:spcBef>
                <a:spcPts val="300"/>
              </a:spcBef>
              <a:buFont typeface="Arial" panose="020B0604020202020204" pitchFamily="34" charset="0"/>
              <a:buChar char="•"/>
            </a:pPr>
            <a:r>
              <a:rPr lang="ja-JP" altLang="en-US" sz="1100">
                <a:solidFill>
                  <a:schemeClr val="tx1"/>
                </a:solidFill>
                <a:latin typeface="Meiryo UI"/>
                <a:ea typeface="Meiryo UI"/>
              </a:rPr>
              <a:t>上記</a:t>
            </a:r>
            <a:r>
              <a:rPr lang="en-US" altLang="ja-JP" sz="1100">
                <a:solidFill>
                  <a:schemeClr val="tx1"/>
                </a:solidFill>
                <a:latin typeface="Meiryo UI"/>
                <a:ea typeface="Meiryo UI"/>
              </a:rPr>
              <a:t>3</a:t>
            </a:r>
            <a:r>
              <a:rPr lang="ja-JP" altLang="en-US" sz="1100">
                <a:solidFill>
                  <a:schemeClr val="tx1"/>
                </a:solidFill>
                <a:latin typeface="Meiryo UI"/>
                <a:ea typeface="Meiryo UI"/>
              </a:rPr>
              <a:t>つのキーワードの下、</a:t>
            </a:r>
            <a:r>
              <a:rPr kumimoji="1" lang="ja-JP" altLang="en-US" sz="1100">
                <a:solidFill>
                  <a:schemeClr val="tx1"/>
                </a:solidFill>
                <a:latin typeface="Meiryo UI"/>
                <a:ea typeface="Meiryo UI"/>
              </a:rPr>
              <a:t>開発スピードが向上</a:t>
            </a:r>
            <a:endParaRPr lang="en-US" altLang="ja-JP" sz="1100">
              <a:solidFill>
                <a:schemeClr val="tx1"/>
              </a:solidFill>
              <a:latin typeface="Meiryo UI"/>
              <a:ea typeface="Meiryo UI"/>
            </a:endParaRPr>
          </a:p>
          <a:p>
            <a:pPr marL="90170" indent="-90170" algn="l">
              <a:spcBef>
                <a:spcPts val="300"/>
              </a:spcBef>
              <a:buFont typeface="Arial" panose="020B0604020202020204" pitchFamily="34" charset="0"/>
              <a:buChar char="•"/>
            </a:pPr>
            <a:r>
              <a:rPr kumimoji="1" lang="ja-JP" altLang="en-US" sz="1100">
                <a:solidFill>
                  <a:schemeClr val="tx1"/>
                </a:solidFill>
                <a:latin typeface="Meiryo UI"/>
                <a:ea typeface="Meiryo UI"/>
              </a:rPr>
              <a:t>ビジネスを如何に</a:t>
            </a:r>
            <a:r>
              <a:rPr kumimoji="1" lang="en-US" altLang="ja-JP" sz="1100">
                <a:solidFill>
                  <a:schemeClr val="tx1"/>
                </a:solidFill>
                <a:latin typeface="Meiryo UI"/>
                <a:ea typeface="Meiryo UI"/>
              </a:rPr>
              <a:t>IT</a:t>
            </a:r>
            <a:r>
              <a:rPr kumimoji="1" lang="ja-JP" altLang="en-US" sz="1100">
                <a:solidFill>
                  <a:schemeClr val="tx1"/>
                </a:solidFill>
                <a:latin typeface="Meiryo UI"/>
                <a:ea typeface="Meiryo UI"/>
              </a:rPr>
              <a:t>へ落とし込むか</a:t>
            </a:r>
            <a:endParaRPr lang="en-US" altLang="ja-JP" sz="1100">
              <a:solidFill>
                <a:schemeClr val="tx1"/>
              </a:solidFill>
              <a:latin typeface="Meiryo UI"/>
              <a:ea typeface="Meiryo UI"/>
            </a:endParaRPr>
          </a:p>
          <a:p>
            <a:pPr marL="90170" indent="-90170" algn="l">
              <a:spcBef>
                <a:spcPts val="300"/>
              </a:spcBef>
              <a:buFont typeface="Arial" panose="020B0604020202020204" pitchFamily="34" charset="0"/>
              <a:buChar char="•"/>
            </a:pPr>
            <a:r>
              <a:rPr kumimoji="1" lang="ja-JP" altLang="en-US" sz="1100">
                <a:solidFill>
                  <a:srgbClr val="000000"/>
                </a:solidFill>
                <a:latin typeface="Meiryo UI"/>
                <a:ea typeface="Meiryo UI"/>
              </a:rPr>
              <a:t>顧客ニーズ</a:t>
            </a:r>
            <a:r>
              <a:rPr lang="ja-JP" altLang="en-US" sz="1100">
                <a:solidFill>
                  <a:srgbClr val="000000"/>
                </a:solidFill>
                <a:latin typeface="Meiryo UI"/>
                <a:ea typeface="Meiryo UI"/>
              </a:rPr>
              <a:t>を</a:t>
            </a:r>
            <a:r>
              <a:rPr lang="en-US" altLang="ja-JP" sz="1100">
                <a:solidFill>
                  <a:srgbClr val="000000"/>
                </a:solidFill>
                <a:latin typeface="Meiryo UI"/>
                <a:ea typeface="Meiryo UI"/>
              </a:rPr>
              <a:t>PoC</a:t>
            </a:r>
            <a:r>
              <a:rPr lang="ja-JP" altLang="en-US" sz="1100">
                <a:solidFill>
                  <a:srgbClr val="000000"/>
                </a:solidFill>
                <a:latin typeface="Meiryo UI"/>
                <a:ea typeface="Meiryo UI"/>
              </a:rPr>
              <a:t>を元にスピード感を持って改善</a:t>
            </a:r>
            <a:r>
              <a:rPr kumimoji="1" lang="ja-JP" altLang="en-US" sz="1100">
                <a:solidFill>
                  <a:srgbClr val="000000"/>
                </a:solidFill>
                <a:latin typeface="Meiryo UI"/>
                <a:ea typeface="Meiryo UI"/>
              </a:rPr>
              <a:t>が重要に</a:t>
            </a:r>
            <a:endParaRPr lang="en-US" altLang="ja-JP" sz="1100" b="1">
              <a:solidFill>
                <a:srgbClr val="000000"/>
              </a:solidFill>
              <a:latin typeface="Meiryo UI"/>
              <a:ea typeface="Meiryo UI"/>
            </a:endParaRPr>
          </a:p>
        </p:txBody>
      </p:sp>
      <p:sp>
        <p:nvSpPr>
          <p:cNvPr id="28" name="正方形/長方形 27">
            <a:extLst>
              <a:ext uri="{FF2B5EF4-FFF2-40B4-BE49-F238E27FC236}">
                <a16:creationId xmlns:a16="http://schemas.microsoft.com/office/drawing/2014/main" id="{FDF36592-FFBE-FCC7-7C00-26E072EB4E45}"/>
              </a:ext>
            </a:extLst>
          </p:cNvPr>
          <p:cNvSpPr/>
          <p:nvPr/>
        </p:nvSpPr>
        <p:spPr>
          <a:xfrm>
            <a:off x="2744164" y="2164981"/>
            <a:ext cx="2172002" cy="115036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chemeClr val="tx1"/>
                </a:solidFill>
                <a:latin typeface="Meiryo UI" panose="020B0604030504040204" pitchFamily="50" charset="-128"/>
                <a:ea typeface="Meiryo UI" panose="020B0604030504040204" pitchFamily="50" charset="-128"/>
              </a:rPr>
              <a:t>AI</a:t>
            </a:r>
            <a:r>
              <a:rPr lang="ja-JP" altLang="en-US" sz="1400" b="1">
                <a:solidFill>
                  <a:schemeClr val="tx1"/>
                </a:solidFill>
                <a:latin typeface="Meiryo UI" panose="020B0604030504040204" pitchFamily="50" charset="-128"/>
                <a:ea typeface="Meiryo UI" panose="020B0604030504040204" pitchFamily="50" charset="-128"/>
              </a:rPr>
              <a:t>が開発要員化</a:t>
            </a:r>
            <a:endParaRPr kumimoji="1" lang="en-US" altLang="ja-JP" sz="1400">
              <a:solidFill>
                <a:schemeClr val="tx1"/>
              </a:solidFill>
              <a:latin typeface="Meiryo UI" panose="020B0604030504040204" pitchFamily="50" charset="-128"/>
              <a:ea typeface="Meiryo UI" panose="020B0604030504040204" pitchFamily="50" charset="-128"/>
            </a:endParaRPr>
          </a:p>
          <a:p>
            <a:pPr marL="90170" indent="-90170" algn="l">
              <a:spcBef>
                <a:spcPts val="300"/>
              </a:spcBef>
              <a:buFont typeface="Arial" panose="020B0604020202020204" pitchFamily="34" charset="0"/>
              <a:buChar char="•"/>
            </a:pPr>
            <a:r>
              <a:rPr kumimoji="1" lang="ja-JP" altLang="en-US" sz="1100">
                <a:solidFill>
                  <a:schemeClr val="tx1"/>
                </a:solidFill>
                <a:latin typeface="Meiryo UI"/>
                <a:ea typeface="Meiryo UI"/>
              </a:rPr>
              <a:t>生成</a:t>
            </a:r>
            <a:r>
              <a:rPr kumimoji="1" lang="en-US" altLang="ja-JP" sz="1100">
                <a:solidFill>
                  <a:schemeClr val="tx1"/>
                </a:solidFill>
                <a:latin typeface="Meiryo UI"/>
                <a:ea typeface="Meiryo UI"/>
              </a:rPr>
              <a:t>AI</a:t>
            </a:r>
            <a:r>
              <a:rPr lang="ja-JP" altLang="en-US" sz="1100">
                <a:solidFill>
                  <a:schemeClr val="tx1"/>
                </a:solidFill>
                <a:latin typeface="Meiryo UI"/>
                <a:ea typeface="Meiryo UI"/>
              </a:rPr>
              <a:t>の普及により、</a:t>
            </a:r>
            <a:r>
              <a:rPr lang="en-US" altLang="ja-JP" sz="1100">
                <a:solidFill>
                  <a:schemeClr val="tx1"/>
                </a:solidFill>
                <a:latin typeface="Meiryo UI"/>
                <a:ea typeface="Meiryo UI"/>
              </a:rPr>
              <a:t>AI</a:t>
            </a:r>
            <a:r>
              <a:rPr lang="ja-JP" altLang="en-US" sz="1100">
                <a:solidFill>
                  <a:schemeClr val="tx1"/>
                </a:solidFill>
                <a:latin typeface="Meiryo UI"/>
                <a:ea typeface="Meiryo UI"/>
              </a:rPr>
              <a:t>による単発のコード生成、コードレビューが可能になり、人間が直接コーディングせずとも開発が可能になる。</a:t>
            </a:r>
            <a:endParaRPr lang="en-US" altLang="ja-JP" sz="1100">
              <a:solidFill>
                <a:schemeClr val="tx1"/>
              </a:solidFill>
              <a:latin typeface="Meiryo UI"/>
              <a:ea typeface="Meiryo UI"/>
            </a:endParaRPr>
          </a:p>
          <a:p>
            <a:pPr algn="l">
              <a:spcBef>
                <a:spcPts val="300"/>
              </a:spcBef>
            </a:pP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0710AEF-4167-314C-94F0-F945231B42AA}"/>
              </a:ext>
            </a:extLst>
          </p:cNvPr>
          <p:cNvSpPr/>
          <p:nvPr/>
        </p:nvSpPr>
        <p:spPr>
          <a:xfrm>
            <a:off x="4916251" y="2164981"/>
            <a:ext cx="2112454"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rgbClr val="000000"/>
                </a:solidFill>
                <a:latin typeface="Meiryo UI" panose="020B0604030504040204" pitchFamily="50" charset="-128"/>
                <a:ea typeface="Meiryo UI" panose="020B0604030504040204" pitchFamily="50" charset="-128"/>
              </a:rPr>
              <a:t>CLI</a:t>
            </a:r>
            <a:r>
              <a:rPr kumimoji="1" lang="ja-JP" altLang="en-US" sz="1400" b="1">
                <a:solidFill>
                  <a:srgbClr val="000000"/>
                </a:solidFill>
                <a:latin typeface="Meiryo UI" panose="020B0604030504040204" pitchFamily="50" charset="-128"/>
                <a:ea typeface="Meiryo UI" panose="020B0604030504040204" pitchFamily="50" charset="-128"/>
              </a:rPr>
              <a:t>型</a:t>
            </a:r>
            <a:r>
              <a:rPr kumimoji="1" lang="en-US" altLang="ja-JP" sz="1400" b="1">
                <a:solidFill>
                  <a:srgbClr val="000000"/>
                </a:solidFill>
                <a:latin typeface="Meiryo UI" panose="020B0604030504040204" pitchFamily="50" charset="-128"/>
                <a:ea typeface="Meiryo UI" panose="020B0604030504040204" pitchFamily="50" charset="-128"/>
              </a:rPr>
              <a:t>AI</a:t>
            </a:r>
            <a:r>
              <a:rPr kumimoji="1" lang="ja-JP" altLang="en-US" sz="1400" b="1">
                <a:solidFill>
                  <a:srgbClr val="000000"/>
                </a:solidFill>
                <a:latin typeface="Meiryo UI" panose="020B0604030504040204" pitchFamily="50" charset="-128"/>
                <a:ea typeface="Meiryo UI" panose="020B0604030504040204" pitchFamily="50" charset="-128"/>
              </a:rPr>
              <a:t>による開発伴走</a:t>
            </a:r>
          </a:p>
          <a:p>
            <a:pPr marL="90170" indent="-90170" algn="l">
              <a:spcBef>
                <a:spcPts val="300"/>
              </a:spcBef>
              <a:buFont typeface="Arial" panose="020B0604020202020204" pitchFamily="34" charset="0"/>
              <a:buChar char="•"/>
            </a:pPr>
            <a:r>
              <a:rPr lang="en-US" altLang="ja-JP" sz="1100">
                <a:solidFill>
                  <a:schemeClr val="tx1"/>
                </a:solidFill>
                <a:latin typeface="Meiryo UI"/>
                <a:ea typeface="Meiryo UI"/>
              </a:rPr>
              <a:t>AI</a:t>
            </a:r>
            <a:r>
              <a:rPr lang="ja-JP" altLang="en-US" sz="1100">
                <a:solidFill>
                  <a:schemeClr val="tx1"/>
                </a:solidFill>
                <a:latin typeface="Meiryo UI"/>
                <a:ea typeface="Meiryo UI"/>
              </a:rPr>
              <a:t>が開発工程を担うほど占める割合が増加。</a:t>
            </a:r>
            <a:endParaRPr lang="en-US" altLang="ja-JP" sz="1100">
              <a:solidFill>
                <a:schemeClr val="tx1"/>
              </a:solidFill>
              <a:latin typeface="Meiryo UI"/>
              <a:ea typeface="Meiryo UI"/>
            </a:endParaRPr>
          </a:p>
          <a:p>
            <a:pPr marL="90170" indent="-90170" algn="l">
              <a:spcBef>
                <a:spcPts val="300"/>
              </a:spcBef>
              <a:buFont typeface="Arial" panose="020B0604020202020204" pitchFamily="34" charset="0"/>
              <a:buChar char="•"/>
            </a:pPr>
            <a:r>
              <a:rPr lang="en-US" altLang="ja-JP" sz="1100">
                <a:solidFill>
                  <a:schemeClr val="tx1"/>
                </a:solidFill>
                <a:latin typeface="Meiryo UI"/>
                <a:ea typeface="Meiryo UI"/>
              </a:rPr>
              <a:t>AI</a:t>
            </a:r>
            <a:r>
              <a:rPr lang="ja-JP" altLang="en-US" sz="1100">
                <a:solidFill>
                  <a:schemeClr val="tx1"/>
                </a:solidFill>
                <a:latin typeface="Meiryo UI"/>
                <a:ea typeface="Meiryo UI"/>
              </a:rPr>
              <a:t>をメンバーの一員としてスピード感あふれる開発が可能に</a:t>
            </a:r>
            <a:endParaRPr lang="en-US" altLang="ja-JP" sz="1100">
              <a:solidFill>
                <a:schemeClr val="tx1"/>
              </a:solidFill>
              <a:latin typeface="Meiryo UI"/>
              <a:ea typeface="Meiryo UI"/>
            </a:endParaRPr>
          </a:p>
        </p:txBody>
      </p:sp>
      <p:sp>
        <p:nvSpPr>
          <p:cNvPr id="18" name="正方形/長方形 17">
            <a:extLst>
              <a:ext uri="{FF2B5EF4-FFF2-40B4-BE49-F238E27FC236}">
                <a16:creationId xmlns:a16="http://schemas.microsoft.com/office/drawing/2014/main" id="{CE2AF48B-40E2-F093-AF17-23E521A77004}"/>
              </a:ext>
            </a:extLst>
          </p:cNvPr>
          <p:cNvSpPr/>
          <p:nvPr/>
        </p:nvSpPr>
        <p:spPr bwMode="auto">
          <a:xfrm>
            <a:off x="3657600" y="168952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5" name="図表 4">
            <a:extLst>
              <a:ext uri="{FF2B5EF4-FFF2-40B4-BE49-F238E27FC236}">
                <a16:creationId xmlns:a16="http://schemas.microsoft.com/office/drawing/2014/main" id="{568C2EC1-2D54-2A06-DA9B-C53499D00601}"/>
              </a:ext>
            </a:extLst>
          </p:cNvPr>
          <p:cNvGraphicFramePr/>
          <p:nvPr>
            <p:extLst>
              <p:ext uri="{D42A27DB-BD31-4B8C-83A1-F6EECF244321}">
                <p14:modId xmlns:p14="http://schemas.microsoft.com/office/powerpoint/2010/main" val="580288571"/>
              </p:ext>
            </p:extLst>
          </p:nvPr>
        </p:nvGraphicFramePr>
        <p:xfrm>
          <a:off x="348637" y="1850391"/>
          <a:ext cx="8793019" cy="3167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正方形/長方形 8">
            <a:extLst>
              <a:ext uri="{FF2B5EF4-FFF2-40B4-BE49-F238E27FC236}">
                <a16:creationId xmlns:a16="http://schemas.microsoft.com/office/drawing/2014/main" id="{3ABD5FC5-7740-E895-B08A-3355FBFF8CEE}"/>
              </a:ext>
            </a:extLst>
          </p:cNvPr>
          <p:cNvSpPr/>
          <p:nvPr/>
        </p:nvSpPr>
        <p:spPr>
          <a:xfrm>
            <a:off x="7027340" y="2164981"/>
            <a:ext cx="2112454"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chemeClr val="accent1"/>
                </a:solidFill>
                <a:latin typeface="Meiryo UI" panose="020B0604030504040204" pitchFamily="50" charset="-128"/>
                <a:ea typeface="Meiryo UI" panose="020B0604030504040204" pitchFamily="50" charset="-128"/>
              </a:rPr>
              <a:t>CLI</a:t>
            </a:r>
            <a:r>
              <a:rPr kumimoji="1" lang="ja-JP" altLang="en-US" sz="1400" b="1">
                <a:solidFill>
                  <a:schemeClr val="accent1"/>
                </a:solidFill>
                <a:latin typeface="Meiryo UI" panose="020B0604030504040204" pitchFamily="50" charset="-128"/>
                <a:ea typeface="Meiryo UI" panose="020B0604030504040204" pitchFamily="50" charset="-128"/>
              </a:rPr>
              <a:t>型</a:t>
            </a:r>
            <a:r>
              <a:rPr kumimoji="1" lang="en-US" altLang="ja-JP" sz="1400" b="1">
                <a:solidFill>
                  <a:schemeClr val="accent1"/>
                </a:solidFill>
                <a:latin typeface="Meiryo UI" panose="020B0604030504040204" pitchFamily="50" charset="-128"/>
                <a:ea typeface="Meiryo UI" panose="020B0604030504040204" pitchFamily="50" charset="-128"/>
              </a:rPr>
              <a:t>AI</a:t>
            </a:r>
            <a:r>
              <a:rPr kumimoji="1" lang="ja-JP" altLang="en-US" sz="1400" b="1">
                <a:solidFill>
                  <a:schemeClr val="accent1"/>
                </a:solidFill>
                <a:latin typeface="Meiryo UI" panose="020B0604030504040204" pitchFamily="50" charset="-128"/>
                <a:ea typeface="Meiryo UI" panose="020B0604030504040204" pitchFamily="50" charset="-128"/>
              </a:rPr>
              <a:t>が開発を主導</a:t>
            </a:r>
          </a:p>
          <a:p>
            <a:pPr marL="90170" indent="-90170" algn="l">
              <a:spcBef>
                <a:spcPts val="300"/>
              </a:spcBef>
              <a:buFont typeface="Arial" panose="020B0604020202020204" pitchFamily="34" charset="0"/>
              <a:buChar char="•"/>
            </a:pPr>
            <a:r>
              <a:rPr lang="ja-JP" altLang="en-US" sz="1100">
                <a:solidFill>
                  <a:schemeClr val="tx1"/>
                </a:solidFill>
                <a:latin typeface="Meiryo UI"/>
                <a:ea typeface="Meiryo UI"/>
              </a:rPr>
              <a:t>我々は如何に</a:t>
            </a:r>
            <a:r>
              <a:rPr lang="en-US" altLang="ja-JP" sz="1100">
                <a:solidFill>
                  <a:schemeClr val="tx1"/>
                </a:solidFill>
                <a:latin typeface="Meiryo UI"/>
                <a:ea typeface="Meiryo UI"/>
              </a:rPr>
              <a:t>AI</a:t>
            </a:r>
            <a:r>
              <a:rPr lang="ja-JP" altLang="en-US" sz="1100">
                <a:solidFill>
                  <a:schemeClr val="tx1"/>
                </a:solidFill>
                <a:latin typeface="Meiryo UI"/>
                <a:ea typeface="Meiryo UI"/>
              </a:rPr>
              <a:t>がミスなく主導して開発を行えるかを補佐する役割に。</a:t>
            </a:r>
            <a:endParaRPr lang="en-US" altLang="ja-JP" sz="1100">
              <a:solidFill>
                <a:schemeClr val="tx1"/>
              </a:solidFill>
              <a:latin typeface="Meiryo UI"/>
              <a:ea typeface="Meiryo UI"/>
            </a:endParaRPr>
          </a:p>
          <a:p>
            <a:pPr marL="90170" indent="-90170" algn="l">
              <a:spcBef>
                <a:spcPts val="300"/>
              </a:spcBef>
              <a:buFont typeface="Arial" panose="020B0604020202020204" pitchFamily="34" charset="0"/>
              <a:buChar char="•"/>
            </a:pPr>
            <a:r>
              <a:rPr lang="en-US" altLang="ja-JP" sz="1100">
                <a:solidFill>
                  <a:schemeClr val="tx1"/>
                </a:solidFill>
                <a:latin typeface="Meiryo UI"/>
                <a:ea typeface="Meiryo UI"/>
              </a:rPr>
              <a:t>AI</a:t>
            </a:r>
            <a:r>
              <a:rPr lang="ja-JP" altLang="en-US" sz="1100">
                <a:solidFill>
                  <a:schemeClr val="tx1"/>
                </a:solidFill>
                <a:latin typeface="Meiryo UI"/>
                <a:ea typeface="Meiryo UI"/>
              </a:rPr>
              <a:t>の存在が前提とされる開発プラン、体制を組むのが当たり前に。</a:t>
            </a:r>
            <a:endParaRPr lang="en-US" altLang="ja-JP" sz="1100">
              <a:solidFill>
                <a:schemeClr val="tx1"/>
              </a:solidFill>
              <a:latin typeface="Meiryo UI"/>
              <a:ea typeface="Meiryo UI"/>
            </a:endParaRPr>
          </a:p>
        </p:txBody>
      </p:sp>
      <p:sp>
        <p:nvSpPr>
          <p:cNvPr id="8" name="テキスト ボックス 7">
            <a:extLst>
              <a:ext uri="{FF2B5EF4-FFF2-40B4-BE49-F238E27FC236}">
                <a16:creationId xmlns:a16="http://schemas.microsoft.com/office/drawing/2014/main" id="{3EF2D7C5-F287-6AB6-2C39-645D35A1DD4D}"/>
              </a:ext>
            </a:extLst>
          </p:cNvPr>
          <p:cNvSpPr txBox="1"/>
          <p:nvPr/>
        </p:nvSpPr>
        <p:spPr>
          <a:xfrm>
            <a:off x="0" y="2457964"/>
            <a:ext cx="350520" cy="571119"/>
          </a:xfrm>
          <a:prstGeom prst="rect">
            <a:avLst/>
          </a:prstGeom>
          <a:noFill/>
          <a:ln>
            <a:solidFill>
              <a:schemeClr val="bg1"/>
            </a:solidFill>
          </a:ln>
        </p:spPr>
        <p:txBody>
          <a:bodyPr wrap="square" lIns="77916" tIns="38958" rIns="77916" bIns="38958" rtlCol="0" anchor="ctr">
            <a:spAutoFit/>
          </a:bodyPr>
          <a:lstStyle/>
          <a:p>
            <a:pPr algn="l"/>
            <a:r>
              <a:rPr lang="ja-JP" altLang="en-US" sz="1600">
                <a:latin typeface="Meiryo UI" panose="020B0604030504040204" pitchFamily="50" charset="-128"/>
                <a:ea typeface="Meiryo UI" panose="020B0604030504040204" pitchFamily="50" charset="-128"/>
                <a:cs typeface="Meiryo UI" panose="020B0604030504040204" pitchFamily="50" charset="-128"/>
              </a:rPr>
              <a:t>世間</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テキスト ボックス 9">
            <a:extLst>
              <a:ext uri="{FF2B5EF4-FFF2-40B4-BE49-F238E27FC236}">
                <a16:creationId xmlns:a16="http://schemas.microsoft.com/office/drawing/2014/main" id="{BCD12A46-00D5-0F66-C4AB-A7D5CF3D4D46}"/>
              </a:ext>
            </a:extLst>
          </p:cNvPr>
          <p:cNvSpPr txBox="1"/>
          <p:nvPr/>
        </p:nvSpPr>
        <p:spPr>
          <a:xfrm>
            <a:off x="7620" y="3855675"/>
            <a:ext cx="350520" cy="571119"/>
          </a:xfrm>
          <a:prstGeom prst="rect">
            <a:avLst/>
          </a:prstGeom>
          <a:solidFill>
            <a:schemeClr val="bg1">
              <a:alpha val="20000"/>
            </a:schemeClr>
          </a:solidFill>
          <a:ln>
            <a:solidFill>
              <a:schemeClr val="bg1"/>
            </a:solidFill>
          </a:ln>
        </p:spPr>
        <p:txBody>
          <a:bodyPr wrap="square" lIns="77916" tIns="38958" rIns="77916" bIns="38958" rtlCol="0" anchor="ctr">
            <a:spAutoFit/>
          </a:bodyPr>
          <a:lstStyle/>
          <a:p>
            <a:pPr algn="l"/>
            <a:r>
              <a:rPr lang="ja-JP" altLang="en-US" sz="1600">
                <a:latin typeface="Meiryo UI"/>
                <a:ea typeface="Meiryo UI"/>
                <a:cs typeface="Meiryo UI" panose="020B0604030504040204" pitchFamily="50" charset="-128"/>
              </a:rPr>
              <a:t>我々</a:t>
            </a:r>
          </a:p>
        </p:txBody>
      </p:sp>
      <p:sp>
        <p:nvSpPr>
          <p:cNvPr id="11" name="正方形/長方形 10">
            <a:extLst>
              <a:ext uri="{FF2B5EF4-FFF2-40B4-BE49-F238E27FC236}">
                <a16:creationId xmlns:a16="http://schemas.microsoft.com/office/drawing/2014/main" id="{F6C6949D-5EAB-607A-CE0D-A7FA70A78101}"/>
              </a:ext>
            </a:extLst>
          </p:cNvPr>
          <p:cNvSpPr/>
          <p:nvPr/>
        </p:nvSpPr>
        <p:spPr>
          <a:xfrm>
            <a:off x="289560" y="3565716"/>
            <a:ext cx="2507897" cy="139919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lang="ja-JP" altLang="en-US" sz="1400" b="1">
                <a:solidFill>
                  <a:schemeClr val="tx1"/>
                </a:solidFill>
                <a:latin typeface="Meiryo UI"/>
                <a:ea typeface="Meiryo UI"/>
              </a:rPr>
              <a:t>ウォーターフォール主流</a:t>
            </a:r>
          </a:p>
          <a:p>
            <a:pPr marL="90170" indent="-90170" algn="l">
              <a:spcBef>
                <a:spcPts val="300"/>
              </a:spcBef>
              <a:buFont typeface="Arial" panose="020B0604020202020204" pitchFamily="34" charset="0"/>
              <a:buChar char="•"/>
            </a:pPr>
            <a:r>
              <a:rPr lang="ja-JP" altLang="en-US" sz="1100">
                <a:solidFill>
                  <a:schemeClr val="tx1"/>
                </a:solidFill>
                <a:latin typeface="Meiryo UI"/>
                <a:ea typeface="Meiryo UI"/>
              </a:rPr>
              <a:t>エクセルやワードにて、各種設計書や成果物を作成</a:t>
            </a:r>
          </a:p>
          <a:p>
            <a:pPr marL="90170" indent="-90170" algn="l">
              <a:spcBef>
                <a:spcPts val="300"/>
              </a:spcBef>
              <a:buFont typeface="Arial" panose="020B0604020202020204" pitchFamily="34" charset="0"/>
              <a:buChar char="•"/>
            </a:pPr>
            <a:r>
              <a:rPr lang="ja-JP" altLang="en-US" sz="1100">
                <a:solidFill>
                  <a:schemeClr val="tx1"/>
                </a:solidFill>
                <a:latin typeface="Meiryo UI"/>
                <a:ea typeface="Meiryo UI"/>
              </a:rPr>
              <a:t>一部アジャイル開発や</a:t>
            </a:r>
          </a:p>
        </p:txBody>
      </p:sp>
      <p:sp>
        <p:nvSpPr>
          <p:cNvPr id="13" name="正方形/長方形 12">
            <a:extLst>
              <a:ext uri="{FF2B5EF4-FFF2-40B4-BE49-F238E27FC236}">
                <a16:creationId xmlns:a16="http://schemas.microsoft.com/office/drawing/2014/main" id="{D1BA8745-7CD2-F688-C98C-EDE7B78E923F}"/>
              </a:ext>
            </a:extLst>
          </p:cNvPr>
          <p:cNvSpPr/>
          <p:nvPr/>
        </p:nvSpPr>
        <p:spPr>
          <a:xfrm>
            <a:off x="2744164" y="3565715"/>
            <a:ext cx="2172002" cy="115036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chemeClr val="tx1"/>
                </a:solidFill>
                <a:latin typeface="Meiryo UI" panose="020B0604030504040204" pitchFamily="50" charset="-128"/>
                <a:ea typeface="Meiryo UI" panose="020B0604030504040204" pitchFamily="50" charset="-128"/>
              </a:rPr>
              <a:t>AI</a:t>
            </a:r>
            <a:r>
              <a:rPr lang="ja-JP" altLang="en-US" sz="1400" b="1">
                <a:solidFill>
                  <a:schemeClr val="tx1"/>
                </a:solidFill>
                <a:latin typeface="Meiryo UI" panose="020B0604030504040204" pitchFamily="50" charset="-128"/>
                <a:ea typeface="Meiryo UI" panose="020B0604030504040204" pitchFamily="50" charset="-128"/>
              </a:rPr>
              <a:t>が開発要員化</a:t>
            </a:r>
            <a:endParaRPr kumimoji="1" lang="en-US" altLang="ja-JP" sz="1400">
              <a:solidFill>
                <a:schemeClr val="tx1"/>
              </a:solidFill>
              <a:latin typeface="Meiryo UI" panose="020B0604030504040204" pitchFamily="50" charset="-128"/>
              <a:ea typeface="Meiryo UI" panose="020B0604030504040204" pitchFamily="50" charset="-128"/>
            </a:endParaRPr>
          </a:p>
          <a:p>
            <a:pPr marL="90170" indent="-90170" algn="l">
              <a:spcBef>
                <a:spcPts val="300"/>
              </a:spcBef>
              <a:buFont typeface="Arial" panose="020B0604020202020204" pitchFamily="34" charset="0"/>
              <a:buChar char="•"/>
            </a:pPr>
            <a:r>
              <a:rPr kumimoji="1" lang="ja-JP" altLang="en-US" sz="1100">
                <a:solidFill>
                  <a:schemeClr val="tx1"/>
                </a:solidFill>
                <a:latin typeface="Meiryo UI"/>
                <a:ea typeface="Meiryo UI"/>
              </a:rPr>
              <a:t>生成</a:t>
            </a:r>
            <a:r>
              <a:rPr kumimoji="1" lang="en-US" altLang="ja-JP" sz="1100">
                <a:solidFill>
                  <a:schemeClr val="tx1"/>
                </a:solidFill>
                <a:latin typeface="Meiryo UI"/>
                <a:ea typeface="Meiryo UI"/>
              </a:rPr>
              <a:t>AI</a:t>
            </a:r>
            <a:r>
              <a:rPr lang="ja-JP" altLang="en-US" sz="1100">
                <a:solidFill>
                  <a:schemeClr val="tx1"/>
                </a:solidFill>
                <a:latin typeface="Meiryo UI"/>
                <a:ea typeface="Meiryo UI"/>
              </a:rPr>
              <a:t>の普及により、</a:t>
            </a:r>
            <a:r>
              <a:rPr lang="en-US" altLang="ja-JP" sz="1100">
                <a:solidFill>
                  <a:schemeClr val="tx1"/>
                </a:solidFill>
                <a:latin typeface="Meiryo UI"/>
                <a:ea typeface="Meiryo UI"/>
              </a:rPr>
              <a:t>AI</a:t>
            </a:r>
            <a:r>
              <a:rPr lang="ja-JP" altLang="en-US" sz="1100">
                <a:solidFill>
                  <a:schemeClr val="tx1"/>
                </a:solidFill>
                <a:latin typeface="Meiryo UI"/>
                <a:ea typeface="Meiryo UI"/>
              </a:rPr>
              <a:t>による単発のコード生成、コードレビューが可能になり、人間が直接コーディングせずとも開発が可能になる。</a:t>
            </a:r>
            <a:endParaRPr lang="en-US" altLang="ja-JP" sz="1100">
              <a:solidFill>
                <a:schemeClr val="tx1"/>
              </a:solidFill>
              <a:latin typeface="Meiryo UI"/>
              <a:ea typeface="Meiryo UI"/>
            </a:endParaRPr>
          </a:p>
          <a:p>
            <a:pPr algn="l">
              <a:spcBef>
                <a:spcPts val="300"/>
              </a:spcBef>
            </a:pP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EE46E8A8-734D-69B2-B581-2D80916AC502}"/>
              </a:ext>
            </a:extLst>
          </p:cNvPr>
          <p:cNvSpPr/>
          <p:nvPr/>
        </p:nvSpPr>
        <p:spPr>
          <a:xfrm>
            <a:off x="4916251" y="3565715"/>
            <a:ext cx="2112454"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rgbClr val="000000"/>
                </a:solidFill>
                <a:latin typeface="Meiryo UI" panose="020B0604030504040204" pitchFamily="50" charset="-128"/>
                <a:ea typeface="Meiryo UI" panose="020B0604030504040204" pitchFamily="50" charset="-128"/>
              </a:rPr>
              <a:t>CLI</a:t>
            </a:r>
            <a:r>
              <a:rPr kumimoji="1" lang="ja-JP" altLang="en-US" sz="1400" b="1">
                <a:solidFill>
                  <a:srgbClr val="000000"/>
                </a:solidFill>
                <a:latin typeface="Meiryo UI" panose="020B0604030504040204" pitchFamily="50" charset="-128"/>
                <a:ea typeface="Meiryo UI" panose="020B0604030504040204" pitchFamily="50" charset="-128"/>
              </a:rPr>
              <a:t>型</a:t>
            </a:r>
            <a:r>
              <a:rPr kumimoji="1" lang="en-US" altLang="ja-JP" sz="1400" b="1">
                <a:solidFill>
                  <a:srgbClr val="000000"/>
                </a:solidFill>
                <a:latin typeface="Meiryo UI" panose="020B0604030504040204" pitchFamily="50" charset="-128"/>
                <a:ea typeface="Meiryo UI" panose="020B0604030504040204" pitchFamily="50" charset="-128"/>
              </a:rPr>
              <a:t>AI</a:t>
            </a:r>
            <a:r>
              <a:rPr kumimoji="1" lang="ja-JP" altLang="en-US" sz="1400" b="1">
                <a:solidFill>
                  <a:srgbClr val="000000"/>
                </a:solidFill>
                <a:latin typeface="Meiryo UI" panose="020B0604030504040204" pitchFamily="50" charset="-128"/>
                <a:ea typeface="Meiryo UI" panose="020B0604030504040204" pitchFamily="50" charset="-128"/>
              </a:rPr>
              <a:t>による開発伴走</a:t>
            </a:r>
          </a:p>
          <a:p>
            <a:pPr marL="90170" indent="-90170" algn="l">
              <a:spcBef>
                <a:spcPts val="300"/>
              </a:spcBef>
              <a:buFont typeface="Arial" panose="020B0604020202020204" pitchFamily="34" charset="0"/>
              <a:buChar char="•"/>
            </a:pPr>
            <a:r>
              <a:rPr lang="en-US" altLang="ja-JP" sz="1100">
                <a:solidFill>
                  <a:schemeClr val="tx1"/>
                </a:solidFill>
                <a:latin typeface="Meiryo UI"/>
                <a:ea typeface="Meiryo UI"/>
              </a:rPr>
              <a:t>AI</a:t>
            </a:r>
            <a:r>
              <a:rPr lang="ja-JP" altLang="en-US" sz="1100">
                <a:solidFill>
                  <a:schemeClr val="tx1"/>
                </a:solidFill>
                <a:latin typeface="Meiryo UI"/>
                <a:ea typeface="Meiryo UI"/>
              </a:rPr>
              <a:t>が開発工程を担うほど占める割合が増加。</a:t>
            </a:r>
            <a:endParaRPr lang="en-US" altLang="ja-JP" sz="1100">
              <a:solidFill>
                <a:schemeClr val="tx1"/>
              </a:solidFill>
              <a:latin typeface="Meiryo UI"/>
              <a:ea typeface="Meiryo UI"/>
            </a:endParaRPr>
          </a:p>
          <a:p>
            <a:pPr marL="90170" indent="-90170" algn="l">
              <a:spcBef>
                <a:spcPts val="300"/>
              </a:spcBef>
              <a:buFont typeface="Arial" panose="020B0604020202020204" pitchFamily="34" charset="0"/>
              <a:buChar char="•"/>
            </a:pPr>
            <a:r>
              <a:rPr lang="en-US" altLang="ja-JP" sz="1100">
                <a:solidFill>
                  <a:schemeClr val="tx1"/>
                </a:solidFill>
                <a:latin typeface="Meiryo UI"/>
                <a:ea typeface="Meiryo UI"/>
              </a:rPr>
              <a:t>AI</a:t>
            </a:r>
            <a:r>
              <a:rPr lang="ja-JP" altLang="en-US" sz="1100">
                <a:solidFill>
                  <a:schemeClr val="tx1"/>
                </a:solidFill>
                <a:latin typeface="Meiryo UI"/>
                <a:ea typeface="Meiryo UI"/>
              </a:rPr>
              <a:t>をメンバーの一員としてスピード感あふれる開発が可能に</a:t>
            </a:r>
            <a:endParaRPr lang="en-US" altLang="ja-JP" sz="1100">
              <a:solidFill>
                <a:schemeClr val="tx1"/>
              </a:solidFill>
              <a:latin typeface="Meiryo UI"/>
              <a:ea typeface="Meiryo UI"/>
            </a:endParaRPr>
          </a:p>
        </p:txBody>
      </p:sp>
      <p:sp>
        <p:nvSpPr>
          <p:cNvPr id="15" name="正方形/長方形 14">
            <a:extLst>
              <a:ext uri="{FF2B5EF4-FFF2-40B4-BE49-F238E27FC236}">
                <a16:creationId xmlns:a16="http://schemas.microsoft.com/office/drawing/2014/main" id="{685E1E4D-77E7-D041-C29C-B27F5D193535}"/>
              </a:ext>
            </a:extLst>
          </p:cNvPr>
          <p:cNvSpPr/>
          <p:nvPr/>
        </p:nvSpPr>
        <p:spPr>
          <a:xfrm>
            <a:off x="7027340" y="3565715"/>
            <a:ext cx="2112454"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en-US" altLang="ja-JP" sz="1400" b="1">
                <a:solidFill>
                  <a:schemeClr val="accent1"/>
                </a:solidFill>
                <a:latin typeface="Meiryo UI" panose="020B0604030504040204" pitchFamily="50" charset="-128"/>
                <a:ea typeface="Meiryo UI" panose="020B0604030504040204" pitchFamily="50" charset="-128"/>
              </a:rPr>
              <a:t>CLI</a:t>
            </a:r>
            <a:r>
              <a:rPr kumimoji="1" lang="ja-JP" altLang="en-US" sz="1400" b="1">
                <a:solidFill>
                  <a:schemeClr val="accent1"/>
                </a:solidFill>
                <a:latin typeface="Meiryo UI" panose="020B0604030504040204" pitchFamily="50" charset="-128"/>
                <a:ea typeface="Meiryo UI" panose="020B0604030504040204" pitchFamily="50" charset="-128"/>
              </a:rPr>
              <a:t>型</a:t>
            </a:r>
            <a:r>
              <a:rPr kumimoji="1" lang="en-US" altLang="ja-JP" sz="1400" b="1">
                <a:solidFill>
                  <a:schemeClr val="accent1"/>
                </a:solidFill>
                <a:latin typeface="Meiryo UI" panose="020B0604030504040204" pitchFamily="50" charset="-128"/>
                <a:ea typeface="Meiryo UI" panose="020B0604030504040204" pitchFamily="50" charset="-128"/>
              </a:rPr>
              <a:t>AI</a:t>
            </a:r>
            <a:r>
              <a:rPr kumimoji="1" lang="ja-JP" altLang="en-US" sz="1400" b="1">
                <a:solidFill>
                  <a:schemeClr val="accent1"/>
                </a:solidFill>
                <a:latin typeface="Meiryo UI" panose="020B0604030504040204" pitchFamily="50" charset="-128"/>
                <a:ea typeface="Meiryo UI" panose="020B0604030504040204" pitchFamily="50" charset="-128"/>
              </a:rPr>
              <a:t>が開発を主導</a:t>
            </a:r>
          </a:p>
          <a:p>
            <a:pPr marL="90170" indent="-90170" algn="l">
              <a:spcBef>
                <a:spcPts val="300"/>
              </a:spcBef>
              <a:buFont typeface="Arial" panose="020B0604020202020204" pitchFamily="34" charset="0"/>
              <a:buChar char="•"/>
            </a:pPr>
            <a:r>
              <a:rPr lang="ja-JP" altLang="en-US" sz="1100">
                <a:solidFill>
                  <a:schemeClr val="tx1"/>
                </a:solidFill>
                <a:latin typeface="Meiryo UI"/>
                <a:ea typeface="Meiryo UI"/>
              </a:rPr>
              <a:t>我々は如何に</a:t>
            </a:r>
            <a:r>
              <a:rPr lang="en-US" altLang="ja-JP" sz="1100">
                <a:solidFill>
                  <a:schemeClr val="tx1"/>
                </a:solidFill>
                <a:latin typeface="Meiryo UI"/>
                <a:ea typeface="Meiryo UI"/>
              </a:rPr>
              <a:t>AI</a:t>
            </a:r>
            <a:r>
              <a:rPr lang="ja-JP" altLang="en-US" sz="1100">
                <a:solidFill>
                  <a:schemeClr val="tx1"/>
                </a:solidFill>
                <a:latin typeface="Meiryo UI"/>
                <a:ea typeface="Meiryo UI"/>
              </a:rPr>
              <a:t>がミスなく主導して開発を行えるかを補佐する役割に。</a:t>
            </a:r>
            <a:endParaRPr lang="en-US" altLang="ja-JP" sz="1100">
              <a:solidFill>
                <a:schemeClr val="tx1"/>
              </a:solidFill>
              <a:latin typeface="Meiryo UI"/>
              <a:ea typeface="Meiryo UI"/>
            </a:endParaRPr>
          </a:p>
          <a:p>
            <a:pPr marL="90170" indent="-90170" algn="l">
              <a:spcBef>
                <a:spcPts val="300"/>
              </a:spcBef>
              <a:buFont typeface="Arial" panose="020B0604020202020204" pitchFamily="34" charset="0"/>
              <a:buChar char="•"/>
            </a:pPr>
            <a:r>
              <a:rPr lang="en-US" altLang="ja-JP" sz="1100">
                <a:solidFill>
                  <a:schemeClr val="tx1"/>
                </a:solidFill>
                <a:latin typeface="Meiryo UI"/>
                <a:ea typeface="Meiryo UI"/>
              </a:rPr>
              <a:t>AI</a:t>
            </a:r>
            <a:r>
              <a:rPr lang="ja-JP" altLang="en-US" sz="1100">
                <a:solidFill>
                  <a:schemeClr val="tx1"/>
                </a:solidFill>
                <a:latin typeface="Meiryo UI"/>
                <a:ea typeface="Meiryo UI"/>
              </a:rPr>
              <a:t>の存在が前提とされる開発プラン、体制を組むのが当たり前に。</a:t>
            </a:r>
            <a:endParaRPr lang="en-US" altLang="ja-JP" sz="1100">
              <a:solidFill>
                <a:schemeClr val="tx1"/>
              </a:solidFill>
              <a:latin typeface="Meiryo UI"/>
              <a:ea typeface="Meiryo UI"/>
            </a:endParaRPr>
          </a:p>
        </p:txBody>
      </p:sp>
      <p:sp>
        <p:nvSpPr>
          <p:cNvPr id="7" name="吹き出し: 角を丸めた四角形 6">
            <a:extLst>
              <a:ext uri="{FF2B5EF4-FFF2-40B4-BE49-F238E27FC236}">
                <a16:creationId xmlns:a16="http://schemas.microsoft.com/office/drawing/2014/main" id="{4ECC19FE-FCCA-0564-DD13-F7F647D37992}"/>
              </a:ext>
            </a:extLst>
          </p:cNvPr>
          <p:cNvSpPr/>
          <p:nvPr/>
        </p:nvSpPr>
        <p:spPr bwMode="auto">
          <a:xfrm>
            <a:off x="-506866" y="-1165749"/>
            <a:ext cx="2712720" cy="1416168"/>
          </a:xfrm>
          <a:prstGeom prst="wedgeRoundRectCallout">
            <a:avLst>
              <a:gd name="adj1" fmla="val 19047"/>
              <a:gd name="adj2" fmla="val 64687"/>
              <a:gd name="adj3" fmla="val 16667"/>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AI</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駆動開発に話題が繋がるのか</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・アジャイルの負の面が多い？</a:t>
            </a: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・何が問題なのかがわからない</a:t>
            </a: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AI-Ready</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基盤」「</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駆動開発」</a:t>
            </a:r>
          </a:p>
          <a:p>
            <a:pPr marL="0" marR="0" indent="0" defTabSz="914400" rtl="0" eaLnBrk="1" fontAlgn="base" latinLnBrk="0" hangingPunct="1">
              <a:lnSpc>
                <a:spcPct val="100000"/>
              </a:lnSpc>
              <a:spcBef>
                <a:spcPct val="0"/>
              </a:spcBef>
              <a:spcAft>
                <a:spcPct val="0"/>
              </a:spcAft>
              <a:buClrTx/>
              <a:buSzTx/>
              <a:buFontTx/>
              <a:buNone/>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品質保証」「</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開発マネジメント」に</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つながるような前振りにしてほしい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77901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A922-BC2C-6565-5E8A-148A6FCCAF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B212C1-2EB3-9036-25DA-4A8E6734923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5C637C7-8127-B375-A2E6-EDA4979AF04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tx1"/>
                </a:solidFill>
                <a:latin typeface="Meiryo UI"/>
                <a:ea typeface="Meiryo UI"/>
              </a:rPr>
              <a:t> 研究の目的</a:t>
            </a:r>
            <a:endParaRPr lang="en-US" altLang="ja-JP" sz="2400" b="1">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a:solidFill>
                  <a:schemeClr val="bg1">
                    <a:lumMod val="65000"/>
                  </a:schemeClr>
                </a:solidFill>
                <a:latin typeface="Meiryo UI"/>
                <a:ea typeface="Meiryo UI"/>
              </a:rPr>
              <a:t> 活動実績</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ja-JP"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867DF830-DD41-165B-24CA-E52FD56ACCD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6</a:t>
            </a:fld>
            <a:endParaRPr lang="en-US" altLang="ja-JP">
              <a:solidFill>
                <a:srgbClr val="FFFFFF"/>
              </a:solidFill>
            </a:endParaRPr>
          </a:p>
        </p:txBody>
      </p:sp>
    </p:spTree>
    <p:extLst>
      <p:ext uri="{BB962C8B-B14F-4D97-AF65-F5344CB8AC3E}">
        <p14:creationId xmlns:p14="http://schemas.microsoft.com/office/powerpoint/2010/main" val="823472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9E683-9F33-362A-013E-F21584A3199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B56DFF-F25A-E067-55A6-D1FE4E9450A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78" imgH="486" progId="TCLayout.ActiveDocument.1">
                  <p:embed/>
                </p:oleObj>
              </mc:Choice>
              <mc:Fallback>
                <p:oleObj name="think-cellスライド" r:id="rId4" imgW="478" imgH="486" progId="TCLayout.ActiveDocument.1">
                  <p:embed/>
                  <p:pic>
                    <p:nvPicPr>
                      <p:cNvPr id="5" name="think-cell data - do not delete" hidden="1">
                        <a:extLst>
                          <a:ext uri="{FF2B5EF4-FFF2-40B4-BE49-F238E27FC236}">
                            <a16:creationId xmlns:a16="http://schemas.microsoft.com/office/drawing/2014/main" id="{02B56DFF-F25A-E067-55A6-D1FE4E9450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スライド番号プレースホルダー 1">
            <a:extLst>
              <a:ext uri="{FF2B5EF4-FFF2-40B4-BE49-F238E27FC236}">
                <a16:creationId xmlns:a16="http://schemas.microsoft.com/office/drawing/2014/main" id="{150287DF-62EC-B652-6FFB-67128B02DBE0}"/>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8</a:t>
            </a:fld>
            <a:endParaRPr lang="en-US" altLang="ja-JP">
              <a:solidFill>
                <a:srgbClr val="FFFFFF"/>
              </a:solidFill>
            </a:endParaRPr>
          </a:p>
        </p:txBody>
      </p:sp>
      <p:sp>
        <p:nvSpPr>
          <p:cNvPr id="3" name="タイトル 2">
            <a:extLst>
              <a:ext uri="{FF2B5EF4-FFF2-40B4-BE49-F238E27FC236}">
                <a16:creationId xmlns:a16="http://schemas.microsoft.com/office/drawing/2014/main" id="{2FF11C97-A0C6-892C-4B18-E03E386E498A}"/>
              </a:ext>
            </a:extLst>
          </p:cNvPr>
          <p:cNvSpPr>
            <a:spLocks noGrp="1"/>
          </p:cNvSpPr>
          <p:nvPr>
            <p:ph type="title"/>
          </p:nvPr>
        </p:nvSpPr>
        <p:spPr/>
        <p:txBody>
          <a:bodyPr vert="horz" rIns="77916"/>
          <a:lstStyle/>
          <a:p>
            <a:r>
              <a:rPr lang="ja-JP" altLang="en-US">
                <a:latin typeface="Meiryo UI"/>
                <a:ea typeface="Meiryo UI"/>
              </a:rPr>
              <a:t>2.</a:t>
            </a:r>
            <a:r>
              <a:rPr lang="en-US" altLang="ja-JP">
                <a:latin typeface="Meiryo UI"/>
                <a:ea typeface="Meiryo UI"/>
              </a:rPr>
              <a:t> </a:t>
            </a:r>
            <a:r>
              <a:rPr lang="ja-JP" altLang="en-US">
                <a:latin typeface="Meiryo UI"/>
                <a:ea typeface="Meiryo UI"/>
              </a:rPr>
              <a:t>研究の目的 ～前提～</a:t>
            </a:r>
            <a:endParaRPr lang="en-US">
              <a:latin typeface="Meiryo UI"/>
              <a:ea typeface="Meiryo UI"/>
            </a:endParaRPr>
          </a:p>
        </p:txBody>
      </p:sp>
      <p:sp>
        <p:nvSpPr>
          <p:cNvPr id="4" name="正方形/長方形 3">
            <a:extLst>
              <a:ext uri="{FF2B5EF4-FFF2-40B4-BE49-F238E27FC236}">
                <a16:creationId xmlns:a16="http://schemas.microsoft.com/office/drawing/2014/main" id="{7FF48C40-2ACA-16A9-FA39-AA402A56C1E1}"/>
              </a:ext>
            </a:extLst>
          </p:cNvPr>
          <p:cNvSpPr/>
          <p:nvPr/>
        </p:nvSpPr>
        <p:spPr>
          <a:xfrm>
            <a:off x="56749" y="386344"/>
            <a:ext cx="9031463" cy="1000000"/>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noAutofit/>
          </a:bodyPr>
          <a:lstStyle/>
          <a:p>
            <a:pPr defTabSz="718291"/>
            <a:r>
              <a:rPr lang="ja-JP" altLang="en-US" sz="1350" dirty="0">
                <a:solidFill>
                  <a:schemeClr val="tx1"/>
                </a:solidFill>
                <a:latin typeface="Meiryo UI"/>
                <a:ea typeface="Meiryo UI"/>
              </a:rPr>
              <a:t>三菱グループ各社が、これまで行ってきたアジャイル/ウォーターフォールの要素（要件の合意形成、設計意図の明確化、検証の網羅性など）を土台とし、生成AIの進化を前提に「AI-Ready化」と「AI駆動開発」を組み込み、開発を高度化する。エンタープライズ企業で実運用に耐える次世代の開発モデルを確立することを目的とする。</a:t>
            </a:r>
            <a:endParaRPr lang="en-US" altLang="ja-JP" sz="1800" dirty="0">
              <a:solidFill>
                <a:schemeClr val="tx1"/>
              </a:solidFill>
              <a:latin typeface="Meiryo UI"/>
              <a:ea typeface="Meiryo UI"/>
            </a:endParaRPr>
          </a:p>
        </p:txBody>
      </p:sp>
      <p:sp>
        <p:nvSpPr>
          <p:cNvPr id="11" name="正方形/長方形 10">
            <a:extLst>
              <a:ext uri="{FF2B5EF4-FFF2-40B4-BE49-F238E27FC236}">
                <a16:creationId xmlns:a16="http://schemas.microsoft.com/office/drawing/2014/main" id="{EAA32C65-6221-F52E-FD71-8495FDEFED2E}"/>
              </a:ext>
            </a:extLst>
          </p:cNvPr>
          <p:cNvSpPr/>
          <p:nvPr/>
        </p:nvSpPr>
        <p:spPr bwMode="auto">
          <a:xfrm>
            <a:off x="300079" y="1719264"/>
            <a:ext cx="8574716" cy="100000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200">
                <a:latin typeface="Meiryo UI"/>
                <a:ea typeface="Meiryo UI"/>
              </a:rPr>
              <a:t>① AIが正確に開発できるために仕様・データ・ナレッジを「何を・どの粒度で・どの形式で」整備すべきか、その要件を明らかにする。</a:t>
            </a:r>
            <a:endParaRPr lang="en-US" altLang="ja-JP" sz="1600">
              <a:latin typeface="Meiryo UI"/>
              <a:ea typeface="Meiryo UI"/>
            </a:endParaRPr>
          </a:p>
          <a:p>
            <a:pPr algn="ctr" defTabSz="914400" fontAlgn="base">
              <a:spcBef>
                <a:spcPct val="0"/>
              </a:spcBef>
              <a:spcAft>
                <a:spcPct val="0"/>
              </a:spcAft>
            </a:pPr>
            <a:r>
              <a:rPr lang="ja-JP" altLang="en-US" sz="1200">
                <a:latin typeface="Meiryo UI"/>
                <a:ea typeface="Meiryo UI"/>
              </a:rPr>
              <a:t>② コード生成が実用域に達したことで、開発の主戦場は実装から仕様定義・品質検証へ移る。これに合わせて開発プロセスをAI駆動前提へ作り替え、求められるスキルセットを再定義する必要があるのではないか。</a:t>
            </a:r>
            <a:endParaRPr lang="en-US" altLang="ja-JP" sz="1600">
              <a:latin typeface="Meiryo UI"/>
              <a:ea typeface="Meiryo UI"/>
            </a:endParaRPr>
          </a:p>
        </p:txBody>
      </p:sp>
      <p:sp>
        <p:nvSpPr>
          <p:cNvPr id="8" name="正方形/長方形 7">
            <a:extLst>
              <a:ext uri="{FF2B5EF4-FFF2-40B4-BE49-F238E27FC236}">
                <a16:creationId xmlns:a16="http://schemas.microsoft.com/office/drawing/2014/main" id="{590543FC-3681-ECDB-74D6-17456524A067}"/>
              </a:ext>
            </a:extLst>
          </p:cNvPr>
          <p:cNvSpPr/>
          <p:nvPr/>
        </p:nvSpPr>
        <p:spPr>
          <a:xfrm>
            <a:off x="299704" y="1413044"/>
            <a:ext cx="8575090" cy="305767"/>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algn="ctr">
              <a:spcBef>
                <a:spcPts val="300"/>
              </a:spcBef>
            </a:pPr>
            <a:r>
              <a:rPr lang="ja-JP" altLang="en-US" sz="1800" b="1">
                <a:solidFill>
                  <a:schemeClr val="bg1"/>
                </a:solidFill>
                <a:latin typeface="Meiryo UI"/>
                <a:ea typeface="Meiryo UI"/>
              </a:rPr>
              <a:t>検証課題</a:t>
            </a:r>
            <a:endParaRPr lang="en-US" altLang="ja-JP" sz="1800" b="1">
              <a:solidFill>
                <a:schemeClr val="bg1"/>
              </a:solidFill>
              <a:latin typeface="Meiryo UI"/>
              <a:ea typeface="Meiryo UI"/>
            </a:endParaRPr>
          </a:p>
        </p:txBody>
      </p:sp>
      <p:sp>
        <p:nvSpPr>
          <p:cNvPr id="12" name="Rounded Rectangle 11"/>
          <p:cNvSpPr/>
          <p:nvPr/>
        </p:nvSpPr>
        <p:spPr>
          <a:xfrm>
            <a:off x="110000" y="2745000"/>
            <a:ext cx="8940000" cy="40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00" b="1">
                <a:solidFill>
                  <a:srgbClr val="FFFFFF"/>
                </a:solidFill>
                <a:latin typeface="Meiryo UI"/>
              </a:rPr>
              <a:t>4-4 AI開発マネジメント</a:t>
            </a:r>
            <a:r>
              <a:rPr sz="850" b="0">
                <a:solidFill>
                  <a:srgbClr val="FFFFFF"/>
                </a:solidFill>
                <a:latin typeface="Meiryo UI"/>
              </a:rPr>
              <a:t>　AI-DLCにおける組織・人材／新ロールとスキルシフト ― 組織・スキル・ROIで全体を運営・継続</a:t>
            </a:r>
          </a:p>
        </p:txBody>
      </p:sp>
      <p:sp>
        <p:nvSpPr>
          <p:cNvPr id="13" name="Rounded Rectangle 12"/>
          <p:cNvSpPr/>
          <p:nvPr/>
        </p:nvSpPr>
        <p:spPr>
          <a:xfrm>
            <a:off x="110000" y="4530000"/>
            <a:ext cx="8940000" cy="40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00" b="1">
                <a:solidFill>
                  <a:srgbClr val="FFFFFF"/>
                </a:solidFill>
                <a:latin typeface="Meiryo UI"/>
              </a:rPr>
              <a:t>4-1 AI-Readyコンテキスト基盤</a:t>
            </a:r>
            <a:r>
              <a:rPr sz="850" b="0">
                <a:solidFill>
                  <a:srgbClr val="FFFFFF"/>
                </a:solidFill>
                <a:latin typeface="Meiryo UI"/>
              </a:rPr>
              <a:t>　AI-Readyなコンテキスト基盤の確立／仕様・データの構造化 ― 全工程にAIが使う知識・仕様を供給</a:t>
            </a:r>
          </a:p>
        </p:txBody>
      </p:sp>
      <p:sp>
        <p:nvSpPr>
          <p:cNvPr id="14" name="Rounded Rectangle 13"/>
          <p:cNvSpPr/>
          <p:nvPr/>
        </p:nvSpPr>
        <p:spPr>
          <a:xfrm>
            <a:off x="548640" y="3230000"/>
            <a:ext cx="4900000" cy="4400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50" b="1">
                <a:solidFill>
                  <a:srgbClr val="FFFFFF"/>
                </a:solidFill>
                <a:latin typeface="Meiryo UI"/>
              </a:rPr>
              <a:t>4-2 AI駆動開発</a:t>
            </a:r>
          </a:p>
          <a:p>
            <a:pPr algn="ctr"/>
            <a:r>
              <a:rPr sz="850" b="0">
                <a:solidFill>
                  <a:srgbClr val="FFFFFF"/>
                </a:solidFill>
                <a:latin typeface="Meiryo UI"/>
              </a:rPr>
              <a:t>ウォーターフォール・アジャイルからAI-DLCへの開発モデルの変化</a:t>
            </a:r>
          </a:p>
        </p:txBody>
      </p:sp>
      <p:sp>
        <p:nvSpPr>
          <p:cNvPr id="15" name="Rounded Rectangle 14"/>
          <p:cNvSpPr/>
          <p:nvPr/>
        </p:nvSpPr>
        <p:spPr>
          <a:xfrm>
            <a:off x="548640" y="3980000"/>
            <a:ext cx="4900000" cy="4800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50" b="1">
                <a:solidFill>
                  <a:srgbClr val="FFFFFF"/>
                </a:solidFill>
                <a:latin typeface="Meiryo UI"/>
              </a:rPr>
              <a:t>4-3 AI品質保証</a:t>
            </a:r>
          </a:p>
          <a:p>
            <a:pPr algn="ctr"/>
            <a:r>
              <a:rPr sz="850" b="0">
                <a:solidFill>
                  <a:srgbClr val="FFFFFF"/>
                </a:solidFill>
                <a:latin typeface="Meiryo UI"/>
              </a:rPr>
              <a:t>AI-DLCにおける品質保証／多層自動検証ゲートの設計 ― リリース可能な品質を作り込み・保証</a:t>
            </a:r>
          </a:p>
        </p:txBody>
      </p:sp>
      <p:sp>
        <p:nvSpPr>
          <p:cNvPr id="16" name="Up-Down Arrow 15"/>
          <p:cNvSpPr/>
          <p:nvPr/>
        </p:nvSpPr>
        <p:spPr>
          <a:xfrm>
            <a:off x="5560000" y="3300000"/>
            <a:ext cx="620000" cy="1000000"/>
          </a:xfrm>
          <a:prstGeom prst="upDown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800" b="1">
                <a:solidFill>
                  <a:srgbClr val="FFFFFF"/>
                </a:solidFill>
                <a:latin typeface="Meiryo UI"/>
              </a:rPr>
              <a:t>ループ</a:t>
            </a:r>
          </a:p>
        </p:txBody>
      </p:sp>
      <p:sp>
        <p:nvSpPr>
          <p:cNvPr id="17" name="Right Arrow 16"/>
          <p:cNvSpPr/>
          <p:nvPr/>
        </p:nvSpPr>
        <p:spPr>
          <a:xfrm>
            <a:off x="6300000" y="3610000"/>
            <a:ext cx="800000" cy="470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0000" y="3300000"/>
            <a:ext cx="1750000" cy="240000"/>
          </a:xfrm>
          <a:prstGeom prst="rect">
            <a:avLst/>
          </a:prstGeom>
          <a:noFill/>
        </p:spPr>
        <p:txBody>
          <a:bodyPr wrap="square" anchor="ctr" lIns="36000" rIns="36000" tIns="18000" bIns="18000">
            <a:spAutoFit/>
          </a:bodyPr>
          <a:lstStyle/>
          <a:p>
            <a:pPr algn="ctr"/>
            <a:r>
              <a:rPr sz="850" b="0">
                <a:solidFill>
                  <a:srgbClr val="C00000"/>
                </a:solidFill>
                <a:latin typeface="Meiryo UI"/>
              </a:rPr>
              <a:t>保証できて初めて</a:t>
            </a:r>
          </a:p>
        </p:txBody>
      </p:sp>
      <p:sp>
        <p:nvSpPr>
          <p:cNvPr id="19" name="Rounded Rectangle 18"/>
          <p:cNvSpPr/>
          <p:nvPr/>
        </p:nvSpPr>
        <p:spPr>
          <a:xfrm>
            <a:off x="7250000" y="3540000"/>
            <a:ext cx="1780000" cy="620000"/>
          </a:xfrm>
          <a:prstGeom prst="round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a:solidFill>
                  <a:srgbClr val="FFFFFF"/>
                </a:solidFill>
                <a:latin typeface="Meiryo UI"/>
              </a:rPr>
              <a:t>リリース</a:t>
            </a:r>
          </a:p>
          <a:p>
            <a:pPr algn="ctr"/>
            <a:r>
              <a:rPr sz="800" b="0">
                <a:solidFill>
                  <a:srgbClr val="FFFFFF"/>
                </a:solidFill>
                <a:latin typeface="Meiryo UI"/>
              </a:rPr>
              <a:t>（分科会外・ループの出口）</a:t>
            </a:r>
          </a:p>
        </p:txBody>
      </p:sp>
    </p:spTree>
    <p:extLst>
      <p:ext uri="{BB962C8B-B14F-4D97-AF65-F5344CB8AC3E}">
        <p14:creationId xmlns:p14="http://schemas.microsoft.com/office/powerpoint/2010/main" val="309408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A9E683-9F33-362A-013E-F21584A3199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B56DFF-F25A-E067-55A6-D1FE4E9450A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78" imgH="486" progId="TCLayout.ActiveDocument.1">
                  <p:embed/>
                </p:oleObj>
              </mc:Choice>
              <mc:Fallback>
                <p:oleObj name="think-cellスライド" r:id="rId4" imgW="478" imgH="486" progId="TCLayout.ActiveDocument.1">
                  <p:embed/>
                  <p:pic>
                    <p:nvPicPr>
                      <p:cNvPr id="5" name="think-cell data - do not delete" hidden="1">
                        <a:extLst>
                          <a:ext uri="{FF2B5EF4-FFF2-40B4-BE49-F238E27FC236}">
                            <a16:creationId xmlns:a16="http://schemas.microsoft.com/office/drawing/2014/main" id="{02B56DFF-F25A-E067-55A6-D1FE4E9450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タイトル 9">
            <a:extLst>
              <a:ext uri="{FF2B5EF4-FFF2-40B4-BE49-F238E27FC236}">
                <a16:creationId xmlns:a16="http://schemas.microsoft.com/office/drawing/2014/main" id="{85E3C469-5B23-D564-FDBF-437C3BD15853}"/>
              </a:ext>
            </a:extLst>
          </p:cNvPr>
          <p:cNvSpPr>
            <a:spLocks noGrp="1"/>
          </p:cNvSpPr>
          <p:nvPr>
            <p:ph type="title"/>
          </p:nvPr>
        </p:nvSpPr>
        <p:spPr/>
        <p:txBody>
          <a:bodyPr/>
          <a:lstStyle/>
          <a:p>
            <a:endParaRPr kumimoji="1" lang="ja-JP" altLang="en-US"/>
          </a:p>
        </p:txBody>
      </p:sp>
      <p:pic>
        <p:nvPicPr>
          <p:cNvPr id="14" name="図 13">
            <a:extLst>
              <a:ext uri="{FF2B5EF4-FFF2-40B4-BE49-F238E27FC236}">
                <a16:creationId xmlns:a16="http://schemas.microsoft.com/office/drawing/2014/main" id="{6DA8FB18-2946-6DEB-647D-8F6E045510DF}"/>
              </a:ext>
            </a:extLst>
          </p:cNvPr>
          <p:cNvPicPr>
            <a:picLocks noChangeAspect="1"/>
          </p:cNvPicPr>
          <p:nvPr/>
        </p:nvPicPr>
        <p:blipFill>
          <a:blip r:embed="rId6"/>
          <a:stretch>
            <a:fillRect/>
          </a:stretch>
        </p:blipFill>
        <p:spPr>
          <a:xfrm>
            <a:off x="0" y="115365"/>
            <a:ext cx="9144000" cy="4912770"/>
          </a:xfrm>
          <a:prstGeom prst="rect">
            <a:avLst/>
          </a:prstGeom>
        </p:spPr>
      </p:pic>
    </p:spTree>
    <p:extLst>
      <p:ext uri="{BB962C8B-B14F-4D97-AF65-F5344CB8AC3E}">
        <p14:creationId xmlns:p14="http://schemas.microsoft.com/office/powerpoint/2010/main" val="315281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72E9-3A4C-6E37-648B-A85A3E33C5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D89429-7FAA-C501-611C-DF119E1177F6}"/>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BA00D301-47FC-7C84-6FA6-2902940DE63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a:solidFill>
                  <a:schemeClr val="bg1">
                    <a:lumMod val="65000"/>
                  </a:schemeClr>
                </a:solidFill>
                <a:latin typeface="Meiryo UI"/>
                <a:ea typeface="Meiryo UI"/>
              </a:rPr>
              <a:t> 活動実績</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4037E824-A27E-B623-CB44-6C104962701E}"/>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10</a:t>
            </a:fld>
            <a:endParaRPr lang="en-US" altLang="ja-JP">
              <a:solidFill>
                <a:srgbClr val="FFFFFF"/>
              </a:solidFill>
            </a:endParaRPr>
          </a:p>
        </p:txBody>
      </p:sp>
    </p:spTree>
    <p:extLst>
      <p:ext uri="{BB962C8B-B14F-4D97-AF65-F5344CB8AC3E}">
        <p14:creationId xmlns:p14="http://schemas.microsoft.com/office/powerpoint/2010/main" val="4092255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96F6-31BE-CB23-5958-14B5E1385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F00D44-F96E-5F83-38CF-09389D4C8410}"/>
              </a:ext>
            </a:extLst>
          </p:cNvPr>
          <p:cNvSpPr>
            <a:spLocks noGrp="1"/>
          </p:cNvSpPr>
          <p:nvPr>
            <p:ph type="title"/>
          </p:nvPr>
        </p:nvSpPr>
        <p:spPr>
          <a:xfrm>
            <a:off x="113386" y="14869"/>
            <a:ext cx="7281603" cy="316706"/>
          </a:xfrm>
        </p:spPr>
        <p:txBody>
          <a:bodyPr/>
          <a:lstStyle/>
          <a:p>
            <a:r>
              <a:rPr lang="en-US" altLang="ja-JP">
                <a:solidFill>
                  <a:srgbClr val="7F7F7F"/>
                </a:solidFill>
                <a:latin typeface="Meiryo UI"/>
                <a:ea typeface="Meiryo UI"/>
              </a:rPr>
              <a:t>3. </a:t>
            </a:r>
            <a:r>
              <a:rPr lang="ja-JP" altLang="en-US">
                <a:solidFill>
                  <a:srgbClr val="7F7F7F"/>
                </a:solidFill>
                <a:latin typeface="Meiryo UI"/>
                <a:ea typeface="Meiryo UI"/>
              </a:rPr>
              <a:t>体制</a:t>
            </a:r>
          </a:p>
        </p:txBody>
      </p:sp>
      <p:sp>
        <p:nvSpPr>
          <p:cNvPr id="5" name="Rectangle 12">
            <a:extLst>
              <a:ext uri="{FF2B5EF4-FFF2-40B4-BE49-F238E27FC236}">
                <a16:creationId xmlns:a16="http://schemas.microsoft.com/office/drawing/2014/main" id="{2B93692C-6344-2195-DEEB-A709C8E521F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11</a:t>
            </a:fld>
            <a:endParaRPr lang="en-US" altLang="ja-JP">
              <a:solidFill>
                <a:srgbClr val="FFFFFF"/>
              </a:solidFill>
            </a:endParaRPr>
          </a:p>
        </p:txBody>
      </p:sp>
      <p:sp>
        <p:nvSpPr>
          <p:cNvPr id="8" name="テキスト ボックス 7">
            <a:extLst>
              <a:ext uri="{FF2B5EF4-FFF2-40B4-BE49-F238E27FC236}">
                <a16:creationId xmlns:a16="http://schemas.microsoft.com/office/drawing/2014/main" id="{2EB57A3D-2B3C-231B-5451-E2954021DEAC}"/>
              </a:ext>
            </a:extLst>
          </p:cNvPr>
          <p:cNvSpPr txBox="1"/>
          <p:nvPr/>
        </p:nvSpPr>
        <p:spPr>
          <a:xfrm>
            <a:off x="4756695" y="4530874"/>
            <a:ext cx="3939841" cy="225388"/>
          </a:xfrm>
          <a:prstGeom prst="rect">
            <a:avLst/>
          </a:prstGeom>
          <a:noFill/>
        </p:spPr>
        <p:txBody>
          <a:bodyPr wrap="none" lIns="77916" tIns="38958" rIns="77916" bIns="38958" rtlCol="0" anchor="t">
            <a:noAutofit/>
          </a:bodyPr>
          <a:lstStyle/>
          <a:p>
            <a:r>
              <a:rPr kumimoji="1" lang="ja-JP" altLang="en-US" sz="900">
                <a:latin typeface="Meiryo UI" panose="020B0604030504040204" pitchFamily="50" charset="-128"/>
                <a:ea typeface="Meiryo UI" panose="020B0604030504040204" pitchFamily="50" charset="-128"/>
                <a:cs typeface="Meiryo UI" panose="020B0604030504040204" pitchFamily="50" charset="-128"/>
              </a:rPr>
              <a:t>★は副主査</a:t>
            </a:r>
          </a:p>
        </p:txBody>
      </p:sp>
      <p:graphicFrame>
        <p:nvGraphicFramePr>
          <p:cNvPr id="3" name="表 14">
            <a:extLst>
              <a:ext uri="{FF2B5EF4-FFF2-40B4-BE49-F238E27FC236}">
                <a16:creationId xmlns:a16="http://schemas.microsoft.com/office/drawing/2014/main" id="{EC18DF6F-C7CF-30A6-E70A-2906204D493A}"/>
              </a:ext>
            </a:extLst>
          </p:cNvPr>
          <p:cNvGraphicFramePr>
            <a:graphicFrameLocks noGrp="1"/>
          </p:cNvGraphicFramePr>
          <p:nvPr/>
        </p:nvGraphicFramePr>
        <p:xfrm>
          <a:off x="493973" y="388172"/>
          <a:ext cx="4023360" cy="41832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184238">
                <a:tc gridSpan="2">
                  <a:txBody>
                    <a:bodyPr/>
                    <a:lstStyle/>
                    <a:p>
                      <a:pPr marL="0" marR="0" lvl="0" indent="0" algn="l" defTabSz="779163" rtl="0" eaLnBrk="1" fontAlgn="auto" latinLnBrk="0" hangingPunct="1">
                        <a:lnSpc>
                          <a:spcPct val="100000"/>
                        </a:lnSpc>
                        <a:spcBef>
                          <a:spcPts val="0"/>
                        </a:spcBef>
                        <a:spcAft>
                          <a:spcPts val="0"/>
                        </a:spcAft>
                        <a:buClrTx/>
                        <a:buSzTx/>
                        <a:buFontTx/>
                        <a:buNone/>
                        <a:tabLst/>
                        <a:defRPr/>
                      </a:pPr>
                      <a:r>
                        <a:rPr lang="en-US" altLang="ja-JP" sz="900" b="1">
                          <a:latin typeface="Meiryo UI"/>
                        </a:rPr>
                        <a:t>主査</a:t>
                      </a:r>
                      <a:r>
                        <a:rPr lang="ja-JP" altLang="en-US" sz="900" b="1">
                          <a:latin typeface="Meiryo UI"/>
                        </a:rPr>
                        <a:t>　（兼 </a:t>
                      </a:r>
                      <a:r>
                        <a:rPr lang="en-US" altLang="ja-JP" sz="900" b="1">
                          <a:latin typeface="Meiryo UI"/>
                        </a:rPr>
                        <a:t>分科会_AI</a:t>
                      </a:r>
                      <a:r>
                        <a:rPr lang="ja-JP" altLang="en-US" sz="900" b="1">
                          <a:latin typeface="Meiryo UI"/>
                        </a:rPr>
                        <a:t>駆動開発</a:t>
                      </a:r>
                      <a:r>
                        <a:rPr kumimoji="1" lang="ja-JP" altLang="en-US" sz="900" b="1">
                          <a:latin typeface="Meiryo UI"/>
                        </a:rPr>
                        <a:t>）</a:t>
                      </a:r>
                      <a:endParaRPr kumimoji="1" lang="en-US" altLang="ja-JP" sz="900" b="1">
                        <a:latin typeface="Meiryo UI"/>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51633">
                <a:tc>
                  <a:txBody>
                    <a:bodyPr/>
                    <a:lstStyle/>
                    <a:p>
                      <a:pPr marL="0" lvl="0" indent="0" algn="l">
                        <a:lnSpc>
                          <a:spcPct val="100000"/>
                        </a:lnSpc>
                        <a:buNone/>
                      </a:pPr>
                      <a:r>
                        <a:rPr kumimoji="1" lang="ja-JP" altLang="en-US" sz="900" b="0" i="0" u="none" strike="noStrike" kern="1200" noProof="0">
                          <a:solidFill>
                            <a:srgbClr val="000000"/>
                          </a:solidFill>
                          <a:latin typeface="Meiryo UI"/>
                          <a:ea typeface="Meiryo UI"/>
                          <a:cs typeface="+mn-cs"/>
                        </a:rPr>
                        <a:t>瀬戸　亮</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三菱電機ﾃﾞｼﾞﾀﾙｲﾉﾍﾞｰｼｮﾝ株式会社</a:t>
                      </a:r>
                      <a:endParaRPr kumimoji="1" lang="en-US" altLang="ja-JP" sz="900" b="0" i="0" u="none" strike="noStrike" kern="1200">
                        <a:solidFill>
                          <a:srgbClr val="000000"/>
                        </a:solidFill>
                        <a:latin typeface="Meiryo UI"/>
                        <a:ea typeface="Meiryo UI"/>
                        <a:cs typeface="+mn-cs"/>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6" name="表 14">
            <a:extLst>
              <a:ext uri="{FF2B5EF4-FFF2-40B4-BE49-F238E27FC236}">
                <a16:creationId xmlns:a16="http://schemas.microsoft.com/office/drawing/2014/main" id="{0DB2FBBA-AC43-1EDA-27A9-F7A42419EF30}"/>
              </a:ext>
            </a:extLst>
          </p:cNvPr>
          <p:cNvGraphicFramePr>
            <a:graphicFrameLocks noGrp="1"/>
          </p:cNvGraphicFramePr>
          <p:nvPr/>
        </p:nvGraphicFramePr>
        <p:xfrm>
          <a:off x="4714936" y="387238"/>
          <a:ext cx="4023360" cy="104580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0">
                <a:tc gridSpan="2">
                  <a:txBody>
                    <a:bodyPr/>
                    <a:lstStyle/>
                    <a:p>
                      <a:pPr>
                        <a:buNone/>
                      </a:pPr>
                      <a:r>
                        <a:rPr lang="en-US" altLang="ja-JP" sz="900" b="1">
                          <a:latin typeface="Meiryo UI"/>
                        </a:rPr>
                        <a:t>コーディネーター</a:t>
                      </a:r>
                      <a:endParaRPr kumimoji="1" lang="en-US" altLang="ja-JP" sz="900" b="1">
                        <a:latin typeface="Meiryo UI"/>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0">
                <a:tc>
                  <a:txBody>
                    <a:bodyPr/>
                    <a:lstStyle/>
                    <a:p>
                      <a:pPr lvl="0" algn="l">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谷脇　正樹</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東京海上日動ｼｽﾃﾑｽﾞ株式会社</a:t>
                      </a:r>
                      <a:endParaRPr kumimoji="1" lang="en-US" altLang="ja-JP" sz="900" b="0" i="0" u="none" strike="noStrike" kern="1200">
                        <a:solidFill>
                          <a:srgbClr val="000000"/>
                        </a:solidFill>
                        <a:latin typeface="Meiryo UI"/>
                        <a:ea typeface="Meiryo UI"/>
                        <a:cs typeface="+mn-cs"/>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0">
                <a:tc>
                  <a:txBody>
                    <a:bodyPr/>
                    <a:lstStyle/>
                    <a:p>
                      <a:pPr lvl="0" algn="l">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本島　学</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三菱重工業株式会社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72862959"/>
                  </a:ext>
                </a:extLst>
              </a:tr>
              <a:tr h="0">
                <a:tc>
                  <a:txBody>
                    <a:bodyPr/>
                    <a:lstStyle/>
                    <a:p>
                      <a:pPr lvl="0" algn="l">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髙橋　博実</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三菱</a:t>
                      </a:r>
                      <a:r>
                        <a:rPr kumimoji="1" lang="en-US" altLang="ja-JP" sz="900" b="0" i="0" u="none" strike="noStrike" kern="1200" noProof="0">
                          <a:solidFill>
                            <a:srgbClr val="000000"/>
                          </a:solidFill>
                          <a:latin typeface="Meiryo UI"/>
                          <a:ea typeface="Meiryo UI"/>
                          <a:cs typeface="+mn-cs"/>
                        </a:rPr>
                        <a:t>UFJ</a:t>
                      </a:r>
                      <a:r>
                        <a:rPr kumimoji="1" lang="ja-JP" altLang="en-US" sz="900" b="0" i="0" u="none" strike="noStrike" kern="1200" noProof="0">
                          <a:solidFill>
                            <a:srgbClr val="000000"/>
                          </a:solidFill>
                          <a:latin typeface="Meiryo UI"/>
                          <a:ea typeface="Meiryo UI"/>
                          <a:cs typeface="+mn-cs"/>
                        </a:rPr>
                        <a:t>ｲﾝﾌｫﾒｰｼｮﾝﾃｸﾉﾛｼﾞｰ株式会社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2357304374"/>
                  </a:ext>
                </a:extLst>
              </a:tr>
              <a:tr h="0">
                <a:tc>
                  <a:txBody>
                    <a:bodyPr/>
                    <a:lstStyle/>
                    <a:p>
                      <a:pPr lvl="0" algn="l">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辻岡　哲夫</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三菱</a:t>
                      </a:r>
                      <a:r>
                        <a:rPr kumimoji="1" lang="en-US" altLang="ja-JP" sz="900" b="0" i="0" u="none" strike="noStrike" kern="1200">
                          <a:solidFill>
                            <a:srgbClr val="000000"/>
                          </a:solidFill>
                          <a:latin typeface="Meiryo UI"/>
                          <a:ea typeface="Meiryo UI"/>
                          <a:cs typeface="+mn-cs"/>
                        </a:rPr>
                        <a:t>UFJ</a:t>
                      </a:r>
                      <a:r>
                        <a:rPr kumimoji="1" lang="ja-JP" altLang="en-US" sz="900" b="0" i="0" u="none" strike="noStrike" kern="1200">
                          <a:solidFill>
                            <a:srgbClr val="000000"/>
                          </a:solidFill>
                          <a:latin typeface="Meiryo UI"/>
                          <a:ea typeface="Meiryo UI"/>
                          <a:cs typeface="+mn-cs"/>
                        </a:rPr>
                        <a:t>信託銀行株式会社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6193427"/>
                  </a:ext>
                </a:extLst>
              </a:tr>
            </a:tbl>
          </a:graphicData>
        </a:graphic>
      </p:graphicFrame>
      <p:graphicFrame>
        <p:nvGraphicFramePr>
          <p:cNvPr id="9" name="表 14">
            <a:extLst>
              <a:ext uri="{FF2B5EF4-FFF2-40B4-BE49-F238E27FC236}">
                <a16:creationId xmlns:a16="http://schemas.microsoft.com/office/drawing/2014/main" id="{D0A2CC2F-E126-64DD-32A4-1C5F3361211B}"/>
              </a:ext>
            </a:extLst>
          </p:cNvPr>
          <p:cNvGraphicFramePr>
            <a:graphicFrameLocks noGrp="1"/>
          </p:cNvGraphicFramePr>
          <p:nvPr/>
        </p:nvGraphicFramePr>
        <p:xfrm>
          <a:off x="493973" y="861810"/>
          <a:ext cx="4023358" cy="2091600"/>
        </p:xfrm>
        <a:graphic>
          <a:graphicData uri="http://schemas.openxmlformats.org/drawingml/2006/table">
            <a:tbl>
              <a:tblPr firstRow="1" bandRow="1">
                <a:tableStyleId>{2D5ABB26-0587-4C30-8999-92F81FD0307C}</a:tableStyleId>
              </a:tblPr>
              <a:tblGrid>
                <a:gridCol w="1364287">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133814">
                <a:tc gridSpan="2">
                  <a:txBody>
                    <a:bodyPr/>
                    <a:lstStyle/>
                    <a:p>
                      <a:pPr>
                        <a:buNone/>
                      </a:pPr>
                      <a:r>
                        <a:rPr lang="en-US" altLang="ja-JP" sz="900" b="1">
                          <a:latin typeface="Meiryo UI"/>
                        </a:rPr>
                        <a:t>分科会_AI-Readyコンテキスト</a:t>
                      </a:r>
                      <a:r>
                        <a:rPr lang="ja-JP" altLang="en-US" sz="900" b="1">
                          <a:latin typeface="Meiryo UI"/>
                        </a:rPr>
                        <a:t>基盤</a:t>
                      </a:r>
                      <a:endParaRPr kumimoji="1" lang="en-US" altLang="ja-JP" sz="900" b="1">
                        <a:latin typeface="Meiryo UI"/>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03477">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池田　梨乃</a:t>
                      </a:r>
                      <a:endParaRPr lang="en-US" altLang="ja-JP" sz="900"/>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900" b="0" i="0" u="none" strike="noStrike" noProof="0">
                          <a:solidFill>
                            <a:srgbClr val="000000"/>
                          </a:solidFill>
                          <a:latin typeface="Meiryo UI"/>
                          <a:ea typeface="Meiryo UI"/>
                        </a:rPr>
                        <a:t>ENEOSﾎｰﾙﾃﾞｨﾝｸﾞｽ株式会社</a:t>
                      </a:r>
                      <a:endParaRPr lang="en-US" altLang="ja-JP" sz="900">
                        <a:latin typeface="Meiryo UI"/>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124893">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石川　達也</a:t>
                      </a:r>
                      <a:endParaRPr lang="en-US" altLang="ja-JP" sz="900"/>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東京海上日動ｼｽ</a:t>
                      </a:r>
                      <a:r>
                        <a:rPr lang="ja-JP" sz="900" b="0" i="0" u="none" strike="noStrike" baseline="0" noProof="0">
                          <a:solidFill>
                            <a:srgbClr val="000000"/>
                          </a:solidFill>
                          <a:latin typeface="Meiryo UI"/>
                          <a:ea typeface="Meiryo UI"/>
                        </a:rPr>
                        <a:t>ﾃ</a:t>
                      </a:r>
                      <a:r>
                        <a:rPr lang="ja-JP" altLang="en-US" sz="900" b="0" i="0" u="none" strike="noStrike" baseline="0" noProof="0">
                          <a:solidFill>
                            <a:srgbClr val="000000"/>
                          </a:solidFill>
                          <a:latin typeface="Meiryo UI"/>
                          <a:ea typeface="Meiryo UI"/>
                        </a:rPr>
                        <a:t>ﾑｽ</a:t>
                      </a:r>
                      <a:r>
                        <a:rPr lang="ja-JP" sz="900" b="0" i="0" u="none" strike="noStrike" baseline="0" noProof="0">
                          <a:solidFill>
                            <a:srgbClr val="000000"/>
                          </a:solidFill>
                          <a:latin typeface="Meiryo UI"/>
                          <a:ea typeface="Meiryo UI"/>
                        </a:rPr>
                        <a:t>ﾞ株式会社</a:t>
                      </a:r>
                      <a:endParaRPr lang="en-US" sz="900" baseline="0"/>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熊澤　里映</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三菱</a:t>
                      </a:r>
                      <a:r>
                        <a:rPr lang="ja-JP" altLang="en-US" sz="900" b="0" i="0" u="none" strike="noStrike" baseline="0" noProof="0">
                          <a:solidFill>
                            <a:srgbClr val="000000"/>
                          </a:solidFill>
                          <a:latin typeface="Meiryo UI"/>
                          <a:ea typeface="Meiryo UI"/>
                        </a:rPr>
                        <a:t>重工業</a:t>
                      </a:r>
                      <a:r>
                        <a:rPr lang="ja-JP" sz="900" b="0" i="0" u="none" strike="noStrike" baseline="0" noProof="0">
                          <a:solidFill>
                            <a:srgbClr val="000000"/>
                          </a:solidFill>
                          <a:latin typeface="Meiryo UI"/>
                          <a:ea typeface="Meiryo UI"/>
                        </a:rPr>
                        <a:t>株式会社</a:t>
                      </a:r>
                      <a:endParaRPr lang="en-US" sz="900" baseline="0"/>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018112181"/>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竹並　浩和</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三菱</a:t>
                      </a:r>
                      <a:r>
                        <a:rPr lang="ja-JP" altLang="en-US" sz="900" b="0" i="0" u="none" strike="noStrike" baseline="0" noProof="0">
                          <a:solidFill>
                            <a:srgbClr val="000000"/>
                          </a:solidFill>
                          <a:latin typeface="Meiryo UI"/>
                          <a:ea typeface="Meiryo UI"/>
                        </a:rPr>
                        <a:t>電機ﾃﾞｼﾞﾀﾙｲﾉﾍﾞｰｼｮﾝ</a:t>
                      </a:r>
                      <a:r>
                        <a:rPr lang="ja-JP" sz="900" b="0" i="0" u="none" strike="noStrike" baseline="0" noProof="0">
                          <a:solidFill>
                            <a:srgbClr val="000000"/>
                          </a:solidFill>
                          <a:latin typeface="Meiryo UI"/>
                          <a:ea typeface="Meiryo UI"/>
                        </a:rPr>
                        <a:t>株式会社</a:t>
                      </a:r>
                      <a:endParaRPr lang="en-US" sz="900" baseline="0"/>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55614951"/>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大</a:t>
                      </a:r>
                      <a:r>
                        <a:rPr lang="ja-JP" sz="900" b="0" i="0" u="none" strike="noStrike" baseline="0" noProof="0">
                          <a:solidFill>
                            <a:srgbClr val="000000"/>
                          </a:solidFill>
                          <a:latin typeface="Meiryo UI"/>
                          <a:ea typeface="Meiryo UI"/>
                        </a:rPr>
                        <a:t>野　</a:t>
                      </a:r>
                      <a:r>
                        <a:rPr lang="ja-JP" altLang="en-US" sz="900" b="0" i="0" u="none" strike="noStrike" baseline="0" noProof="0">
                          <a:solidFill>
                            <a:srgbClr val="000000"/>
                          </a:solidFill>
                          <a:latin typeface="Meiryo UI"/>
                          <a:ea typeface="Meiryo UI"/>
                        </a:rPr>
                        <a:t>勇輝</a:t>
                      </a:r>
                      <a:endParaRPr lang="ja-JP" altLang="en-US" sz="900" b="0" i="0" u="none" strike="noStrike" noProof="0">
                        <a:solidFill>
                          <a:srgbClr val="000000"/>
                        </a:solidFill>
                        <a:latin typeface="Meiryo UI"/>
                        <a:ea typeface="Meiryo UI"/>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三菱</a:t>
                      </a:r>
                      <a:r>
                        <a:rPr lang="ja-JP" altLang="en-US" sz="900" b="0" i="0" u="none" strike="noStrike" baseline="0" noProof="0">
                          <a:solidFill>
                            <a:srgbClr val="000000"/>
                          </a:solidFill>
                          <a:latin typeface="Meiryo UI"/>
                          <a:ea typeface="Meiryo UI"/>
                        </a:rPr>
                        <a:t>電機ﾃﾞｼﾞﾀﾙｲﾉﾍﾞｰｼｮﾝ</a:t>
                      </a:r>
                      <a:r>
                        <a:rPr lang="ja-JP" sz="900" b="0" i="0" u="none" strike="noStrike" baseline="0" noProof="0">
                          <a:solidFill>
                            <a:srgbClr val="000000"/>
                          </a:solidFill>
                          <a:latin typeface="Meiryo UI"/>
                          <a:ea typeface="Meiryo UI"/>
                        </a:rPr>
                        <a:t>株式会社</a:t>
                      </a:r>
                      <a:endParaRPr lang="en-US" sz="900" baseline="0"/>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264134968"/>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馬　浩成　 </a:t>
                      </a:r>
                      <a:r>
                        <a:rPr lang="ja-JP" sz="900" b="0" i="0" u="none" strike="noStrike" baseline="0" noProof="0">
                          <a:solidFill>
                            <a:srgbClr val="000000"/>
                          </a:solidFill>
                          <a:latin typeface="Meiryo UI"/>
                          <a:ea typeface="Meiryo UI"/>
                        </a:rPr>
                        <a:t>★</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三菱UFJｲﾝﾌｫﾒｰｼｮﾝﾃ</a:t>
                      </a:r>
                      <a:r>
                        <a:rPr lang="ja-JP" altLang="en-US" sz="900" b="0" i="0" u="none" strike="noStrike" baseline="0" noProof="0">
                          <a:solidFill>
                            <a:srgbClr val="000000"/>
                          </a:solidFill>
                          <a:latin typeface="Meiryo UI"/>
                          <a:ea typeface="Meiryo UI"/>
                        </a:rPr>
                        <a:t>ｸﾉﾛｼﾞｰ</a:t>
                      </a:r>
                      <a:r>
                        <a:rPr lang="ja-JP" sz="900" b="0" i="0" u="none" strike="noStrike" baseline="0" noProof="0">
                          <a:solidFill>
                            <a:srgbClr val="000000"/>
                          </a:solidFill>
                          <a:latin typeface="Meiryo UI"/>
                          <a:ea typeface="Meiryo UI"/>
                        </a:rPr>
                        <a:t>株式会社</a:t>
                      </a:r>
                      <a:endParaRPr lang="en-US" sz="900" baseline="0"/>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572658308"/>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佐々木　龍生</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sz="900" b="0" i="0" u="none" strike="noStrike" noProof="0">
                          <a:solidFill>
                            <a:srgbClr val="000000"/>
                          </a:solidFill>
                          <a:latin typeface="Meiryo UI"/>
                          <a:ea typeface="Meiryo UI"/>
                        </a:rPr>
                        <a:t>三菱UFJ信託銀行株式会社</a:t>
                      </a:r>
                      <a:endParaRPr lang="en-US" altLang="ja-JP" sz="900">
                        <a:latin typeface="Meiryo UI"/>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764676296"/>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本澤　康光</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三菱UFJ</a:t>
                      </a:r>
                      <a:r>
                        <a:rPr lang="ja-JP" altLang="en-US" sz="900" b="0" i="0" u="none" strike="noStrike" baseline="0" noProof="0">
                          <a:solidFill>
                            <a:srgbClr val="000000"/>
                          </a:solidFill>
                          <a:latin typeface="Meiryo UI"/>
                          <a:ea typeface="Meiryo UI"/>
                        </a:rPr>
                        <a:t>信託銀行</a:t>
                      </a:r>
                      <a:r>
                        <a:rPr lang="ja-JP" sz="900" b="0" i="0" u="none" strike="noStrike" baseline="0" noProof="0">
                          <a:solidFill>
                            <a:srgbClr val="000000"/>
                          </a:solidFill>
                          <a:latin typeface="Meiryo UI"/>
                          <a:ea typeface="Meiryo UI"/>
                        </a:rPr>
                        <a:t>株式会社</a:t>
                      </a:r>
                      <a:endParaRPr lang="en-US" sz="900" baseline="0"/>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2877773790"/>
                  </a:ext>
                </a:extLst>
              </a:tr>
              <a:tr h="124893">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芝原　銀河</a:t>
                      </a:r>
                      <a:endParaRPr lang="en-US" altLang="ja-JP" sz="900"/>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ja-JP" sz="900" b="0" i="0" u="none" strike="noStrike" baseline="0" noProof="0">
                          <a:solidFill>
                            <a:srgbClr val="000000"/>
                          </a:solidFill>
                          <a:latin typeface="Meiryo UI"/>
                          <a:ea typeface="Meiryo UI"/>
                        </a:rPr>
                        <a:t>明治安田</a:t>
                      </a:r>
                      <a:r>
                        <a:rPr lang="ja-JP" altLang="en-US" sz="900" b="0" i="0" u="none" strike="noStrike" baseline="0" noProof="0">
                          <a:solidFill>
                            <a:srgbClr val="000000"/>
                          </a:solidFill>
                          <a:latin typeface="Meiryo UI"/>
                          <a:ea typeface="Meiryo UI"/>
                        </a:rPr>
                        <a:t>生命保険相互</a:t>
                      </a:r>
                      <a:r>
                        <a:rPr lang="ja-JP" sz="900" b="0" i="0" u="none" strike="noStrike" baseline="0" noProof="0">
                          <a:solidFill>
                            <a:srgbClr val="000000"/>
                          </a:solidFill>
                          <a:latin typeface="Meiryo UI"/>
                          <a:ea typeface="Meiryo UI"/>
                        </a:rPr>
                        <a:t>会社</a:t>
                      </a:r>
                      <a:endParaRPr lang="en-US" sz="900" baseline="0"/>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14" name="表 14">
            <a:extLst>
              <a:ext uri="{FF2B5EF4-FFF2-40B4-BE49-F238E27FC236}">
                <a16:creationId xmlns:a16="http://schemas.microsoft.com/office/drawing/2014/main" id="{81CF28A4-EEDB-E592-71A3-5D2C5757D04E}"/>
              </a:ext>
            </a:extLst>
          </p:cNvPr>
          <p:cNvGraphicFramePr>
            <a:graphicFrameLocks noGrp="1"/>
          </p:cNvGraphicFramePr>
          <p:nvPr/>
        </p:nvGraphicFramePr>
        <p:xfrm>
          <a:off x="4714937" y="1488701"/>
          <a:ext cx="4023359" cy="1673280"/>
        </p:xfrm>
        <a:graphic>
          <a:graphicData uri="http://schemas.openxmlformats.org/drawingml/2006/table">
            <a:tbl>
              <a:tblPr firstRow="1" bandRow="1">
                <a:tableStyleId>{2D5ABB26-0587-4C30-8999-92F81FD0307C}</a:tableStyleId>
              </a:tblPr>
              <a:tblGrid>
                <a:gridCol w="1371138">
                  <a:extLst>
                    <a:ext uri="{9D8B030D-6E8A-4147-A177-3AD203B41FA5}">
                      <a16:colId xmlns:a16="http://schemas.microsoft.com/office/drawing/2014/main" val="1243215657"/>
                    </a:ext>
                  </a:extLst>
                </a:gridCol>
                <a:gridCol w="2652221">
                  <a:extLst>
                    <a:ext uri="{9D8B030D-6E8A-4147-A177-3AD203B41FA5}">
                      <a16:colId xmlns:a16="http://schemas.microsoft.com/office/drawing/2014/main" val="817759694"/>
                    </a:ext>
                  </a:extLst>
                </a:gridCol>
              </a:tblGrid>
              <a:tr h="111634">
                <a:tc gridSpan="2">
                  <a:txBody>
                    <a:bodyPr/>
                    <a:lstStyle/>
                    <a:p>
                      <a:pPr>
                        <a:buNone/>
                      </a:pPr>
                      <a:r>
                        <a:rPr lang="en-US" altLang="ja-JP" sz="900" b="1">
                          <a:latin typeface="Meiryo UI"/>
                        </a:rPr>
                        <a:t>分科会_AI</a:t>
                      </a:r>
                      <a:r>
                        <a:rPr lang="ja-JP" altLang="en-US" sz="900" b="1">
                          <a:latin typeface="Meiryo UI"/>
                        </a:rPr>
                        <a:t>品質保証</a:t>
                      </a:r>
                      <a:endParaRPr kumimoji="1" lang="en-US" altLang="ja-JP" sz="900" b="1">
                        <a:latin typeface="Meiryo UI"/>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11634">
                <a:tc>
                  <a:txBody>
                    <a:bodyPr/>
                    <a:lstStyle/>
                    <a:p>
                      <a:pPr marL="0" marR="0" lvl="0" indent="0" algn="l" defTabSz="77916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noProof="0">
                          <a:solidFill>
                            <a:srgbClr val="000000"/>
                          </a:solidFill>
                          <a:latin typeface="Meiryo UI"/>
                          <a:ea typeface="Meiryo UI"/>
                          <a:cs typeface="+mn-cs"/>
                        </a:rPr>
                        <a:t>海老名　喜直</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altLang="ja-JP" sz="900" b="0" i="0" u="none" strike="noStrike" noProof="0">
                          <a:solidFill>
                            <a:srgbClr val="000000"/>
                          </a:solidFill>
                          <a:latin typeface="Meiryo UI"/>
                          <a:ea typeface="Meiryo UI"/>
                        </a:rPr>
                        <a:t>三菱UFJﾄﾗｽﾄｼｽﾃﾑ株式会社</a:t>
                      </a:r>
                      <a:endParaRPr lang="en-US" altLang="ja-JP" sz="900"/>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111634">
                <a:tc>
                  <a:txBody>
                    <a:bodyPr/>
                    <a:lstStyle/>
                    <a:p>
                      <a:pPr marL="0" marR="0" lvl="0" indent="0" algn="l" defTabSz="779163" rtl="0" eaLnBrk="1" fontAlgn="auto" latinLnBrk="0" hangingPunct="1">
                        <a:lnSpc>
                          <a:spcPct val="100000"/>
                        </a:lnSpc>
                        <a:spcBef>
                          <a:spcPts val="0"/>
                        </a:spcBef>
                        <a:spcAft>
                          <a:spcPts val="0"/>
                        </a:spcAft>
                        <a:buClrTx/>
                        <a:buSzTx/>
                        <a:buFontTx/>
                        <a:buNone/>
                        <a:tabLst/>
                        <a:defRPr/>
                      </a:pPr>
                      <a:r>
                        <a:rPr kumimoji="1" sz="900" b="0" i="0" u="none" strike="noStrike" kern="1200">
                          <a:solidFill>
                            <a:srgbClr val="000000"/>
                          </a:solidFill>
                          <a:latin typeface="Meiryo UI"/>
                          <a:ea typeface="Meiryo UI"/>
                          <a:cs typeface="+mn-cs"/>
                        </a:rPr>
                        <a:t>土山　啓汰</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marL="0" marR="0" lvl="0" indent="0" algn="l" defTabSz="779163" rtl="0" eaLnBrk="1" fontAlgn="auto" latinLnBrk="0" hangingPunct="1">
                        <a:lnSpc>
                          <a:spcPct val="100000"/>
                        </a:lnSpc>
                        <a:spcBef>
                          <a:spcPts val="0"/>
                        </a:spcBef>
                        <a:spcAft>
                          <a:spcPts val="0"/>
                        </a:spcAft>
                        <a:buClrTx/>
                        <a:buSzTx/>
                        <a:buFontTx/>
                        <a:buNone/>
                        <a:tabLst/>
                        <a:defRPr/>
                      </a:pPr>
                      <a:r>
                        <a:rPr kumimoji="1" sz="900" b="0" i="0" u="none" strike="noStrike" kern="1200">
                          <a:solidFill>
                            <a:srgbClr val="000000"/>
                          </a:solidFill>
                          <a:latin typeface="Meiryo UI"/>
                          <a:ea typeface="Meiryo UI"/>
                          <a:cs typeface="+mn-cs"/>
                        </a:rPr>
                        <a:t>三菱電機</a:t>
                      </a:r>
                      <a:r>
                        <a:rPr kumimoji="1" lang="ja-JP" altLang="en-US" sz="900" b="0" i="0" u="none" strike="noStrike" kern="1200">
                          <a:solidFill>
                            <a:srgbClr val="000000"/>
                          </a:solidFill>
                          <a:latin typeface="Meiryo UI"/>
                          <a:ea typeface="Meiryo UI"/>
                          <a:cs typeface="+mn-cs"/>
                        </a:rPr>
                        <a:t>ｿﾌﾄｳｴｱ</a:t>
                      </a:r>
                      <a:r>
                        <a:rPr kumimoji="1" sz="900" b="0" i="0" u="none" strike="noStrike" kern="1200">
                          <a:solidFill>
                            <a:srgbClr val="000000"/>
                          </a:solidFill>
                          <a:latin typeface="Meiryo UI"/>
                          <a:ea typeface="Meiryo UI"/>
                          <a:cs typeface="+mn-cs"/>
                        </a:rPr>
                        <a:t>株式会社</a:t>
                      </a:r>
                      <a:endParaRPr kumimoji="1" lang="en-US" altLang="ja-JP" sz="900" b="0" i="0" u="none" strike="noStrike" kern="1200">
                        <a:solidFill>
                          <a:srgbClr val="000000"/>
                        </a:solidFill>
                        <a:latin typeface="Meiryo UI"/>
                        <a:ea typeface="Meiryo UI"/>
                        <a:cs typeface="+mn-cs"/>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3487041153"/>
                  </a:ext>
                </a:extLst>
              </a:tr>
              <a:tr h="111634">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中島　健太</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東京海上日動</a:t>
                      </a:r>
                      <a:r>
                        <a:rPr kumimoji="1" lang="ja-JP" altLang="en-US" sz="900" b="0" i="0" u="none" strike="noStrike" kern="1200">
                          <a:solidFill>
                            <a:srgbClr val="000000"/>
                          </a:solidFill>
                          <a:latin typeface="Meiryo UI"/>
                          <a:ea typeface="Meiryo UI"/>
                          <a:cs typeface="+mn-cs"/>
                        </a:rPr>
                        <a:t>ｼｽﾃﾑｽﾞ</a:t>
                      </a:r>
                      <a:r>
                        <a:rPr kumimoji="1" sz="900" b="0" i="0" u="none" strike="noStrike" kern="1200">
                          <a:solidFill>
                            <a:srgbClr val="000000"/>
                          </a:solidFill>
                          <a:latin typeface="Meiryo UI"/>
                          <a:ea typeface="Meiryo UI"/>
                          <a:cs typeface="+mn-cs"/>
                        </a:rPr>
                        <a:t>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3107396575"/>
                  </a:ext>
                </a:extLst>
              </a:tr>
              <a:tr h="111634">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福島　大翔</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三菱地所IT</a:t>
                      </a:r>
                      <a:r>
                        <a:rPr kumimoji="1" lang="ja-JP" altLang="en-US" sz="900" b="0" i="0" u="none" strike="noStrike" kern="1200">
                          <a:solidFill>
                            <a:srgbClr val="000000"/>
                          </a:solidFill>
                          <a:latin typeface="Meiryo UI"/>
                          <a:ea typeface="Meiryo UI"/>
                          <a:cs typeface="+mn-cs"/>
                        </a:rPr>
                        <a:t>ｿﾘｭｰｼｮﾝｽﾞ</a:t>
                      </a:r>
                      <a:r>
                        <a:rPr kumimoji="1" sz="900" b="0" i="0" u="none" strike="noStrike" kern="1200">
                          <a:solidFill>
                            <a:srgbClr val="000000"/>
                          </a:solidFill>
                          <a:latin typeface="Meiryo UI"/>
                          <a:ea typeface="Meiryo UI"/>
                          <a:cs typeface="+mn-cs"/>
                        </a:rPr>
                        <a:t>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148194135"/>
                  </a:ext>
                </a:extLst>
              </a:tr>
              <a:tr h="111634">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本多　一成</a:t>
                      </a:r>
                      <a:r>
                        <a:rPr kumimoji="1" lang="ja-JP" altLang="en-US" sz="900" b="0" i="0" u="none" strike="noStrike" kern="1200">
                          <a:solidFill>
                            <a:srgbClr val="000000"/>
                          </a:solidFill>
                          <a:latin typeface="Meiryo UI"/>
                          <a:ea typeface="Meiryo UI"/>
                          <a:cs typeface="+mn-cs"/>
                        </a:rPr>
                        <a:t>　★</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三菱UFJ</a:t>
                      </a:r>
                      <a:r>
                        <a:rPr kumimoji="1" lang="ja-JP" altLang="en-US" sz="900" b="0" i="0" u="none" strike="noStrike" kern="1200">
                          <a:solidFill>
                            <a:srgbClr val="000000"/>
                          </a:solidFill>
                          <a:latin typeface="Meiryo UI"/>
                          <a:ea typeface="Meiryo UI"/>
                          <a:cs typeface="+mn-cs"/>
                        </a:rPr>
                        <a:t>ﾄﾗｽﾄｼｽﾃﾑ</a:t>
                      </a:r>
                      <a:r>
                        <a:rPr kumimoji="1" sz="900" b="0" i="0" u="none" strike="noStrike" kern="1200">
                          <a:solidFill>
                            <a:srgbClr val="000000"/>
                          </a:solidFill>
                          <a:latin typeface="Meiryo UI"/>
                          <a:ea typeface="Meiryo UI"/>
                          <a:cs typeface="+mn-cs"/>
                        </a:rPr>
                        <a:t>株式会社</a:t>
                      </a:r>
                      <a:endParaRPr kumimoji="1" lang="en-US" altLang="ja-JP" sz="900" b="0" i="0" u="none" strike="noStrike" kern="1200">
                        <a:solidFill>
                          <a:srgbClr val="000000"/>
                        </a:solidFill>
                        <a:latin typeface="Meiryo UI"/>
                        <a:ea typeface="Meiryo UI"/>
                        <a:cs typeface="+mn-cs"/>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111634">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本田　剛史</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三菱電機</a:t>
                      </a:r>
                      <a:r>
                        <a:rPr kumimoji="1" lang="ja-JP" altLang="en-US" sz="900" b="0" i="0" u="none" strike="noStrike" kern="1200">
                          <a:solidFill>
                            <a:srgbClr val="000000"/>
                          </a:solidFill>
                          <a:latin typeface="Meiryo UI"/>
                          <a:ea typeface="Meiryo UI"/>
                          <a:cs typeface="+mn-cs"/>
                        </a:rPr>
                        <a:t>ｿﾌﾄｳｴｱ</a:t>
                      </a:r>
                      <a:r>
                        <a:rPr kumimoji="1" sz="900" b="0" i="0" u="none" strike="noStrike" kern="1200">
                          <a:solidFill>
                            <a:srgbClr val="000000"/>
                          </a:solidFill>
                          <a:latin typeface="Meiryo UI"/>
                          <a:ea typeface="Meiryo UI"/>
                          <a:cs typeface="+mn-cs"/>
                        </a:rPr>
                        <a:t>株式会社</a:t>
                      </a:r>
                      <a:endParaRPr kumimoji="1" lang="en-US" altLang="ja-JP" sz="900" b="0" i="0" u="none" strike="noStrike" kern="1200">
                        <a:solidFill>
                          <a:srgbClr val="000000"/>
                        </a:solidFill>
                        <a:latin typeface="Meiryo UI"/>
                        <a:ea typeface="Meiryo UI"/>
                        <a:cs typeface="+mn-cs"/>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111634">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増田　絵理</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sz="900" b="0" i="0" u="none" strike="noStrike" kern="1200">
                          <a:solidFill>
                            <a:srgbClr val="000000"/>
                          </a:solidFill>
                          <a:latin typeface="Meiryo UI"/>
                          <a:ea typeface="Meiryo UI"/>
                          <a:cs typeface="+mn-cs"/>
                        </a:rPr>
                        <a:t>三菱UFJ</a:t>
                      </a:r>
                      <a:r>
                        <a:rPr kumimoji="1" lang="ja-JP" altLang="en-US" sz="900" b="0" i="0" u="none" strike="noStrike" kern="1200">
                          <a:solidFill>
                            <a:srgbClr val="000000"/>
                          </a:solidFill>
                          <a:latin typeface="Meiryo UI"/>
                          <a:ea typeface="Meiryo UI"/>
                          <a:cs typeface="+mn-cs"/>
                        </a:rPr>
                        <a:t>ｲﾝﾌｫﾒｰｼｮﾝﾃｸﾉﾛｼﾞｰ</a:t>
                      </a:r>
                      <a:r>
                        <a:rPr kumimoji="1" sz="900" b="0" i="0" u="none" strike="noStrike" kern="1200">
                          <a:solidFill>
                            <a:srgbClr val="000000"/>
                          </a:solidFill>
                          <a:latin typeface="Meiryo UI"/>
                          <a:ea typeface="Meiryo UI"/>
                          <a:cs typeface="+mn-cs"/>
                        </a:rPr>
                        <a:t>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167200"/>
                  </a:ext>
                </a:extLst>
              </a:tr>
            </a:tbl>
          </a:graphicData>
        </a:graphic>
      </p:graphicFrame>
      <p:graphicFrame>
        <p:nvGraphicFramePr>
          <p:cNvPr id="4" name="表 14">
            <a:extLst>
              <a:ext uri="{FF2B5EF4-FFF2-40B4-BE49-F238E27FC236}">
                <a16:creationId xmlns:a16="http://schemas.microsoft.com/office/drawing/2014/main" id="{1F099318-8408-F823-37D5-7532CD2FB5EF}"/>
              </a:ext>
            </a:extLst>
          </p:cNvPr>
          <p:cNvGraphicFramePr>
            <a:graphicFrameLocks noGrp="1"/>
          </p:cNvGraphicFramePr>
          <p:nvPr/>
        </p:nvGraphicFramePr>
        <p:xfrm>
          <a:off x="4714937" y="3217644"/>
          <a:ext cx="4023359" cy="1254960"/>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115819">
                <a:tc gridSpan="2">
                  <a:txBody>
                    <a:bodyPr/>
                    <a:lstStyle/>
                    <a:p>
                      <a:pPr lvl="0">
                        <a:buNone/>
                      </a:pPr>
                      <a:r>
                        <a:rPr lang="en-US" sz="900" b="1" i="0" u="none" strike="noStrike" noProof="0">
                          <a:solidFill>
                            <a:srgbClr val="000000"/>
                          </a:solidFill>
                          <a:latin typeface="Meiryo UI"/>
                        </a:rPr>
                        <a:t>分科会_</a:t>
                      </a:r>
                      <a:r>
                        <a:rPr lang="en-US" altLang="ja-JP" sz="900" b="1" i="0" u="none" strike="noStrike" noProof="0">
                          <a:solidFill>
                            <a:srgbClr val="000000"/>
                          </a:solidFill>
                          <a:latin typeface="Meiryo UI"/>
                        </a:rPr>
                        <a:t>AI</a:t>
                      </a:r>
                      <a:r>
                        <a:rPr lang="ja-JP" altLang="en-US" sz="900" b="1" i="0" u="none" strike="noStrike" noProof="0">
                          <a:solidFill>
                            <a:srgbClr val="000000"/>
                          </a:solidFill>
                          <a:latin typeface="Meiryo UI"/>
                        </a:rPr>
                        <a:t>開発マネジメント</a:t>
                      </a:r>
                      <a:endParaRPr kumimoji="1" lang="en-US" sz="900" b="1" i="0" u="none" strike="noStrike" noProof="0">
                        <a:solidFill>
                          <a:srgbClr val="000000"/>
                        </a:solidFill>
                        <a:latin typeface="Meiryo UI"/>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15819">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和田　由惟</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zh-CN" altLang="en-US" sz="900" b="0" i="0" u="none" strike="noStrike" noProof="0">
                          <a:solidFill>
                            <a:srgbClr val="000000"/>
                          </a:solidFill>
                          <a:latin typeface="Meiryo UI"/>
                          <a:ea typeface="Meiryo UI"/>
                        </a:rPr>
                        <a:t>三菱</a:t>
                      </a:r>
                      <a:r>
                        <a:rPr lang="en-US" altLang="zh-CN" sz="900" b="0" i="0" u="none" strike="noStrike" noProof="0">
                          <a:solidFill>
                            <a:srgbClr val="000000"/>
                          </a:solidFill>
                          <a:latin typeface="Meiryo UI"/>
                          <a:ea typeface="Meiryo UI"/>
                        </a:rPr>
                        <a:t>UFJ</a:t>
                      </a:r>
                      <a:r>
                        <a:rPr lang="zh-CN" altLang="en-US" sz="900" b="0" i="0" u="none" strike="noStrike" noProof="0">
                          <a:solidFill>
                            <a:srgbClr val="000000"/>
                          </a:solidFill>
                          <a:latin typeface="Meiryo UI"/>
                          <a:ea typeface="Meiryo UI"/>
                        </a:rPr>
                        <a:t>ﾄﾗｽﾄｼｽﾃﾑ株式会社</a:t>
                      </a: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115819">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斉藤　勇太</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明治安田生命保険相互会社</a:t>
                      </a:r>
                      <a:endParaRPr kumimoji="1" lang="en-US" altLang="ja-JP" sz="900" b="0" i="0" u="none" strike="noStrike" kern="1200">
                        <a:solidFill>
                          <a:srgbClr val="000000"/>
                        </a:solidFill>
                        <a:latin typeface="Meiryo UI"/>
                        <a:ea typeface="Meiryo UI"/>
                        <a:cs typeface="+mn-cs"/>
                      </a:endParaRP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115819">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noProof="0">
                          <a:solidFill>
                            <a:srgbClr val="000000"/>
                          </a:solidFill>
                          <a:latin typeface="Meiryo UI"/>
                          <a:ea typeface="Meiryo UI"/>
                          <a:cs typeface="+mn-cs"/>
                        </a:rPr>
                        <a:t>大原　笙平</a:t>
                      </a:r>
                      <a:endParaRPr kumimoji="1" lang="en-US" altLang="ja-JP" sz="900" b="0" i="0" u="none" strike="noStrike" kern="1200">
                        <a:solidFill>
                          <a:srgbClr val="000000"/>
                        </a:solidFill>
                        <a:latin typeface="Meiryo UI"/>
                        <a:ea typeface="Meiryo UI"/>
                        <a:cs typeface="+mn-cs"/>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altLang="en-US" sz="900" b="0" i="0" u="none" strike="noStrike" noProof="0">
                          <a:solidFill>
                            <a:srgbClr val="000000"/>
                          </a:solidFill>
                          <a:latin typeface="Meiryo UI"/>
                          <a:ea typeface="Meiryo UI"/>
                        </a:rPr>
                        <a:t>株式会社三菱</a:t>
                      </a:r>
                      <a:r>
                        <a:rPr lang="en-US" altLang="ja-JP" sz="900" b="0" i="0" u="none" strike="noStrike" noProof="0">
                          <a:solidFill>
                            <a:srgbClr val="000000"/>
                          </a:solidFill>
                          <a:latin typeface="Meiryo UI"/>
                          <a:ea typeface="Meiryo UI"/>
                        </a:rPr>
                        <a:t>UFJ</a:t>
                      </a:r>
                      <a:r>
                        <a:rPr lang="ja-JP" altLang="en-US" sz="900" b="0" i="0" u="none" strike="noStrike" noProof="0">
                          <a:solidFill>
                            <a:srgbClr val="000000"/>
                          </a:solidFill>
                          <a:latin typeface="Meiryo UI"/>
                          <a:ea typeface="Meiryo UI"/>
                        </a:rPr>
                        <a:t>銀行</a:t>
                      </a:r>
                      <a:endParaRPr lang="ja-JP" sz="900" b="0" i="0" u="none" strike="noStrike" noProof="0">
                        <a:solidFill>
                          <a:srgbClr val="000000"/>
                        </a:solidFill>
                        <a:latin typeface="Meiryo UI"/>
                        <a:ea typeface="Meiryo UI"/>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018112181"/>
                  </a:ext>
                </a:extLst>
              </a:tr>
              <a:tr h="115819">
                <a:tc>
                  <a:txBody>
                    <a:bodyPr/>
                    <a:lstStyle/>
                    <a:p>
                      <a:pPr lvl="0" algn="l">
                        <a:lnSpc>
                          <a:spcPct val="100000"/>
                        </a:lnSpc>
                        <a:spcBef>
                          <a:spcPts val="0"/>
                        </a:spcBef>
                        <a:spcAft>
                          <a:spcPts val="0"/>
                        </a:spcAft>
                        <a:buNone/>
                      </a:pPr>
                      <a:r>
                        <a:rPr lang="ja-JP" altLang="en-US" sz="900" b="0" i="0" u="none" strike="noStrike" noProof="0">
                          <a:solidFill>
                            <a:srgbClr val="000000"/>
                          </a:solidFill>
                          <a:latin typeface="Meiryo UI"/>
                          <a:ea typeface="Meiryo UI"/>
                        </a:rPr>
                        <a:t>フン　クアン</a:t>
                      </a:r>
                      <a:endParaRPr lang="en-US" altLang="ja-JP"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三菱ﾏﾃﾘｱﾙ株式会社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2908904488"/>
                  </a:ext>
                </a:extLst>
              </a:tr>
              <a:tr h="115819">
                <a:tc>
                  <a:txBody>
                    <a:bodyPr/>
                    <a:lstStyle/>
                    <a:p>
                      <a:pPr lvl="0" algn="l">
                        <a:lnSpc>
                          <a:spcPct val="100000"/>
                        </a:lnSpc>
                        <a:spcBef>
                          <a:spcPts val="0"/>
                        </a:spcBef>
                        <a:spcAft>
                          <a:spcPts val="0"/>
                        </a:spcAft>
                        <a:buNone/>
                      </a:pPr>
                      <a:r>
                        <a:rPr lang="ja-JP" altLang="en-US" sz="900" b="0" i="0" u="none" strike="noStrike" noProof="0">
                          <a:solidFill>
                            <a:srgbClr val="000000"/>
                          </a:solidFill>
                          <a:latin typeface="Meiryo UI"/>
                          <a:ea typeface="Meiryo UI"/>
                        </a:rPr>
                        <a:t>北迫　善大　★</a:t>
                      </a:r>
                      <a:endParaRPr lang="en-US" altLang="ja-JP" sz="900"/>
                    </a:p>
                  </a:txBody>
                  <a:tcPr marT="36000" marB="36000">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tcPr>
                </a:tc>
                <a:tc>
                  <a:txBody>
                    <a:bodyPr/>
                    <a:lstStyle/>
                    <a:p>
                      <a:pPr marL="0" lvl="0" algn="l" defTabSz="779163" rtl="0" eaLnBrk="1" latinLnBrk="0" hangingPunct="1">
                        <a:lnSpc>
                          <a:spcPct val="100000"/>
                        </a:lnSpc>
                        <a:spcBef>
                          <a:spcPts val="0"/>
                        </a:spcBef>
                        <a:spcAft>
                          <a:spcPts val="0"/>
                        </a:spcAft>
                        <a:buNone/>
                      </a:pPr>
                      <a:r>
                        <a:rPr kumimoji="1" lang="ja-JP" altLang="en-US" sz="900" b="0" i="0" u="none" strike="noStrike" kern="1200">
                          <a:solidFill>
                            <a:srgbClr val="000000"/>
                          </a:solidFill>
                          <a:latin typeface="Meiryo UI"/>
                          <a:ea typeface="Meiryo UI"/>
                          <a:cs typeface="+mn-cs"/>
                        </a:rPr>
                        <a:t>三菱自動車工業株式会社</a:t>
                      </a:r>
                      <a:endParaRPr kumimoji="1" lang="en-US" altLang="ja-JP" sz="900" b="0" i="0" u="none" strike="noStrike" kern="1200">
                        <a:solidFill>
                          <a:srgbClr val="000000"/>
                        </a:solidFill>
                        <a:latin typeface="Meiryo UI"/>
                        <a:ea typeface="Meiryo UI"/>
                        <a:cs typeface="+mn-cs"/>
                      </a:endParaRPr>
                    </a:p>
                  </a:txBody>
                  <a:tcPr marT="36000" marB="36000">
                    <a:lnL w="0">
                      <a:noFill/>
                    </a:lnL>
                    <a:lnR w="12700" cap="flat" cmpd="sng" algn="ctr">
                      <a:solidFill>
                        <a:schemeClr val="tx1"/>
                      </a:solidFill>
                      <a:prstDash val="solid"/>
                      <a:round/>
                      <a:headEnd type="none" w="med" len="med"/>
                      <a:tailEnd type="none" w="med" len="med"/>
                    </a:lnR>
                    <a:lnT w="0">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4951"/>
                  </a:ext>
                </a:extLst>
              </a:tr>
            </a:tbl>
          </a:graphicData>
        </a:graphic>
      </p:graphicFrame>
      <p:graphicFrame>
        <p:nvGraphicFramePr>
          <p:cNvPr id="15" name="表 14">
            <a:extLst>
              <a:ext uri="{FF2B5EF4-FFF2-40B4-BE49-F238E27FC236}">
                <a16:creationId xmlns:a16="http://schemas.microsoft.com/office/drawing/2014/main" id="{87BC1E52-44CD-5D58-FB2A-F07809F0DE1D}"/>
              </a:ext>
            </a:extLst>
          </p:cNvPr>
          <p:cNvGraphicFramePr>
            <a:graphicFrameLocks noGrp="1"/>
          </p:cNvGraphicFramePr>
          <p:nvPr/>
        </p:nvGraphicFramePr>
        <p:xfrm>
          <a:off x="493973" y="3037031"/>
          <a:ext cx="4023358" cy="1882440"/>
        </p:xfrm>
        <a:graphic>
          <a:graphicData uri="http://schemas.openxmlformats.org/drawingml/2006/table">
            <a:tbl>
              <a:tblPr firstRow="1" bandRow="1">
                <a:tableStyleId>{2D5ABB26-0587-4C30-8999-92F81FD0307C}</a:tableStyleId>
              </a:tblPr>
              <a:tblGrid>
                <a:gridCol w="1364287">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133814">
                <a:tc gridSpan="2">
                  <a:txBody>
                    <a:bodyPr/>
                    <a:lstStyle/>
                    <a:p>
                      <a:pPr>
                        <a:buNone/>
                      </a:pPr>
                      <a:r>
                        <a:rPr lang="en-US" altLang="ja-JP" sz="900" b="1">
                          <a:latin typeface="Meiryo UI"/>
                        </a:rPr>
                        <a:t>分科会_AI</a:t>
                      </a:r>
                      <a:r>
                        <a:rPr lang="ja-JP" altLang="en-US" sz="900" b="1">
                          <a:latin typeface="Meiryo UI"/>
                        </a:rPr>
                        <a:t>駆動開発</a:t>
                      </a:r>
                      <a:endParaRPr kumimoji="1" lang="en-US" altLang="ja-JP" sz="900" b="1">
                        <a:latin typeface="Meiryo UI"/>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03477">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犬山　聖存</a:t>
                      </a: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zh-TW" altLang="en-US" sz="900">
                          <a:latin typeface="Meiryo UI"/>
                        </a:rPr>
                        <a:t>東京海上日動ｼｽﾃﾑｽﾞ株式会社</a:t>
                      </a: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山本　健太</a:t>
                      </a:r>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zh-TW" altLang="en-US" sz="900" baseline="0"/>
                        <a:t>三菱自動車工業株式会社</a:t>
                      </a:r>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近藤　全</a:t>
                      </a: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zh-CN" altLang="en-US" sz="900" baseline="0"/>
                        <a:t>三菱総研</a:t>
                      </a:r>
                      <a:r>
                        <a:rPr lang="en-US" altLang="zh-CN" sz="900" baseline="0"/>
                        <a:t>DCS</a:t>
                      </a:r>
                      <a:r>
                        <a:rPr lang="zh-CN" altLang="en-US" sz="900" baseline="0"/>
                        <a:t>株式会社</a:t>
                      </a: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018112181"/>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岩村　耀</a:t>
                      </a: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zh-TW" altLang="en-US" sz="900" baseline="0"/>
                        <a:t>三菱電機ｴﾝｼﾞﾆｱﾘﾝｸﾞ株式会社</a:t>
                      </a: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55614951"/>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鎌田　七海</a:t>
                      </a:r>
                      <a:endParaRPr lang="ja-JP" altLang="en-US" sz="900" b="0" i="0" u="none" strike="noStrike" noProof="0">
                        <a:solidFill>
                          <a:srgbClr val="000000"/>
                        </a:solidFill>
                        <a:latin typeface="Meiryo UI"/>
                        <a:ea typeface="Meiryo UI"/>
                      </a:endParaRPr>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zh-TW" altLang="en-US" sz="900" baseline="0"/>
                        <a:t>三菱電機ｿﾌﾄｳｴｱ株式会社</a:t>
                      </a: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264134968"/>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森田　孝侑</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zh-TW" altLang="en-US" sz="900" baseline="0"/>
                        <a:t>三菱電機ﾃﾞｼﾞﾀﾙｲﾉﾍﾞｰｼｮﾝ株式会社</a:t>
                      </a: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572658308"/>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廣瀬　大晃</a:t>
                      </a:r>
                      <a:endParaRPr lang="en-US" sz="900"/>
                    </a:p>
                  </a:txBody>
                  <a:tcPr marT="36000" marB="36000">
                    <a:lnL w="12700" cap="flat" cmpd="sng" algn="ctr">
                      <a:solidFill>
                        <a:schemeClr val="tx1"/>
                      </a:solidFill>
                      <a:prstDash val="solid"/>
                      <a:round/>
                      <a:headEnd type="none" w="med" len="med"/>
                      <a:tailEnd type="none" w="med" len="med"/>
                    </a:lnL>
                    <a:lnR w="0">
                      <a:noFill/>
                    </a:lnR>
                    <a:lnT w="0">
                      <a:noFill/>
                    </a:lnT>
                    <a:lnB w="0">
                      <a:noFill/>
                    </a:lnB>
                  </a:tcPr>
                </a:tc>
                <a:tc>
                  <a:txBody>
                    <a:bodyPr/>
                    <a:lstStyle/>
                    <a:p>
                      <a:pPr lvl="0" algn="l">
                        <a:lnSpc>
                          <a:spcPct val="100000"/>
                        </a:lnSpc>
                        <a:spcBef>
                          <a:spcPts val="0"/>
                        </a:spcBef>
                        <a:spcAft>
                          <a:spcPts val="0"/>
                        </a:spcAft>
                        <a:buNone/>
                      </a:pPr>
                      <a:r>
                        <a:rPr lang="ja-JP" altLang="en-US" sz="900">
                          <a:latin typeface="Meiryo UI"/>
                        </a:rPr>
                        <a:t>三菱</a:t>
                      </a:r>
                      <a:r>
                        <a:rPr lang="en-US" altLang="ja-JP" sz="900">
                          <a:latin typeface="Meiryo UI"/>
                        </a:rPr>
                        <a:t>UFJ</a:t>
                      </a:r>
                      <a:r>
                        <a:rPr lang="ja-JP" altLang="en-US" sz="900">
                          <a:latin typeface="Meiryo UI"/>
                        </a:rPr>
                        <a:t>ﾓﾙｶﾞﾝ･ｽﾀﾝﾚｰ証券株式会社</a:t>
                      </a:r>
                    </a:p>
                  </a:txBody>
                  <a:tcPr marT="36000" marB="36000">
                    <a:lnL w="0">
                      <a:noFill/>
                    </a:lnL>
                    <a:lnR w="12700" cap="flat" cmpd="sng" algn="ctr">
                      <a:solidFill>
                        <a:schemeClr val="tx1"/>
                      </a:solidFill>
                      <a:prstDash val="solid"/>
                      <a:round/>
                      <a:headEnd type="none" w="med" len="med"/>
                      <a:tailEnd type="none" w="med" len="med"/>
                    </a:lnR>
                    <a:lnT w="0">
                      <a:noFill/>
                    </a:lnT>
                    <a:lnB w="0">
                      <a:noFill/>
                    </a:lnB>
                  </a:tcPr>
                </a:tc>
                <a:extLst>
                  <a:ext uri="{0D108BD9-81ED-4DB2-BD59-A6C34878D82A}">
                    <a16:rowId xmlns:a16="http://schemas.microsoft.com/office/drawing/2014/main" val="1764676296"/>
                  </a:ext>
                </a:extLst>
              </a:tr>
              <a:tr h="124893">
                <a:tc>
                  <a:txBody>
                    <a:bodyPr/>
                    <a:lstStyle/>
                    <a:p>
                      <a:pPr lvl="0" algn="l">
                        <a:lnSpc>
                          <a:spcPct val="100000"/>
                        </a:lnSpc>
                        <a:spcBef>
                          <a:spcPts val="0"/>
                        </a:spcBef>
                        <a:spcAft>
                          <a:spcPts val="0"/>
                        </a:spcAft>
                        <a:buNone/>
                      </a:pPr>
                      <a:r>
                        <a:rPr lang="ja-JP" altLang="en-US" sz="900" b="0" i="0" u="none" strike="noStrike" baseline="0" noProof="0">
                          <a:solidFill>
                            <a:srgbClr val="000000"/>
                          </a:solidFill>
                          <a:latin typeface="Meiryo UI"/>
                          <a:ea typeface="Meiryo UI"/>
                        </a:rPr>
                        <a:t>齋藤　美穂</a:t>
                      </a:r>
                      <a:endParaRPr lang="en-US" altLang="ja-JP" sz="900"/>
                    </a:p>
                  </a:txBody>
                  <a:tcPr marT="36000" marB="36000">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zh-CN" altLang="en-US" sz="900" baseline="0"/>
                        <a:t>明治安田ｼｽﾃﾑ･ﾃｸﾉﾛｼﾞｰ株式会社</a:t>
                      </a:r>
                      <a:endParaRPr lang="en-US" sz="900" baseline="0"/>
                    </a:p>
                  </a:txBody>
                  <a:tcPr marT="36000" marB="36000">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spTree>
    <p:extLst>
      <p:ext uri="{BB962C8B-B14F-4D97-AF65-F5344CB8AC3E}">
        <p14:creationId xmlns:p14="http://schemas.microsoft.com/office/powerpoint/2010/main" val="799415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endParaRPr lang="ja-JP" altLang="en-US" sz="2400" b="1">
              <a:solidFill>
                <a:schemeClr val="tx1"/>
              </a:solidFill>
              <a:latin typeface="Meiryo UI"/>
              <a:ea typeface="Meiryo UI"/>
            </a:endParaRPr>
          </a:p>
          <a:p>
            <a:pPr marL="292100" indent="-292100" defTabSz="718291">
              <a:spcBef>
                <a:spcPts val="511"/>
              </a:spcBef>
              <a:spcAft>
                <a:spcPct val="0"/>
              </a:spcAft>
              <a:buAutoNum type="arabicPeriod"/>
            </a:pPr>
            <a:r>
              <a:rPr lang="ja-JP" altLang="en-US" sz="2400" b="1">
                <a:solidFill>
                  <a:schemeClr val="tx1"/>
                </a:solidFill>
                <a:latin typeface="Meiryo UI"/>
                <a:ea typeface="Meiryo UI"/>
              </a:rPr>
              <a:t> 活動実績</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12</a:t>
            </a:fld>
            <a:endParaRPr lang="en-US" altLang="ja-JP">
              <a:solidFill>
                <a:srgbClr val="FFFFFF"/>
              </a:solidFill>
            </a:endParaRPr>
          </a:p>
        </p:txBody>
      </p:sp>
    </p:spTree>
    <p:extLst>
      <p:ext uri="{BB962C8B-B14F-4D97-AF65-F5344CB8AC3E}">
        <p14:creationId xmlns:p14="http://schemas.microsoft.com/office/powerpoint/2010/main" val="12801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endParaRPr lang="ja-JP" altLang="en-US" sz="2400" b="1">
              <a:solidFill>
                <a:schemeClr val="tx1"/>
              </a:solidFill>
              <a:latin typeface="Meiryo UI"/>
              <a:ea typeface="Meiryo UI"/>
            </a:endParaRPr>
          </a:p>
          <a:p>
            <a:pPr marL="292100" indent="-292100" defTabSz="718291">
              <a:spcBef>
                <a:spcPts val="511"/>
              </a:spcBef>
              <a:spcAft>
                <a:spcPct val="0"/>
              </a:spcAft>
              <a:buAutoNum type="arabicPeriod"/>
            </a:pPr>
            <a:r>
              <a:rPr lang="ja-JP" altLang="en-US" sz="2400" b="1">
                <a:solidFill>
                  <a:schemeClr val="tx1"/>
                </a:solidFill>
                <a:latin typeface="Meiryo UI"/>
                <a:ea typeface="Meiryo UI"/>
              </a:rPr>
              <a:t> 活動実績</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　</a:t>
            </a:r>
            <a:r>
              <a:rPr lang="en-US" altLang="ja-JP" sz="2400" b="1">
                <a:solidFill>
                  <a:schemeClr val="tx1"/>
                </a:solidFill>
                <a:latin typeface="Meiryo UI"/>
                <a:ea typeface="Meiryo UI"/>
              </a:rPr>
              <a:t>4</a:t>
            </a:r>
            <a:r>
              <a:rPr lang="ja-JP" altLang="en-US" sz="2400" b="1">
                <a:solidFill>
                  <a:schemeClr val="tx1"/>
                </a:solidFill>
                <a:latin typeface="Meiryo UI"/>
                <a:ea typeface="Meiryo UI"/>
              </a:rPr>
              <a:t>-1.</a:t>
            </a:r>
            <a:r>
              <a:rPr lang="en-US" altLang="ja-JP" sz="2400" b="1">
                <a:solidFill>
                  <a:schemeClr val="tx1"/>
                </a:solidFill>
                <a:latin typeface="Meiryo UI"/>
                <a:ea typeface="Meiryo UI"/>
              </a:rPr>
              <a:t> AI-</a:t>
            </a:r>
            <a:r>
              <a:rPr lang="en-US" altLang="ja-JP" sz="2400" b="1" err="1">
                <a:solidFill>
                  <a:schemeClr val="tx1"/>
                </a:solidFill>
                <a:latin typeface="Meiryo UI"/>
                <a:ea typeface="Meiryo UI"/>
              </a:rPr>
              <a:t>Readyコンテキスト</a:t>
            </a:r>
            <a:r>
              <a:rPr lang="ja-JP" altLang="en-US" sz="2400" b="1">
                <a:solidFill>
                  <a:schemeClr val="tx1"/>
                </a:solidFill>
                <a:latin typeface="Meiryo UI"/>
                <a:ea typeface="Meiryo UI"/>
              </a:rPr>
              <a:t>基盤</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13</a:t>
            </a:fld>
            <a:endParaRPr lang="en-US" altLang="ja-JP">
              <a:solidFill>
                <a:srgbClr val="FFFFFF"/>
              </a:solidFill>
            </a:endParaRPr>
          </a:p>
        </p:txBody>
      </p:sp>
    </p:spTree>
    <p:extLst>
      <p:ext uri="{BB962C8B-B14F-4D97-AF65-F5344CB8AC3E}">
        <p14:creationId xmlns:p14="http://schemas.microsoft.com/office/powerpoint/2010/main" val="2739667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3EB53-D3AF-3336-71FB-DF6A11F360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B8667B-8BEC-AF3B-94C9-A57378E0CA6E}"/>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14</a:t>
            </a:fld>
            <a:endParaRPr lang="en-US" altLang="ja-JP">
              <a:solidFill>
                <a:srgbClr val="FFFFFF"/>
              </a:solidFill>
            </a:endParaRPr>
          </a:p>
        </p:txBody>
      </p:sp>
      <p:sp>
        <p:nvSpPr>
          <p:cNvPr id="3" name="Title 2">
            <a:extLst>
              <a:ext uri="{FF2B5EF4-FFF2-40B4-BE49-F238E27FC236}">
                <a16:creationId xmlns:a16="http://schemas.microsoft.com/office/drawing/2014/main" id="{C3E324C8-17A7-25A6-BEFA-F5A216684AE7}"/>
              </a:ext>
            </a:extLst>
          </p:cNvPr>
          <p:cNvSpPr>
            <a:spLocks noGrp="1"/>
          </p:cNvSpPr>
          <p:nvPr>
            <p:ph type="title"/>
          </p:nvPr>
        </p:nvSpPr>
        <p:spPr/>
        <p:txBody>
          <a:bodyPr>
            <a:normAutofit/>
          </a:bodyPr>
          <a:lstStyle/>
          <a:p>
            <a:r>
              <a:rPr lang="en-US" altLang="ja-JP" sz="1688">
                <a:solidFill>
                  <a:srgbClr val="7F7F7F"/>
                </a:solidFill>
                <a:latin typeface="Meiryo UI"/>
                <a:ea typeface="Meiryo UI"/>
              </a:rPr>
              <a:t>4-1</a:t>
            </a:r>
            <a:r>
              <a:rPr lang="en-US" altLang="ja-JP">
                <a:solidFill>
                  <a:srgbClr val="7F7F7F"/>
                </a:solidFill>
                <a:latin typeface="Meiryo UI"/>
                <a:ea typeface="Meiryo UI"/>
              </a:rPr>
              <a:t>. </a:t>
            </a:r>
            <a:r>
              <a:rPr lang="ja-JP" altLang="en-US" sz="1688">
                <a:solidFill>
                  <a:srgbClr val="7F7F7F"/>
                </a:solidFill>
                <a:latin typeface="Meiryo UI"/>
                <a:ea typeface="Meiryo UI"/>
              </a:rPr>
              <a:t>背景・目的</a:t>
            </a:r>
            <a:endParaRPr kumimoji="1" lang="en-US">
              <a:latin typeface="Meiryo UI"/>
            </a:endParaRPr>
          </a:p>
        </p:txBody>
      </p:sp>
      <p:sp>
        <p:nvSpPr>
          <p:cNvPr id="6" name="正方形/長方形 3">
            <a:extLst>
              <a:ext uri="{FF2B5EF4-FFF2-40B4-BE49-F238E27FC236}">
                <a16:creationId xmlns:a16="http://schemas.microsoft.com/office/drawing/2014/main" id="{A1FC63E9-BA53-B872-8501-69B45068FF3F}"/>
              </a:ext>
            </a:extLst>
          </p:cNvPr>
          <p:cNvSpPr/>
          <p:nvPr/>
        </p:nvSpPr>
        <p:spPr>
          <a:xfrm>
            <a:off x="111778" y="367211"/>
            <a:ext cx="8902783" cy="790611"/>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defTabSz="718273"/>
            <a:r>
              <a:rPr lang="en-US" altLang="ja-JP" sz="1575">
                <a:solidFill>
                  <a:schemeClr val="tx1"/>
                </a:solidFill>
                <a:latin typeface="Meiryo UI"/>
                <a:ea typeface="Meiryo UI"/>
                <a:cs typeface="+mn-lt"/>
              </a:rPr>
              <a:t>AI</a:t>
            </a:r>
            <a:r>
              <a:rPr lang="ja-JP" altLang="en-US" sz="1575">
                <a:solidFill>
                  <a:schemeClr val="tx1"/>
                </a:solidFill>
                <a:latin typeface="Meiryo UI"/>
                <a:ea typeface="Meiryo UI"/>
                <a:cs typeface="+mn-lt"/>
              </a:rPr>
              <a:t>駆動開発では、コードだけでは業務ルールや設計意図、例外条件を十分に理解できない。</a:t>
            </a:r>
          </a:p>
          <a:p>
            <a:pPr defTabSz="718273"/>
            <a:r>
              <a:rPr lang="ja-JP" altLang="en-US" sz="1575">
                <a:solidFill>
                  <a:schemeClr val="tx1"/>
                </a:solidFill>
                <a:latin typeface="Meiryo UI"/>
                <a:ea typeface="Meiryo UI"/>
                <a:cs typeface="+mn-lt"/>
              </a:rPr>
              <a:t>人間が読むことを前提として情報資産を</a:t>
            </a:r>
            <a:r>
              <a:rPr lang="en-US" altLang="ja-JP" sz="1575">
                <a:solidFill>
                  <a:schemeClr val="tx1"/>
                </a:solidFill>
                <a:latin typeface="Meiryo UI"/>
                <a:ea typeface="Meiryo UI"/>
                <a:cs typeface="+mn-lt"/>
              </a:rPr>
              <a:t>AI</a:t>
            </a:r>
            <a:r>
              <a:rPr lang="ja-JP" altLang="en-US" sz="1575">
                <a:solidFill>
                  <a:schemeClr val="tx1"/>
                </a:solidFill>
                <a:latin typeface="Meiryo UI"/>
                <a:ea typeface="Meiryo UI"/>
                <a:cs typeface="+mn-lt"/>
              </a:rPr>
              <a:t>が判断・開発に活用できる形へ整備し、</a:t>
            </a:r>
          </a:p>
          <a:p>
            <a:pPr defTabSz="718273"/>
            <a:r>
              <a:rPr lang="ja-JP" altLang="en-US" sz="1575">
                <a:solidFill>
                  <a:schemeClr val="tx1"/>
                </a:solidFill>
                <a:latin typeface="Meiryo UI"/>
                <a:ea typeface="Meiryo UI"/>
                <a:cs typeface="+mn-lt"/>
              </a:rPr>
              <a:t>将来的な</a:t>
            </a:r>
            <a:r>
              <a:rPr lang="en-US" altLang="ja-JP" sz="1575">
                <a:solidFill>
                  <a:schemeClr val="tx1"/>
                </a:solidFill>
                <a:latin typeface="Meiryo UI"/>
                <a:ea typeface="Meiryo UI"/>
                <a:cs typeface="+mn-lt"/>
              </a:rPr>
              <a:t>AI</a:t>
            </a:r>
            <a:r>
              <a:rPr lang="ja-JP" altLang="en-US" sz="1575">
                <a:solidFill>
                  <a:schemeClr val="tx1"/>
                </a:solidFill>
                <a:latin typeface="Meiryo UI"/>
                <a:ea typeface="Meiryo UI"/>
                <a:cs typeface="+mn-lt"/>
              </a:rPr>
              <a:t>主体の自律的な開発を支える</a:t>
            </a:r>
            <a:r>
              <a:rPr lang="en-US" altLang="ja-JP" sz="1575">
                <a:solidFill>
                  <a:schemeClr val="tx1"/>
                </a:solidFill>
                <a:latin typeface="Meiryo UI"/>
                <a:ea typeface="Meiryo UI"/>
                <a:cs typeface="+mn-lt"/>
              </a:rPr>
              <a:t>AI-Ready</a:t>
            </a:r>
            <a:r>
              <a:rPr lang="ja-JP" altLang="en-US" sz="1575">
                <a:solidFill>
                  <a:schemeClr val="tx1"/>
                </a:solidFill>
                <a:latin typeface="Meiryo UI"/>
                <a:ea typeface="Meiryo UI"/>
                <a:cs typeface="+mn-lt"/>
              </a:rPr>
              <a:t>コンテキスト基盤を検証する。</a:t>
            </a:r>
          </a:p>
        </p:txBody>
      </p:sp>
      <p:sp>
        <p:nvSpPr>
          <p:cNvPr id="12" name="テキスト ボックス 11">
            <a:extLst>
              <a:ext uri="{FF2B5EF4-FFF2-40B4-BE49-F238E27FC236}">
                <a16:creationId xmlns:a16="http://schemas.microsoft.com/office/drawing/2014/main" id="{64A4BAC6-FF27-F86A-53D6-48DE5733C442}"/>
              </a:ext>
            </a:extLst>
          </p:cNvPr>
          <p:cNvSpPr txBox="1"/>
          <p:nvPr/>
        </p:nvSpPr>
        <p:spPr>
          <a:xfrm>
            <a:off x="325270" y="2912939"/>
            <a:ext cx="6576044" cy="669414"/>
          </a:xfrm>
          <a:prstGeom prst="rect">
            <a:avLst/>
          </a:prstGeom>
          <a:solidFill>
            <a:schemeClr val="bg1">
              <a:alpha val="20000"/>
            </a:schemeClr>
          </a:solidFill>
          <a:ln>
            <a:solidFill>
              <a:schemeClr val="bg1"/>
            </a:solidFill>
          </a:ln>
        </p:spPr>
        <p:txBody>
          <a:bodyPr wrap="square" lIns="91440" tIns="45720" rIns="91440" bIns="45720" anchor="t">
            <a:spAutoFit/>
          </a:bodyPr>
          <a:lstStyle/>
          <a:p>
            <a:pPr defTabSz="718273"/>
            <a:r>
              <a:rPr lang="ja-JP" altLang="en-US" b="1">
                <a:solidFill>
                  <a:schemeClr val="accent1">
                    <a:lumMod val="75000"/>
                  </a:schemeClr>
                </a:solidFill>
                <a:latin typeface="Meiryo UI"/>
                <a:ea typeface="Meiryo UI"/>
              </a:rPr>
              <a:t>■第</a:t>
            </a:r>
            <a:r>
              <a:rPr lang="en-US" altLang="ja-JP" b="1">
                <a:solidFill>
                  <a:schemeClr val="accent1">
                    <a:lumMod val="75000"/>
                  </a:schemeClr>
                </a:solidFill>
                <a:latin typeface="Meiryo UI"/>
                <a:ea typeface="Meiryo UI"/>
              </a:rPr>
              <a:t>1</a:t>
            </a:r>
            <a:r>
              <a:rPr lang="ja-JP" altLang="en-US" b="1">
                <a:solidFill>
                  <a:schemeClr val="accent1">
                    <a:lumMod val="75000"/>
                  </a:schemeClr>
                </a:solidFill>
                <a:latin typeface="Meiryo UI"/>
                <a:ea typeface="Meiryo UI"/>
              </a:rPr>
              <a:t>分科会で扱う 「AI-Ready」</a:t>
            </a:r>
            <a:endParaRPr lang="en-US" altLang="ja-JP" b="1">
              <a:solidFill>
                <a:schemeClr val="accent1">
                  <a:lumMod val="75000"/>
                </a:schemeClr>
              </a:solidFill>
              <a:latin typeface="Meiryo UI"/>
              <a:ea typeface="Meiryo UI"/>
            </a:endParaRPr>
          </a:p>
          <a:p>
            <a:pPr indent="200025" defTabSz="718273"/>
            <a:r>
              <a:rPr lang="ja-JP" altLang="en-US" sz="1125">
                <a:latin typeface="Meiryo UI"/>
                <a:ea typeface="Meiryo UI"/>
              </a:rPr>
              <a:t>本分科会では、</a:t>
            </a:r>
            <a:r>
              <a:rPr lang="en-US" altLang="ja-JP" sz="1125">
                <a:latin typeface="Meiryo UI"/>
                <a:ea typeface="Meiryo UI"/>
              </a:rPr>
              <a:t>AI-Ready</a:t>
            </a:r>
            <a:r>
              <a:rPr lang="ja-JP" altLang="en-US" sz="1125">
                <a:latin typeface="Meiryo UI"/>
                <a:ea typeface="Meiryo UI"/>
              </a:rPr>
              <a:t>を、単なるデータ整備ではなく、</a:t>
            </a:r>
            <a:endParaRPr lang="en-US" altLang="ja-JP" sz="1125">
              <a:latin typeface="Meiryo UI"/>
              <a:ea typeface="Meiryo UI"/>
            </a:endParaRPr>
          </a:p>
          <a:p>
            <a:pPr marL="200025" defTabSz="718273"/>
            <a:r>
              <a:rPr lang="en-US" altLang="ja-JP" sz="1125">
                <a:latin typeface="Meiryo UI"/>
                <a:ea typeface="Meiryo UI"/>
              </a:rPr>
              <a:t>AI</a:t>
            </a:r>
            <a:r>
              <a:rPr lang="ja-JP" altLang="en-US" sz="1125">
                <a:latin typeface="Meiryo UI"/>
                <a:ea typeface="Meiryo UI"/>
              </a:rPr>
              <a:t>による活用を前提に情報が設計・構造化された状態として整理する。</a:t>
            </a:r>
            <a:endParaRPr lang="ja-JP" altLang="ja-JP">
              <a:latin typeface="Meiryo UI"/>
              <a:ea typeface="Meiryo UI"/>
            </a:endParaRPr>
          </a:p>
        </p:txBody>
      </p:sp>
      <p:sp>
        <p:nvSpPr>
          <p:cNvPr id="9" name="正方形/長方形 8">
            <a:extLst>
              <a:ext uri="{FF2B5EF4-FFF2-40B4-BE49-F238E27FC236}">
                <a16:creationId xmlns:a16="http://schemas.microsoft.com/office/drawing/2014/main" id="{E0EF4077-E68E-8F98-D1F4-634DF2642A78}"/>
              </a:ext>
            </a:extLst>
          </p:cNvPr>
          <p:cNvSpPr/>
          <p:nvPr/>
        </p:nvSpPr>
        <p:spPr bwMode="auto">
          <a:xfrm>
            <a:off x="111063" y="1218928"/>
            <a:ext cx="8902783" cy="790611"/>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807244" indent="200025" defTabSz="718273">
              <a:buFont typeface="Arial" panose="020B0604020202020204" pitchFamily="34" charset="0"/>
              <a:buChar char="•"/>
              <a:tabLst>
                <a:tab pos="742950" algn="l"/>
              </a:tabLst>
            </a:pPr>
            <a:r>
              <a:rPr lang="ja-JP" altLang="en-US" sz="1125">
                <a:latin typeface="Meiryo UI"/>
                <a:ea typeface="Meiryo UI"/>
              </a:rPr>
              <a:t>汎用</a:t>
            </a:r>
            <a:r>
              <a:rPr lang="en-US" altLang="ja-JP" sz="1125">
                <a:latin typeface="Meiryo UI"/>
                <a:ea typeface="Meiryo UI"/>
              </a:rPr>
              <a:t>AI</a:t>
            </a:r>
            <a:r>
              <a:rPr lang="ja-JP" altLang="en-US" sz="1125">
                <a:latin typeface="Meiryo UI"/>
                <a:ea typeface="Meiryo UI"/>
              </a:rPr>
              <a:t>では業務・開発の背景を十分に理解できず、開発への適用が難しい。</a:t>
            </a:r>
          </a:p>
          <a:p>
            <a:pPr marL="807244" indent="200025" defTabSz="718273">
              <a:buFont typeface="Arial" panose="020B0604020202020204" pitchFamily="34" charset="0"/>
              <a:buChar char="•"/>
              <a:tabLst>
                <a:tab pos="742950" algn="l"/>
              </a:tabLst>
            </a:pPr>
            <a:r>
              <a:rPr lang="ja-JP" altLang="en-US" sz="1125">
                <a:latin typeface="Meiryo UI"/>
                <a:ea typeface="Meiryo UI"/>
              </a:rPr>
              <a:t>工程ごとに情報を入力する必要があり、開発の効率・精度が上がりにくい。</a:t>
            </a:r>
          </a:p>
          <a:p>
            <a:pPr marL="807244" indent="200025" defTabSz="718273">
              <a:buFont typeface="Arial" panose="020B0604020202020204" pitchFamily="34" charset="0"/>
              <a:buChar char="•"/>
              <a:tabLst>
                <a:tab pos="742950" algn="l"/>
              </a:tabLst>
            </a:pPr>
            <a:r>
              <a:rPr lang="en-US" altLang="ja-JP" sz="1125">
                <a:latin typeface="Meiryo UI"/>
                <a:ea typeface="Meiryo UI"/>
              </a:rPr>
              <a:t>AI</a:t>
            </a:r>
            <a:r>
              <a:rPr lang="ja-JP" altLang="en-US" sz="1125">
                <a:latin typeface="Meiryo UI"/>
                <a:ea typeface="Meiryo UI"/>
              </a:rPr>
              <a:t>駆動開発に向けて、自社固有の情報を自社で整備する必要がある。</a:t>
            </a:r>
            <a:endParaRPr lang="en-US" altLang="ja-JP" sz="1125">
              <a:latin typeface="Meiryo UI"/>
              <a:ea typeface="Meiryo UI"/>
            </a:endParaRPr>
          </a:p>
        </p:txBody>
      </p:sp>
      <p:sp>
        <p:nvSpPr>
          <p:cNvPr id="13" name="正方形/長方形 7">
            <a:extLst>
              <a:ext uri="{FF2B5EF4-FFF2-40B4-BE49-F238E27FC236}">
                <a16:creationId xmlns:a16="http://schemas.microsoft.com/office/drawing/2014/main" id="{56A876C7-D658-6A9E-31EB-7A0867EF3D2D}"/>
              </a:ext>
            </a:extLst>
          </p:cNvPr>
          <p:cNvSpPr/>
          <p:nvPr/>
        </p:nvSpPr>
        <p:spPr>
          <a:xfrm>
            <a:off x="205206" y="2266484"/>
            <a:ext cx="8714500" cy="619867"/>
          </a:xfrm>
          <a:prstGeom prst="rect">
            <a:avLst/>
          </a:prstGeom>
          <a:noFill/>
          <a:ln w="19050" cap="flat" cmpd="sng" algn="ctr">
            <a:solidFill>
              <a:srgbClr val="4472C4"/>
            </a:solidFill>
            <a:prstDash val="solid"/>
            <a:miter lim="800000"/>
          </a:ln>
          <a:effectLst/>
        </p:spPr>
        <p:txBody>
          <a:bodyPr vert="horz" wrap="none" lIns="108000" tIns="91439" rIns="0" bIns="0" rtlCol="0" anchor="t"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defTabSz="718273"/>
            <a:r>
              <a:rPr lang="ja-JP" altLang="en-US" sz="1575">
                <a:solidFill>
                  <a:srgbClr val="000000"/>
                </a:solidFill>
                <a:latin typeface="Meiryo UI"/>
                <a:ea typeface="Meiryo UI"/>
              </a:rPr>
              <a:t>先行事例調査や検証結果を踏まえ、既存ナレッジを</a:t>
            </a:r>
            <a:r>
              <a:rPr lang="en-US" altLang="ja-JP" sz="1575">
                <a:solidFill>
                  <a:srgbClr val="000000"/>
                </a:solidFill>
                <a:latin typeface="Meiryo UI"/>
                <a:ea typeface="Meiryo UI"/>
              </a:rPr>
              <a:t>AI</a:t>
            </a:r>
            <a:r>
              <a:rPr lang="ja-JP" altLang="en-US" sz="1575">
                <a:solidFill>
                  <a:srgbClr val="000000"/>
                </a:solidFill>
                <a:latin typeface="Meiryo UI"/>
                <a:ea typeface="Meiryo UI"/>
              </a:rPr>
              <a:t>駆動開発に活かすための</a:t>
            </a:r>
          </a:p>
          <a:p>
            <a:pPr defTabSz="718273"/>
            <a:r>
              <a:rPr lang="ja-JP" altLang="en-US" sz="1575">
                <a:solidFill>
                  <a:srgbClr val="000000"/>
                </a:solidFill>
                <a:latin typeface="Meiryo UI"/>
                <a:ea typeface="Meiryo UI"/>
              </a:rPr>
              <a:t>「</a:t>
            </a:r>
            <a:r>
              <a:rPr lang="en-US" altLang="ja-JP" sz="1575" b="1">
                <a:solidFill>
                  <a:srgbClr val="000000"/>
                </a:solidFill>
                <a:latin typeface="Meiryo UI"/>
                <a:ea typeface="Meiryo UI"/>
              </a:rPr>
              <a:t>AI</a:t>
            </a:r>
            <a:r>
              <a:rPr lang="ja-JP" altLang="en-US" sz="1575" b="1">
                <a:solidFill>
                  <a:srgbClr val="000000"/>
                </a:solidFill>
                <a:latin typeface="Meiryo UI"/>
                <a:ea typeface="Meiryo UI"/>
              </a:rPr>
              <a:t>駆動開発におけるデータモデルの定義</a:t>
            </a:r>
            <a:r>
              <a:rPr lang="en-US" altLang="ja-JP" sz="1575">
                <a:solidFill>
                  <a:srgbClr val="000000"/>
                </a:solidFill>
                <a:latin typeface="Meiryo UI"/>
                <a:ea typeface="Meiryo UI"/>
              </a:rPr>
              <a:t>/</a:t>
            </a:r>
            <a:r>
              <a:rPr lang="en-US" altLang="ja-JP" sz="1575" b="1">
                <a:solidFill>
                  <a:srgbClr val="000000"/>
                </a:solidFill>
                <a:latin typeface="Meiryo UI"/>
                <a:ea typeface="Meiryo UI"/>
              </a:rPr>
              <a:t>AI</a:t>
            </a:r>
            <a:r>
              <a:rPr lang="ja-JP" altLang="en-US" sz="1575" b="1">
                <a:solidFill>
                  <a:srgbClr val="000000"/>
                </a:solidFill>
                <a:latin typeface="Meiryo UI"/>
                <a:ea typeface="Meiryo UI"/>
              </a:rPr>
              <a:t>が利用可能なデータの整理</a:t>
            </a:r>
            <a:r>
              <a:rPr lang="ja-JP" altLang="en-US" sz="1575">
                <a:solidFill>
                  <a:srgbClr val="000000"/>
                </a:solidFill>
                <a:latin typeface="Meiryo UI"/>
                <a:ea typeface="Meiryo UI"/>
              </a:rPr>
              <a:t>」を検討する。</a:t>
            </a:r>
          </a:p>
        </p:txBody>
      </p:sp>
      <p:sp>
        <p:nvSpPr>
          <p:cNvPr id="15" name="四角形: 角を丸くする 16">
            <a:extLst>
              <a:ext uri="{FF2B5EF4-FFF2-40B4-BE49-F238E27FC236}">
                <a16:creationId xmlns:a16="http://schemas.microsoft.com/office/drawing/2014/main" id="{43C3106F-49A3-2659-E37B-C2498565685C}"/>
              </a:ext>
            </a:extLst>
          </p:cNvPr>
          <p:cNvSpPr/>
          <p:nvPr/>
        </p:nvSpPr>
        <p:spPr>
          <a:xfrm>
            <a:off x="326630" y="2080452"/>
            <a:ext cx="4294344" cy="297368"/>
          </a:xfrm>
          <a:prstGeom prst="roundRect">
            <a:avLst>
              <a:gd name="adj" fmla="val 50000"/>
            </a:avLst>
          </a:prstGeom>
          <a:solidFill>
            <a:srgbClr val="4A66AC"/>
          </a:solidFill>
          <a:ln w="19050" cap="flat" cmpd="sng" algn="ctr">
            <a:noFill/>
            <a:prstDash val="solid"/>
            <a:miter lim="800000"/>
          </a:ln>
          <a:effectLst/>
        </p:spPr>
        <p:txBody>
          <a:bodyPr vert="horz" wrap="none" lIns="0" tIns="0" rIns="0" bIns="0" rtlCol="0" anchor="ctr"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ctr" defTabSz="914378">
              <a:defRPr/>
            </a:pPr>
            <a:r>
              <a:rPr lang="ja-JP" altLang="en-US" sz="1600" b="1" kern="0">
                <a:solidFill>
                  <a:schemeClr val="bg1"/>
                </a:solidFill>
                <a:latin typeface="Meiryo UI"/>
                <a:ea typeface="Meiryo UI"/>
              </a:rPr>
              <a:t>当分科会の目的</a:t>
            </a:r>
            <a:r>
              <a:rPr lang="ja-JP" altLang="en-US" sz="1600" kern="0">
                <a:solidFill>
                  <a:schemeClr val="bg1"/>
                </a:solidFill>
                <a:latin typeface="Meiryo UI"/>
                <a:ea typeface="Meiryo UI"/>
              </a:rPr>
              <a:t>（われわれはなぜここにいるのか）</a:t>
            </a:r>
            <a:endParaRPr lang="en-US">
              <a:solidFill>
                <a:schemeClr val="bg1"/>
              </a:solidFill>
            </a:endParaRPr>
          </a:p>
        </p:txBody>
      </p:sp>
      <p:graphicFrame>
        <p:nvGraphicFramePr>
          <p:cNvPr id="7" name="表 6">
            <a:extLst>
              <a:ext uri="{FF2B5EF4-FFF2-40B4-BE49-F238E27FC236}">
                <a16:creationId xmlns:a16="http://schemas.microsoft.com/office/drawing/2014/main" id="{32679A81-F8B1-0A6B-082F-0ED1A00D218D}"/>
              </a:ext>
            </a:extLst>
          </p:cNvPr>
          <p:cNvGraphicFramePr>
            <a:graphicFrameLocks noGrp="1"/>
          </p:cNvGraphicFramePr>
          <p:nvPr/>
        </p:nvGraphicFramePr>
        <p:xfrm>
          <a:off x="424140" y="3617120"/>
          <a:ext cx="5855494" cy="1283970"/>
        </p:xfrm>
        <a:graphic>
          <a:graphicData uri="http://schemas.openxmlformats.org/drawingml/2006/table">
            <a:tbl>
              <a:tblPr firstRow="1" bandRow="1">
                <a:tableStyleId>{5C22544A-7EE6-4342-B048-85BDC9FD1C3A}</a:tableStyleId>
              </a:tblPr>
              <a:tblGrid>
                <a:gridCol w="1129928">
                  <a:extLst>
                    <a:ext uri="{9D8B030D-6E8A-4147-A177-3AD203B41FA5}">
                      <a16:colId xmlns:a16="http://schemas.microsoft.com/office/drawing/2014/main" val="2133658567"/>
                    </a:ext>
                  </a:extLst>
                </a:gridCol>
                <a:gridCol w="4725566">
                  <a:extLst>
                    <a:ext uri="{9D8B030D-6E8A-4147-A177-3AD203B41FA5}">
                      <a16:colId xmlns:a16="http://schemas.microsoft.com/office/drawing/2014/main" val="1903550323"/>
                    </a:ext>
                  </a:extLst>
                </a:gridCol>
              </a:tblGrid>
              <a:tr h="251460">
                <a:tc>
                  <a:txBody>
                    <a:bodyPr/>
                    <a:lstStyle/>
                    <a:p>
                      <a:pPr algn="ctr"/>
                      <a:r>
                        <a:rPr kumimoji="1" lang="ja-JP" altLang="en-US" sz="1200">
                          <a:latin typeface="Meiryo UI" panose="020B0604030504040204" pitchFamily="50" charset="-128"/>
                          <a:ea typeface="Meiryo UI" panose="020B0604030504040204" pitchFamily="50" charset="-128"/>
                        </a:rPr>
                        <a:t>原則</a:t>
                      </a:r>
                    </a:p>
                  </a:txBody>
                  <a:tcPr marL="68580" marR="68580" marT="34290" marB="34290">
                    <a:solidFill>
                      <a:srgbClr val="4A66AC"/>
                    </a:solidFill>
                  </a:tcPr>
                </a:tc>
                <a:tc>
                  <a:txBody>
                    <a:bodyPr/>
                    <a:lstStyle/>
                    <a:p>
                      <a:pPr algn="ctr"/>
                      <a:r>
                        <a:rPr kumimoji="1" lang="ja-JP" altLang="en-US" sz="1200">
                          <a:latin typeface="Meiryo UI" panose="020B0604030504040204" pitchFamily="50" charset="-128"/>
                          <a:ea typeface="Meiryo UI" panose="020B0604030504040204" pitchFamily="50" charset="-128"/>
                        </a:rPr>
                        <a:t>核となる考え方</a:t>
                      </a:r>
                    </a:p>
                  </a:txBody>
                  <a:tcPr marL="68580" marR="68580" marT="34290" marB="34290">
                    <a:solidFill>
                      <a:srgbClr val="4A66AC"/>
                    </a:solidFill>
                  </a:tcPr>
                </a:tc>
                <a:extLst>
                  <a:ext uri="{0D108BD9-81ED-4DB2-BD59-A6C34878D82A}">
                    <a16:rowId xmlns:a16="http://schemas.microsoft.com/office/drawing/2014/main" val="1386290219"/>
                  </a:ext>
                </a:extLst>
              </a:tr>
              <a:tr h="251460">
                <a:tc>
                  <a:txBody>
                    <a:bodyPr/>
                    <a:lstStyle/>
                    <a:p>
                      <a:r>
                        <a:rPr kumimoji="1" lang="ja-JP" altLang="en-US" sz="1200">
                          <a:latin typeface="Meiryo UI" panose="020B0604030504040204" pitchFamily="50" charset="-128"/>
                          <a:ea typeface="Meiryo UI" panose="020B0604030504040204" pitchFamily="50" charset="-128"/>
                        </a:rPr>
                        <a:t>絞り込み</a:t>
                      </a:r>
                    </a:p>
                  </a:txBody>
                  <a:tcPr marL="68580" marR="68580" marT="34290" marB="34290">
                    <a:solidFill>
                      <a:srgbClr val="DAE0EF"/>
                    </a:solidFill>
                  </a:tcPr>
                </a:tc>
                <a:tc>
                  <a:txBody>
                    <a:bodyPr/>
                    <a:lstStyle/>
                    <a:p>
                      <a:r>
                        <a:rPr kumimoji="1" lang="ja-JP" altLang="en-US" sz="1200">
                          <a:latin typeface="Meiryo UI" panose="020B0604030504040204" pitchFamily="50" charset="-128"/>
                          <a:ea typeface="Meiryo UI" panose="020B0604030504040204" pitchFamily="50" charset="-128"/>
                        </a:rPr>
                        <a:t>全文を投入するのではなく、必要な時に必要な情報だけを提供。</a:t>
                      </a:r>
                      <a:endParaRPr kumimoji="1" lang="en-US" altLang="ja-JP" sz="1200">
                        <a:latin typeface="Meiryo UI" panose="020B0604030504040204" pitchFamily="50" charset="-128"/>
                        <a:ea typeface="Meiryo UI" panose="020B0604030504040204" pitchFamily="50" charset="-128"/>
                      </a:endParaRPr>
                    </a:p>
                  </a:txBody>
                  <a:tcPr marL="68580" marR="68580" marT="34290" marB="34290">
                    <a:solidFill>
                      <a:srgbClr val="DAE0EF"/>
                    </a:solidFill>
                  </a:tcPr>
                </a:tc>
                <a:extLst>
                  <a:ext uri="{0D108BD9-81ED-4DB2-BD59-A6C34878D82A}">
                    <a16:rowId xmlns:a16="http://schemas.microsoft.com/office/drawing/2014/main" val="1813977453"/>
                  </a:ext>
                </a:extLst>
              </a:tr>
              <a:tr h="251460">
                <a:tc>
                  <a:txBody>
                    <a:bodyPr/>
                    <a:lstStyle/>
                    <a:p>
                      <a:r>
                        <a:rPr kumimoji="1" lang="ja-JP" altLang="en-US" sz="1200">
                          <a:latin typeface="Meiryo UI" panose="020B0604030504040204" pitchFamily="50" charset="-128"/>
                          <a:ea typeface="Meiryo UI" panose="020B0604030504040204" pitchFamily="50" charset="-128"/>
                        </a:rPr>
                        <a:t>構造化</a:t>
                      </a:r>
                    </a:p>
                  </a:txBody>
                  <a:tcPr marL="68580" marR="68580" marT="34290" marB="34290">
                    <a:solidFill>
                      <a:srgbClr val="DAE0EF"/>
                    </a:solidFill>
                  </a:tcPr>
                </a:tc>
                <a:tc>
                  <a:txBody>
                    <a:bodyPr/>
                    <a:lstStyle/>
                    <a:p>
                      <a:r>
                        <a:rPr kumimoji="1" lang="ja-JP" altLang="en-US" sz="1200">
                          <a:latin typeface="Meiryo UI" panose="020B0604030504040204" pitchFamily="50" charset="-128"/>
                          <a:ea typeface="Meiryo UI" panose="020B0604030504040204" pitchFamily="50" charset="-128"/>
                        </a:rPr>
                        <a:t>メタデータ・階層・索引により、</a:t>
                      </a:r>
                      <a:r>
                        <a:rPr kumimoji="1" lang="en-US" altLang="ja-JP" sz="1200">
                          <a:latin typeface="Meiryo UI" panose="020B0604030504040204" pitchFamily="50" charset="-128"/>
                          <a:ea typeface="Meiryo UI" panose="020B0604030504040204" pitchFamily="50" charset="-128"/>
                        </a:rPr>
                        <a:t>AI</a:t>
                      </a:r>
                      <a:r>
                        <a:rPr kumimoji="1" lang="ja-JP" altLang="en-US" sz="1200">
                          <a:latin typeface="Meiryo UI" panose="020B0604030504040204" pitchFamily="50" charset="-128"/>
                          <a:ea typeface="Meiryo UI" panose="020B0604030504040204" pitchFamily="50" charset="-128"/>
                        </a:rPr>
                        <a:t>が情報を発見・理解できる状態。</a:t>
                      </a:r>
                    </a:p>
                  </a:txBody>
                  <a:tcPr marL="68580" marR="68580" marT="34290" marB="34290">
                    <a:solidFill>
                      <a:srgbClr val="DAE0EF"/>
                    </a:solidFill>
                  </a:tcPr>
                </a:tc>
                <a:extLst>
                  <a:ext uri="{0D108BD9-81ED-4DB2-BD59-A6C34878D82A}">
                    <a16:rowId xmlns:a16="http://schemas.microsoft.com/office/drawing/2014/main" val="2276806635"/>
                  </a:ext>
                </a:extLst>
              </a:tr>
              <a:tr h="251460">
                <a:tc>
                  <a:txBody>
                    <a:bodyPr/>
                    <a:lstStyle/>
                    <a:p>
                      <a:r>
                        <a:rPr kumimoji="1" lang="ja-JP" altLang="en-US" sz="1200">
                          <a:latin typeface="Meiryo UI" panose="020B0604030504040204" pitchFamily="50" charset="-128"/>
                          <a:ea typeface="Meiryo UI" panose="020B0604030504040204" pitchFamily="50" charset="-128"/>
                        </a:rPr>
                        <a:t>相互運用性</a:t>
                      </a:r>
                    </a:p>
                  </a:txBody>
                  <a:tcPr marL="68580" marR="68580" marT="34290" marB="34290">
                    <a:solidFill>
                      <a:srgbClr val="DAE0EF"/>
                    </a:solidFill>
                  </a:tcPr>
                </a:tc>
                <a:tc>
                  <a:txBody>
                    <a:bodyPr/>
                    <a:lstStyle/>
                    <a:p>
                      <a:r>
                        <a:rPr kumimoji="1" lang="ja-JP" altLang="en-US" sz="1200">
                          <a:latin typeface="Meiryo UI" panose="020B0604030504040204" pitchFamily="50" charset="-128"/>
                          <a:ea typeface="Meiryo UI" panose="020B0604030504040204" pitchFamily="50" charset="-128"/>
                        </a:rPr>
                        <a:t>人間と</a:t>
                      </a:r>
                      <a:r>
                        <a:rPr kumimoji="1" lang="en-US" altLang="ja-JP" sz="1200">
                          <a:latin typeface="Meiryo UI" panose="020B0604030504040204" pitchFamily="50" charset="-128"/>
                          <a:ea typeface="Meiryo UI" panose="020B0604030504040204" pitchFamily="50" charset="-128"/>
                        </a:rPr>
                        <a:t>AI</a:t>
                      </a:r>
                      <a:r>
                        <a:rPr kumimoji="1" lang="ja-JP" altLang="en-US" sz="1200">
                          <a:latin typeface="Meiryo UI" panose="020B0604030504040204" pitchFamily="50" charset="-128"/>
                          <a:ea typeface="Meiryo UI" panose="020B0604030504040204" pitchFamily="50" charset="-128"/>
                        </a:rPr>
                        <a:t>の両方が読める共通フォーマット（</a:t>
                      </a:r>
                      <a:r>
                        <a:rPr kumimoji="1" lang="en-US" altLang="ja-JP" sz="1200">
                          <a:latin typeface="Meiryo UI" panose="020B0604030504040204" pitchFamily="50" charset="-128"/>
                          <a:ea typeface="Meiryo UI" panose="020B0604030504040204" pitchFamily="50" charset="-128"/>
                        </a:rPr>
                        <a:t>Markdown</a:t>
                      </a:r>
                      <a:r>
                        <a:rPr kumimoji="1" lang="ja-JP" altLang="en-US" sz="1200">
                          <a:latin typeface="Meiryo UI" panose="020B0604030504040204" pitchFamily="50" charset="-128"/>
                          <a:ea typeface="Meiryo UI" panose="020B0604030504040204" pitchFamily="50" charset="-128"/>
                        </a:rPr>
                        <a:t>等）に整備。</a:t>
                      </a:r>
                    </a:p>
                  </a:txBody>
                  <a:tcPr marL="68580" marR="68580" marT="34290" marB="34290">
                    <a:solidFill>
                      <a:srgbClr val="DAE0EF"/>
                    </a:solidFill>
                  </a:tcPr>
                </a:tc>
                <a:extLst>
                  <a:ext uri="{0D108BD9-81ED-4DB2-BD59-A6C34878D82A}">
                    <a16:rowId xmlns:a16="http://schemas.microsoft.com/office/drawing/2014/main" val="1681100333"/>
                  </a:ext>
                </a:extLst>
              </a:tr>
              <a:tr h="278130">
                <a:tc>
                  <a:txBody>
                    <a:bodyPr/>
                    <a:lstStyle/>
                    <a:p>
                      <a:r>
                        <a:rPr kumimoji="1" lang="ja-JP" altLang="en-US" sz="1200">
                          <a:latin typeface="Meiryo UI" panose="020B0604030504040204" pitchFamily="50" charset="-128"/>
                          <a:ea typeface="Meiryo UI" panose="020B0604030504040204" pitchFamily="50" charset="-128"/>
                        </a:rPr>
                        <a:t>多層化</a:t>
                      </a:r>
                    </a:p>
                  </a:txBody>
                  <a:tcPr marL="68580" marR="68580" marT="34290" marB="34290">
                    <a:solidFill>
                      <a:srgbClr val="DAE0EF"/>
                    </a:solidFill>
                  </a:tcPr>
                </a:tc>
                <a:tc>
                  <a:txBody>
                    <a:bodyPr/>
                    <a:lstStyle/>
                    <a:p>
                      <a:r>
                        <a:rPr kumimoji="1" lang="ja-JP" altLang="en-US" sz="1200">
                          <a:latin typeface="Meiryo UI" panose="020B0604030504040204" pitchFamily="50" charset="-128"/>
                          <a:ea typeface="Meiryo UI" panose="020B0604030504040204" pitchFamily="50" charset="-128"/>
                        </a:rPr>
                        <a:t>用途に応じた情報の見せ方・提供形態の設計。</a:t>
                      </a:r>
                      <a:r>
                        <a:rPr kumimoji="1" lang="en-US" altLang="ja-JP" sz="1200">
                          <a:latin typeface="Meiryo UI" panose="020B0604030504040204" pitchFamily="50" charset="-128"/>
                          <a:ea typeface="Meiryo UI" panose="020B0604030504040204" pitchFamily="50" charset="-128"/>
                        </a:rPr>
                        <a:t>(Agent.md/Readme</a:t>
                      </a:r>
                      <a:r>
                        <a:rPr kumimoji="1" lang="ja-JP" altLang="en-US" sz="1200">
                          <a:latin typeface="Meiryo UI" panose="020B0604030504040204" pitchFamily="50" charset="-128"/>
                          <a:ea typeface="Meiryo UI" panose="020B0604030504040204" pitchFamily="50" charset="-128"/>
                        </a:rPr>
                        <a:t>等</a:t>
                      </a:r>
                      <a:r>
                        <a:rPr kumimoji="1" lang="en-US" altLang="ja-JP" sz="1200">
                          <a:latin typeface="Meiryo UI" panose="020B0604030504040204" pitchFamily="50" charset="-128"/>
                          <a:ea typeface="Meiryo UI" panose="020B0604030504040204" pitchFamily="50" charset="-128"/>
                        </a:rPr>
                        <a:t>)</a:t>
                      </a:r>
                      <a:endParaRPr kumimoji="1" lang="ja-JP" altLang="en-US" sz="1200">
                        <a:latin typeface="Meiryo UI" panose="020B0604030504040204" pitchFamily="50" charset="-128"/>
                        <a:ea typeface="Meiryo UI" panose="020B0604030504040204" pitchFamily="50" charset="-128"/>
                      </a:endParaRPr>
                    </a:p>
                  </a:txBody>
                  <a:tcPr marL="68580" marR="68580" marT="34290" marB="34290">
                    <a:solidFill>
                      <a:srgbClr val="DAE0EF"/>
                    </a:solidFill>
                  </a:tcPr>
                </a:tc>
                <a:extLst>
                  <a:ext uri="{0D108BD9-81ED-4DB2-BD59-A6C34878D82A}">
                    <a16:rowId xmlns:a16="http://schemas.microsoft.com/office/drawing/2014/main" val="3838782815"/>
                  </a:ext>
                </a:extLst>
              </a:tr>
            </a:tbl>
          </a:graphicData>
        </a:graphic>
      </p:graphicFrame>
      <p:sp>
        <p:nvSpPr>
          <p:cNvPr id="16" name="テキスト ボックス 15">
            <a:extLst>
              <a:ext uri="{FF2B5EF4-FFF2-40B4-BE49-F238E27FC236}">
                <a16:creationId xmlns:a16="http://schemas.microsoft.com/office/drawing/2014/main" id="{40D04BF3-CDCD-9A2C-94EF-E23BD755113E}"/>
              </a:ext>
            </a:extLst>
          </p:cNvPr>
          <p:cNvSpPr txBox="1"/>
          <p:nvPr/>
        </p:nvSpPr>
        <p:spPr>
          <a:xfrm>
            <a:off x="205206" y="1492396"/>
            <a:ext cx="668990" cy="243675"/>
          </a:xfrm>
          <a:prstGeom prst="rect">
            <a:avLst/>
          </a:prstGeom>
          <a:noFill/>
          <a:ln>
            <a:noFill/>
          </a:ln>
        </p:spPr>
        <p:txBody>
          <a:bodyPr wrap="square" lIns="58437" tIns="29219" rIns="58437" bIns="29219" rtlCol="0" anchor="ctr">
            <a:spAutoFit/>
          </a:bodyPr>
          <a:lstStyle/>
          <a:p>
            <a:pPr algn="ct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課題</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endParaRPr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四角形: 角を丸くする 4">
            <a:extLst>
              <a:ext uri="{FF2B5EF4-FFF2-40B4-BE49-F238E27FC236}">
                <a16:creationId xmlns:a16="http://schemas.microsoft.com/office/drawing/2014/main" id="{065B7853-020C-37AF-EB0D-1755C4FC05A0}"/>
              </a:ext>
            </a:extLst>
          </p:cNvPr>
          <p:cNvSpPr/>
          <p:nvPr/>
        </p:nvSpPr>
        <p:spPr bwMode="auto">
          <a:xfrm>
            <a:off x="6674777" y="3307912"/>
            <a:ext cx="2094008" cy="565083"/>
          </a:xfrm>
          <a:prstGeom prst="roundRect">
            <a:avLst/>
          </a:prstGeom>
          <a:solidFill>
            <a:srgbClr val="DAE3F3"/>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65485" algn="ctr" defTabSz="718273"/>
            <a:r>
              <a:rPr lang="en-US" altLang="ja-JP">
                <a:latin typeface="Meiryo UI"/>
                <a:ea typeface="Meiryo UI"/>
              </a:rPr>
              <a:t>AI-Ready</a:t>
            </a:r>
            <a:r>
              <a:rPr lang="ja-JP" altLang="en-US">
                <a:latin typeface="Meiryo UI"/>
                <a:ea typeface="Meiryo UI"/>
              </a:rPr>
              <a:t>な</a:t>
            </a:r>
            <a:endParaRPr lang="en-US" altLang="ja-JP">
              <a:latin typeface="Meiryo UI"/>
              <a:ea typeface="Meiryo UI"/>
            </a:endParaRPr>
          </a:p>
          <a:p>
            <a:pPr marL="65485" algn="ctr" defTabSz="718273"/>
            <a:r>
              <a:rPr lang="ja-JP" altLang="en-US">
                <a:latin typeface="Meiryo UI"/>
                <a:ea typeface="Meiryo UI"/>
              </a:rPr>
              <a:t>コンテキスト基盤の整備</a:t>
            </a:r>
            <a:endParaRPr lang="ja-JP" altLang="ja-JP" sz="1800">
              <a:latin typeface="Meiryo UI"/>
              <a:ea typeface="Meiryo UI"/>
            </a:endParaRPr>
          </a:p>
        </p:txBody>
      </p:sp>
      <p:sp>
        <p:nvSpPr>
          <p:cNvPr id="14" name="テキスト ボックス 13">
            <a:extLst>
              <a:ext uri="{FF2B5EF4-FFF2-40B4-BE49-F238E27FC236}">
                <a16:creationId xmlns:a16="http://schemas.microsoft.com/office/drawing/2014/main" id="{409E5E98-3D17-18D4-AA76-14C60503147D}"/>
              </a:ext>
            </a:extLst>
          </p:cNvPr>
          <p:cNvSpPr txBox="1"/>
          <p:nvPr/>
        </p:nvSpPr>
        <p:spPr>
          <a:xfrm>
            <a:off x="6422960" y="2912940"/>
            <a:ext cx="2605625" cy="323165"/>
          </a:xfrm>
          <a:prstGeom prst="rect">
            <a:avLst/>
          </a:prstGeom>
          <a:solidFill>
            <a:schemeClr val="bg1">
              <a:alpha val="20000"/>
            </a:schemeClr>
          </a:solidFill>
          <a:ln>
            <a:solidFill>
              <a:schemeClr val="bg1"/>
            </a:solidFill>
          </a:ln>
        </p:spPr>
        <p:txBody>
          <a:bodyPr wrap="square" lIns="91440" tIns="45720" rIns="91440" bIns="45720" anchor="t">
            <a:spAutoFit/>
          </a:bodyPr>
          <a:lstStyle/>
          <a:p>
            <a:pPr defTabSz="718273"/>
            <a:r>
              <a:rPr lang="ja-JP" altLang="en-US" b="1">
                <a:solidFill>
                  <a:schemeClr val="accent1">
                    <a:lumMod val="75000"/>
                  </a:schemeClr>
                </a:solidFill>
                <a:latin typeface="Meiryo UI"/>
                <a:ea typeface="Meiryo UI"/>
              </a:rPr>
              <a:t>■期待される効果</a:t>
            </a:r>
            <a:endParaRPr lang="en-US" altLang="ja-JP" b="1">
              <a:solidFill>
                <a:schemeClr val="accent1">
                  <a:lumMod val="75000"/>
                </a:schemeClr>
              </a:solidFill>
              <a:latin typeface="Meiryo UI"/>
              <a:ea typeface="Meiryo UI"/>
            </a:endParaRPr>
          </a:p>
        </p:txBody>
      </p:sp>
      <p:sp>
        <p:nvSpPr>
          <p:cNvPr id="18" name="四角形: 角を丸くする 17">
            <a:extLst>
              <a:ext uri="{FF2B5EF4-FFF2-40B4-BE49-F238E27FC236}">
                <a16:creationId xmlns:a16="http://schemas.microsoft.com/office/drawing/2014/main" id="{43838822-60B1-16CA-4226-2D4AC082291A}"/>
              </a:ext>
            </a:extLst>
          </p:cNvPr>
          <p:cNvSpPr/>
          <p:nvPr/>
        </p:nvSpPr>
        <p:spPr bwMode="auto">
          <a:xfrm>
            <a:off x="6674778" y="4211207"/>
            <a:ext cx="2094008" cy="565083"/>
          </a:xfrm>
          <a:prstGeom prst="roundRect">
            <a:avLst/>
          </a:prstGeom>
          <a:solidFill>
            <a:srgbClr val="8FAADC"/>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65485" defTabSz="718273"/>
            <a:r>
              <a:rPr lang="ja-JP" altLang="en-US">
                <a:latin typeface="Meiryo UI"/>
                <a:ea typeface="Meiryo UI"/>
              </a:rPr>
              <a:t>エンタープライズにおける</a:t>
            </a:r>
            <a:endParaRPr lang="en-US" altLang="ja-JP">
              <a:latin typeface="Meiryo UI"/>
              <a:ea typeface="Meiryo UI"/>
            </a:endParaRPr>
          </a:p>
          <a:p>
            <a:pPr marL="65485" defTabSz="718273"/>
            <a:r>
              <a:rPr lang="en-US" altLang="ja-JP">
                <a:latin typeface="Meiryo UI"/>
                <a:ea typeface="Meiryo UI"/>
              </a:rPr>
              <a:t>AI</a:t>
            </a:r>
            <a:r>
              <a:rPr lang="ja-JP" altLang="en-US">
                <a:latin typeface="Meiryo UI"/>
                <a:ea typeface="Meiryo UI"/>
              </a:rPr>
              <a:t>の判断精度の向上</a:t>
            </a:r>
            <a:endParaRPr lang="ja-JP" altLang="ja-JP" sz="1800">
              <a:latin typeface="Meiryo UI"/>
              <a:ea typeface="Meiryo UI"/>
            </a:endParaRPr>
          </a:p>
        </p:txBody>
      </p:sp>
      <p:sp>
        <p:nvSpPr>
          <p:cNvPr id="28" name="矢印: 下 27">
            <a:extLst>
              <a:ext uri="{FF2B5EF4-FFF2-40B4-BE49-F238E27FC236}">
                <a16:creationId xmlns:a16="http://schemas.microsoft.com/office/drawing/2014/main" id="{A29035A8-D84D-DC83-9A1A-7D6E47A35061}"/>
              </a:ext>
            </a:extLst>
          </p:cNvPr>
          <p:cNvSpPr/>
          <p:nvPr/>
        </p:nvSpPr>
        <p:spPr bwMode="auto">
          <a:xfrm>
            <a:off x="7592032" y="3909340"/>
            <a:ext cx="285971" cy="265520"/>
          </a:xfrm>
          <a:prstGeom prst="downArrow">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ctr" anchorCtr="0" compatLnSpc="1">
            <a:prstTxWarp prst="textNoShape">
              <a:avLst/>
            </a:prstTxWarp>
            <a:noAutofit/>
          </a:bodyPr>
          <a:lstStyle/>
          <a:p>
            <a:pPr algn="ctr" defTabSz="685800" fontAlgn="base">
              <a:spcBef>
                <a:spcPct val="0"/>
              </a:spcBef>
              <a:spcAft>
                <a:spcPct val="0"/>
              </a:spcAft>
            </a:pPr>
            <a:endParaRPr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39803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75875-BB95-0CDF-F6C2-1E1BD26C44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6BC368-2DEB-765D-F446-B62F9DCD6EDE}"/>
              </a:ext>
            </a:extLst>
          </p:cNvPr>
          <p:cNvSpPr>
            <a:spLocks noGrp="1"/>
          </p:cNvSpPr>
          <p:nvPr>
            <p:ph type="sldNum" sz="quarter" idx="4"/>
          </p:nvPr>
        </p:nvSpPr>
        <p:spPr/>
        <p:txBody>
          <a:bodyPr/>
          <a:lstStyle/>
          <a:p>
            <a:pPr defTabSz="779144"/>
            <a:fld id="{5CE835A6-4A53-49E7-9E15-10ED7101D083}" type="slidenum">
              <a:rPr kumimoji="1" lang="en-US" altLang="ja-JP">
                <a:solidFill>
                  <a:srgbClr val="FFFFFF"/>
                </a:solidFill>
              </a:rPr>
              <a:pPr defTabSz="779144"/>
              <a:t>15</a:t>
            </a:fld>
            <a:endParaRPr kumimoji="1" lang="en-US" altLang="ja-JP">
              <a:solidFill>
                <a:srgbClr val="FFFFFF"/>
              </a:solidFill>
            </a:endParaRPr>
          </a:p>
        </p:txBody>
      </p:sp>
      <p:sp>
        <p:nvSpPr>
          <p:cNvPr id="3" name="Title 2">
            <a:extLst>
              <a:ext uri="{FF2B5EF4-FFF2-40B4-BE49-F238E27FC236}">
                <a16:creationId xmlns:a16="http://schemas.microsoft.com/office/drawing/2014/main" id="{02DD0881-A976-C5C4-80F6-3FD6274A5091}"/>
              </a:ext>
            </a:extLst>
          </p:cNvPr>
          <p:cNvSpPr>
            <a:spLocks noGrp="1"/>
          </p:cNvSpPr>
          <p:nvPr>
            <p:ph type="title"/>
          </p:nvPr>
        </p:nvSpPr>
        <p:spPr/>
        <p:txBody>
          <a:bodyPr/>
          <a:lstStyle/>
          <a:p>
            <a:r>
              <a:rPr lang="en-US" altLang="ja-JP">
                <a:solidFill>
                  <a:srgbClr val="7F7F7F"/>
                </a:solidFill>
                <a:latin typeface="Meiryo UI"/>
                <a:ea typeface="Meiryo UI"/>
              </a:rPr>
              <a:t>4-1. </a:t>
            </a:r>
            <a:r>
              <a:rPr lang="ja-JP" altLang="en-US">
                <a:solidFill>
                  <a:srgbClr val="7F7F7F"/>
                </a:solidFill>
                <a:latin typeface="Meiryo UI"/>
                <a:ea typeface="Meiryo UI"/>
              </a:rPr>
              <a:t>進め方</a:t>
            </a:r>
            <a:endParaRPr kumimoji="1" lang="en-US">
              <a:latin typeface="Meiryo UI"/>
            </a:endParaRPr>
          </a:p>
        </p:txBody>
      </p:sp>
      <p:sp>
        <p:nvSpPr>
          <p:cNvPr id="4" name="Arrow: Pentagon 3">
            <a:extLst>
              <a:ext uri="{FF2B5EF4-FFF2-40B4-BE49-F238E27FC236}">
                <a16:creationId xmlns:a16="http://schemas.microsoft.com/office/drawing/2014/main" id="{B8DA0E93-194F-F44F-27AD-618BAC393B83}"/>
              </a:ext>
            </a:extLst>
          </p:cNvPr>
          <p:cNvSpPr/>
          <p:nvPr/>
        </p:nvSpPr>
        <p:spPr bwMode="auto">
          <a:xfrm rot="5400000">
            <a:off x="803898" y="330296"/>
            <a:ext cx="732441" cy="1979489"/>
          </a:xfrm>
          <a:prstGeom prst="homePlate">
            <a:avLst>
              <a:gd name="adj" fmla="val 36474"/>
            </a:avLst>
          </a:prstGeom>
          <a:solidFill>
            <a:schemeClr val="accent5">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Arrow: Chevron 24">
            <a:extLst>
              <a:ext uri="{FF2B5EF4-FFF2-40B4-BE49-F238E27FC236}">
                <a16:creationId xmlns:a16="http://schemas.microsoft.com/office/drawing/2014/main" id="{60E04796-EA93-AB30-A30C-176477C96809}"/>
              </a:ext>
            </a:extLst>
          </p:cNvPr>
          <p:cNvSpPr/>
          <p:nvPr/>
        </p:nvSpPr>
        <p:spPr bwMode="auto">
          <a:xfrm rot="5400000">
            <a:off x="702244" y="3348566"/>
            <a:ext cx="935748" cy="1979491"/>
          </a:xfrm>
          <a:prstGeom prst="chevron">
            <a:avLst>
              <a:gd name="adj" fmla="val 27885"/>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TextBox 28">
            <a:extLst>
              <a:ext uri="{FF2B5EF4-FFF2-40B4-BE49-F238E27FC236}">
                <a16:creationId xmlns:a16="http://schemas.microsoft.com/office/drawing/2014/main" id="{510EBBE8-E5F7-CFE5-ABF9-FA08F6B86EFB}"/>
              </a:ext>
            </a:extLst>
          </p:cNvPr>
          <p:cNvSpPr txBox="1"/>
          <p:nvPr/>
        </p:nvSpPr>
        <p:spPr>
          <a:xfrm>
            <a:off x="578480" y="1126815"/>
            <a:ext cx="1183276" cy="386453"/>
          </a:xfrm>
          <a:prstGeom prst="rect">
            <a:avLst/>
          </a:prstGeom>
          <a:solidFill>
            <a:schemeClr val="accent1">
              <a:lumMod val="20000"/>
              <a:lumOff val="80000"/>
              <a:alpha val="20000"/>
            </a:schemeClr>
          </a:solidFill>
          <a:ln>
            <a:noFill/>
          </a:ln>
        </p:spPr>
        <p:txBody>
          <a:bodyPr wrap="none" lIns="77916" tIns="38958" rIns="77916" bIns="38958" rtlCol="0" anchor="ctr">
            <a:spAutoFit/>
          </a:bodyPr>
          <a:lstStyle/>
          <a:p>
            <a:pPr defTabSz="779144"/>
            <a:r>
              <a:rPr lang="ja-JP" altLang="en-US" sz="2000" b="1">
                <a:solidFill>
                  <a:prstClr val="black"/>
                </a:solidFill>
                <a:latin typeface="Meiryo UI" panose="020B0604030504040204" pitchFamily="50" charset="-128"/>
                <a:ea typeface="Meiryo UI" panose="020B0604030504040204" pitchFamily="50" charset="-128"/>
                <a:cs typeface="Meiryo UI" panose="020B0604030504040204" pitchFamily="50" charset="-128"/>
              </a:rPr>
              <a:t>事前調査</a:t>
            </a:r>
          </a:p>
        </p:txBody>
      </p:sp>
      <p:sp>
        <p:nvSpPr>
          <p:cNvPr id="5" name="Arrow: Chevron 4">
            <a:extLst>
              <a:ext uri="{FF2B5EF4-FFF2-40B4-BE49-F238E27FC236}">
                <a16:creationId xmlns:a16="http://schemas.microsoft.com/office/drawing/2014/main" id="{7DF0BE51-0D9C-10D9-F030-A1C1D994A4BB}"/>
              </a:ext>
            </a:extLst>
          </p:cNvPr>
          <p:cNvSpPr/>
          <p:nvPr/>
        </p:nvSpPr>
        <p:spPr bwMode="auto">
          <a:xfrm rot="5400000">
            <a:off x="667357" y="986791"/>
            <a:ext cx="1005522" cy="1979491"/>
          </a:xfrm>
          <a:prstGeom prst="chevron">
            <a:avLst>
              <a:gd name="adj" fmla="val 27885"/>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TextBox 30">
            <a:extLst>
              <a:ext uri="{FF2B5EF4-FFF2-40B4-BE49-F238E27FC236}">
                <a16:creationId xmlns:a16="http://schemas.microsoft.com/office/drawing/2014/main" id="{08C90644-4A6F-46B5-A6B2-183BFA75AF7E}"/>
              </a:ext>
            </a:extLst>
          </p:cNvPr>
          <p:cNvSpPr txBox="1"/>
          <p:nvPr/>
        </p:nvSpPr>
        <p:spPr>
          <a:xfrm>
            <a:off x="578480" y="1854009"/>
            <a:ext cx="1183276" cy="386453"/>
          </a:xfrm>
          <a:prstGeom prst="rect">
            <a:avLst/>
          </a:prstGeom>
          <a:solidFill>
            <a:schemeClr val="accent1">
              <a:lumMod val="20000"/>
              <a:lumOff val="80000"/>
            </a:schemeClr>
          </a:solidFill>
          <a:ln>
            <a:noFill/>
          </a:ln>
        </p:spPr>
        <p:txBody>
          <a:bodyPr wrap="none" lIns="77916" tIns="38958" rIns="77916" bIns="38958" rtlCol="0" anchor="ctr">
            <a:spAutoFit/>
          </a:bodyPr>
          <a:lstStyle/>
          <a:p>
            <a:pPr defTabSz="779144"/>
            <a:r>
              <a:rPr lang="ja-JP" altLang="en-US" sz="2000" b="1">
                <a:solidFill>
                  <a:prstClr val="black"/>
                </a:solidFill>
                <a:latin typeface="Meiryo UI" panose="020B0604030504040204" pitchFamily="50" charset="-128"/>
                <a:ea typeface="Meiryo UI" panose="020B0604030504040204" pitchFamily="50" charset="-128"/>
                <a:cs typeface="Meiryo UI" panose="020B0604030504040204" pitchFamily="50" charset="-128"/>
              </a:rPr>
              <a:t>課題整理</a:t>
            </a:r>
          </a:p>
        </p:txBody>
      </p:sp>
      <p:sp>
        <p:nvSpPr>
          <p:cNvPr id="20" name="Arrow: Chevron 19">
            <a:extLst>
              <a:ext uri="{FF2B5EF4-FFF2-40B4-BE49-F238E27FC236}">
                <a16:creationId xmlns:a16="http://schemas.microsoft.com/office/drawing/2014/main" id="{16D38F95-626F-A1F7-74D4-BE820A468EA6}"/>
              </a:ext>
            </a:extLst>
          </p:cNvPr>
          <p:cNvSpPr/>
          <p:nvPr/>
        </p:nvSpPr>
        <p:spPr bwMode="auto">
          <a:xfrm rot="5400000">
            <a:off x="674245" y="1764060"/>
            <a:ext cx="991746" cy="1979491"/>
          </a:xfrm>
          <a:prstGeom prst="chevron">
            <a:avLst>
              <a:gd name="adj" fmla="val 27885"/>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TextBox 32">
            <a:extLst>
              <a:ext uri="{FF2B5EF4-FFF2-40B4-BE49-F238E27FC236}">
                <a16:creationId xmlns:a16="http://schemas.microsoft.com/office/drawing/2014/main" id="{0BA4814C-7F01-AA45-DD98-41337173D3C2}"/>
              </a:ext>
            </a:extLst>
          </p:cNvPr>
          <p:cNvSpPr txBox="1"/>
          <p:nvPr/>
        </p:nvSpPr>
        <p:spPr>
          <a:xfrm>
            <a:off x="578480" y="2579652"/>
            <a:ext cx="1183276" cy="386453"/>
          </a:xfrm>
          <a:prstGeom prst="rect">
            <a:avLst/>
          </a:prstGeom>
          <a:solidFill>
            <a:schemeClr val="accent1">
              <a:lumMod val="40000"/>
              <a:lumOff val="60000"/>
            </a:schemeClr>
          </a:solidFill>
          <a:ln>
            <a:noFill/>
          </a:ln>
        </p:spPr>
        <p:txBody>
          <a:bodyPr wrap="none" lIns="77916" tIns="38958" rIns="77916" bIns="38958" rtlCol="0" anchor="ctr">
            <a:spAutoFit/>
          </a:bodyPr>
          <a:lstStyle/>
          <a:p>
            <a:pPr defTabSz="779144"/>
            <a:r>
              <a:rPr lang="ja-JP" altLang="en-US" sz="2000" b="1">
                <a:solidFill>
                  <a:prstClr val="black"/>
                </a:solidFill>
                <a:latin typeface="Meiryo UI" panose="020B0604030504040204" pitchFamily="50" charset="-128"/>
                <a:ea typeface="Meiryo UI" panose="020B0604030504040204" pitchFamily="50" charset="-128"/>
                <a:cs typeface="Meiryo UI" panose="020B0604030504040204" pitchFamily="50" charset="-128"/>
              </a:rPr>
              <a:t>仮説設定</a:t>
            </a:r>
          </a:p>
        </p:txBody>
      </p:sp>
      <p:sp>
        <p:nvSpPr>
          <p:cNvPr id="23" name="Arrow: Chevron 22">
            <a:extLst>
              <a:ext uri="{FF2B5EF4-FFF2-40B4-BE49-F238E27FC236}">
                <a16:creationId xmlns:a16="http://schemas.microsoft.com/office/drawing/2014/main" id="{5528C9D9-9C46-5A3A-122E-A8D2F4542084}"/>
              </a:ext>
            </a:extLst>
          </p:cNvPr>
          <p:cNvSpPr/>
          <p:nvPr/>
        </p:nvSpPr>
        <p:spPr bwMode="auto">
          <a:xfrm rot="5400000">
            <a:off x="639478" y="2568632"/>
            <a:ext cx="1061280" cy="1979491"/>
          </a:xfrm>
          <a:prstGeom prst="chevron">
            <a:avLst>
              <a:gd name="adj" fmla="val 27885"/>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TextBox 34">
            <a:extLst>
              <a:ext uri="{FF2B5EF4-FFF2-40B4-BE49-F238E27FC236}">
                <a16:creationId xmlns:a16="http://schemas.microsoft.com/office/drawing/2014/main" id="{B697E52C-BDA4-D21C-C05B-9FEC55E677DC}"/>
              </a:ext>
            </a:extLst>
          </p:cNvPr>
          <p:cNvSpPr txBox="1"/>
          <p:nvPr/>
        </p:nvSpPr>
        <p:spPr>
          <a:xfrm>
            <a:off x="473603" y="3357438"/>
            <a:ext cx="1393031" cy="386453"/>
          </a:xfrm>
          <a:prstGeom prst="rect">
            <a:avLst/>
          </a:prstGeom>
          <a:solidFill>
            <a:schemeClr val="accent1">
              <a:lumMod val="60000"/>
              <a:lumOff val="40000"/>
            </a:schemeClr>
          </a:solidFill>
          <a:ln>
            <a:solidFill>
              <a:schemeClr val="accent1">
                <a:lumMod val="60000"/>
                <a:lumOff val="40000"/>
              </a:schemeClr>
            </a:solidFill>
          </a:ln>
        </p:spPr>
        <p:txBody>
          <a:bodyPr wrap="square" lIns="77916" tIns="38958" rIns="77916" bIns="38958" rtlCol="0" anchor="ctr">
            <a:spAutoFit/>
          </a:bodyPr>
          <a:lstStyle/>
          <a:p>
            <a:pPr algn="ctr" defTabSz="779144"/>
            <a:r>
              <a:rPr lang="ja-JP" altLang="en-US" sz="2000" b="1">
                <a:solidFill>
                  <a:prstClr val="black"/>
                </a:solidFill>
                <a:latin typeface="Meiryo UI" panose="020B0604030504040204" pitchFamily="50" charset="-128"/>
                <a:ea typeface="Meiryo UI" panose="020B0604030504040204" pitchFamily="50" charset="-128"/>
                <a:cs typeface="Meiryo UI" panose="020B0604030504040204" pitchFamily="50" charset="-128"/>
              </a:rPr>
              <a:t>検証・評価</a:t>
            </a:r>
          </a:p>
        </p:txBody>
      </p:sp>
      <p:sp>
        <p:nvSpPr>
          <p:cNvPr id="37" name="TextBox 36">
            <a:extLst>
              <a:ext uri="{FF2B5EF4-FFF2-40B4-BE49-F238E27FC236}">
                <a16:creationId xmlns:a16="http://schemas.microsoft.com/office/drawing/2014/main" id="{7FBFDF00-A9B8-66B4-1774-4EAC95A5CC9F}"/>
              </a:ext>
            </a:extLst>
          </p:cNvPr>
          <p:cNvSpPr txBox="1"/>
          <p:nvPr/>
        </p:nvSpPr>
        <p:spPr>
          <a:xfrm>
            <a:off x="834961" y="4195819"/>
            <a:ext cx="670315" cy="386453"/>
          </a:xfrm>
          <a:prstGeom prst="rect">
            <a:avLst/>
          </a:prstGeom>
          <a:solidFill>
            <a:schemeClr val="accent1">
              <a:lumMod val="75000"/>
              <a:alpha val="20000"/>
            </a:schemeClr>
          </a:solidFill>
          <a:ln>
            <a:solidFill>
              <a:schemeClr val="accent1">
                <a:lumMod val="75000"/>
              </a:schemeClr>
            </a:solidFill>
          </a:ln>
        </p:spPr>
        <p:txBody>
          <a:bodyPr wrap="none" lIns="77916" tIns="38958" rIns="77916" bIns="38958" rtlCol="0" anchor="ctr">
            <a:spAutoFit/>
          </a:bodyPr>
          <a:lstStyle/>
          <a:p>
            <a:pPr defTabSz="779144"/>
            <a:r>
              <a:rPr lang="ja-JP" altLang="en-US" sz="2000" b="1">
                <a:solidFill>
                  <a:prstClr val="white"/>
                </a:solidFill>
                <a:latin typeface="Meiryo UI" panose="020B0604030504040204" pitchFamily="50" charset="-128"/>
                <a:ea typeface="Meiryo UI" panose="020B0604030504040204" pitchFamily="50" charset="-128"/>
                <a:cs typeface="Meiryo UI" panose="020B0604030504040204" pitchFamily="50" charset="-128"/>
              </a:rPr>
              <a:t>提言</a:t>
            </a:r>
          </a:p>
        </p:txBody>
      </p:sp>
      <p:grpSp>
        <p:nvGrpSpPr>
          <p:cNvPr id="66" name="Group 65">
            <a:extLst>
              <a:ext uri="{FF2B5EF4-FFF2-40B4-BE49-F238E27FC236}">
                <a16:creationId xmlns:a16="http://schemas.microsoft.com/office/drawing/2014/main" id="{CE271751-8016-0E08-DD3A-BEC9626E5937}"/>
              </a:ext>
            </a:extLst>
          </p:cNvPr>
          <p:cNvGrpSpPr/>
          <p:nvPr/>
        </p:nvGrpSpPr>
        <p:grpSpPr>
          <a:xfrm>
            <a:off x="2867075" y="924578"/>
            <a:ext cx="5386173" cy="3766142"/>
            <a:chOff x="2867075" y="924577"/>
            <a:chExt cx="5449231" cy="3766142"/>
          </a:xfrm>
        </p:grpSpPr>
        <p:sp>
          <p:nvSpPr>
            <p:cNvPr id="42" name="TextBox 41">
              <a:extLst>
                <a:ext uri="{FF2B5EF4-FFF2-40B4-BE49-F238E27FC236}">
                  <a16:creationId xmlns:a16="http://schemas.microsoft.com/office/drawing/2014/main" id="{36E740E1-A01E-7639-C318-8B2FFD5A00EE}"/>
                </a:ext>
              </a:extLst>
            </p:cNvPr>
            <p:cNvSpPr txBox="1"/>
            <p:nvPr/>
          </p:nvSpPr>
          <p:spPr>
            <a:xfrm>
              <a:off x="2867075" y="924577"/>
              <a:ext cx="5449231" cy="632675"/>
            </a:xfrm>
            <a:prstGeom prst="rect">
              <a:avLst/>
            </a:prstGeom>
            <a:solidFill>
              <a:schemeClr val="bg1">
                <a:alpha val="20000"/>
              </a:schemeClr>
            </a:solidFill>
            <a:ln>
              <a:solidFill>
                <a:schemeClr val="bg1"/>
              </a:solidFill>
            </a:ln>
          </p:spPr>
          <p:txBody>
            <a:bodyPr wrap="square" lIns="77916" tIns="38958" rIns="77916" bIns="38958" rtlCol="0" anchor="ctr">
              <a:spAutoFit/>
            </a:bodyPr>
            <a:lstStyle/>
            <a:p>
              <a:pPr defTabSz="779144"/>
              <a:r>
                <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AI-Ready</a:t>
              </a:r>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なデータ整備に関する</a:t>
              </a:r>
              <a:endPar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先行事例・標準・手法を調査する。</a:t>
              </a:r>
            </a:p>
          </p:txBody>
        </p:sp>
        <p:sp>
          <p:nvSpPr>
            <p:cNvPr id="45" name="TextBox 44">
              <a:extLst>
                <a:ext uri="{FF2B5EF4-FFF2-40B4-BE49-F238E27FC236}">
                  <a16:creationId xmlns:a16="http://schemas.microsoft.com/office/drawing/2014/main" id="{7ADE1629-A260-EB2A-3540-BFCA671EDE4D}"/>
                </a:ext>
              </a:extLst>
            </p:cNvPr>
            <p:cNvSpPr txBox="1"/>
            <p:nvPr/>
          </p:nvSpPr>
          <p:spPr>
            <a:xfrm>
              <a:off x="2911361" y="1655484"/>
              <a:ext cx="5186856" cy="632675"/>
            </a:xfrm>
            <a:prstGeom prst="rect">
              <a:avLst/>
            </a:prstGeom>
            <a:solidFill>
              <a:schemeClr val="bg1">
                <a:alpha val="20000"/>
              </a:schemeClr>
            </a:solidFill>
            <a:ln>
              <a:solidFill>
                <a:schemeClr val="bg1"/>
              </a:solidFill>
            </a:ln>
          </p:spPr>
          <p:txBody>
            <a:bodyPr wrap="square" lIns="77916" tIns="38958" rIns="77916" bIns="38958" rtlCol="0" anchor="ctr">
              <a:spAutoFit/>
            </a:bodyPr>
            <a:lstStyle/>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要件・設計・コード・テスト・運用資料の特性と</a:t>
              </a:r>
              <a:endPar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defTabSz="779144"/>
              <a:r>
                <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AI</a:t>
              </a:r>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活用上の課題を整理する。</a:t>
              </a:r>
            </a:p>
          </p:txBody>
        </p:sp>
        <p:sp>
          <p:nvSpPr>
            <p:cNvPr id="47" name="TextBox 46">
              <a:extLst>
                <a:ext uri="{FF2B5EF4-FFF2-40B4-BE49-F238E27FC236}">
                  <a16:creationId xmlns:a16="http://schemas.microsoft.com/office/drawing/2014/main" id="{F325663A-54DF-FE28-7DC2-60A42883D474}"/>
                </a:ext>
              </a:extLst>
            </p:cNvPr>
            <p:cNvSpPr txBox="1"/>
            <p:nvPr/>
          </p:nvSpPr>
          <p:spPr>
            <a:xfrm>
              <a:off x="2911361" y="2428050"/>
              <a:ext cx="5186856" cy="632675"/>
            </a:xfrm>
            <a:prstGeom prst="rect">
              <a:avLst/>
            </a:prstGeom>
            <a:solidFill>
              <a:schemeClr val="bg1">
                <a:alpha val="20000"/>
              </a:schemeClr>
            </a:solidFill>
            <a:ln>
              <a:solidFill>
                <a:schemeClr val="bg1"/>
              </a:solidFill>
            </a:ln>
          </p:spPr>
          <p:txBody>
            <a:bodyPr wrap="square" lIns="77916" tIns="38958" rIns="77916" bIns="38958" rtlCol="0" anchor="ctr">
              <a:spAutoFit/>
            </a:bodyPr>
            <a:lstStyle/>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先進企業の取り組みを分析し、</a:t>
              </a:r>
              <a:endPar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実践方法や成功・失敗要因から仮説を設定する。</a:t>
              </a:r>
            </a:p>
          </p:txBody>
        </p:sp>
        <p:sp>
          <p:nvSpPr>
            <p:cNvPr id="49" name="TextBox 48">
              <a:extLst>
                <a:ext uri="{FF2B5EF4-FFF2-40B4-BE49-F238E27FC236}">
                  <a16:creationId xmlns:a16="http://schemas.microsoft.com/office/drawing/2014/main" id="{83F3E9D2-E075-13E8-603F-905EA3412EE8}"/>
                </a:ext>
              </a:extLst>
            </p:cNvPr>
            <p:cNvSpPr txBox="1"/>
            <p:nvPr/>
          </p:nvSpPr>
          <p:spPr>
            <a:xfrm>
              <a:off x="2940265" y="3242039"/>
              <a:ext cx="5186856" cy="632675"/>
            </a:xfrm>
            <a:prstGeom prst="rect">
              <a:avLst/>
            </a:prstGeom>
            <a:solidFill>
              <a:schemeClr val="bg1">
                <a:alpha val="20000"/>
              </a:schemeClr>
            </a:solidFill>
            <a:ln>
              <a:solidFill>
                <a:schemeClr val="bg1"/>
              </a:solidFill>
            </a:ln>
          </p:spPr>
          <p:txBody>
            <a:bodyPr wrap="square" lIns="77916" tIns="38958" rIns="77916" bIns="38958" rtlCol="0" anchor="ctr">
              <a:spAutoFit/>
            </a:bodyPr>
            <a:lstStyle/>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仮説をコンテキストに反映し、</a:t>
              </a:r>
            </a:p>
            <a:p>
              <a:pPr defTabSz="779144"/>
              <a:r>
                <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AI</a:t>
              </a:r>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活用の精度・効率への効果を検証する。</a:t>
              </a:r>
            </a:p>
          </p:txBody>
        </p:sp>
        <p:sp>
          <p:nvSpPr>
            <p:cNvPr id="51" name="TextBox 50">
              <a:extLst>
                <a:ext uri="{FF2B5EF4-FFF2-40B4-BE49-F238E27FC236}">
                  <a16:creationId xmlns:a16="http://schemas.microsoft.com/office/drawing/2014/main" id="{80A2EB99-7E8B-44EC-1307-E10DF154762B}"/>
                </a:ext>
              </a:extLst>
            </p:cNvPr>
            <p:cNvSpPr txBox="1"/>
            <p:nvPr/>
          </p:nvSpPr>
          <p:spPr>
            <a:xfrm>
              <a:off x="2940265" y="4021971"/>
              <a:ext cx="5322487" cy="632675"/>
            </a:xfrm>
            <a:prstGeom prst="rect">
              <a:avLst/>
            </a:prstGeom>
            <a:solidFill>
              <a:schemeClr val="bg1">
                <a:alpha val="20000"/>
              </a:schemeClr>
            </a:solidFill>
            <a:ln>
              <a:solidFill>
                <a:schemeClr val="bg1"/>
              </a:solidFill>
            </a:ln>
          </p:spPr>
          <p:txBody>
            <a:bodyPr wrap="square" lIns="77916" tIns="38958" rIns="77916" bIns="38958" rtlCol="0" anchor="ctr">
              <a:spAutoFit/>
            </a:bodyPr>
            <a:lstStyle/>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検証結果を踏まえ、</a:t>
              </a:r>
              <a:r>
                <a:rPr lang="en-US" altLang="ja-JP"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AI</a:t>
              </a:r>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駆動開発を支える</a:t>
              </a:r>
            </a:p>
            <a:p>
              <a:pPr defTabSz="779144"/>
              <a:r>
                <a:rPr lang="ja-JP" altLang="en-US" sz="1800">
                  <a:solidFill>
                    <a:prstClr val="black"/>
                  </a:solidFill>
                  <a:latin typeface="Meiryo UI" panose="020B0604030504040204" pitchFamily="50" charset="-128"/>
                  <a:ea typeface="Meiryo UI" panose="020B0604030504040204" pitchFamily="50" charset="-128"/>
                  <a:cs typeface="Meiryo UI" panose="020B0604030504040204" pitchFamily="50" charset="-128"/>
                </a:rPr>
                <a:t>コンテキスト基盤のあり方を提案する。</a:t>
              </a:r>
            </a:p>
          </p:txBody>
        </p:sp>
        <p:sp>
          <p:nvSpPr>
            <p:cNvPr id="53" name="Rectangle 52">
              <a:extLst>
                <a:ext uri="{FF2B5EF4-FFF2-40B4-BE49-F238E27FC236}">
                  <a16:creationId xmlns:a16="http://schemas.microsoft.com/office/drawing/2014/main" id="{2B3BAFCC-1B1D-33A3-2B5D-B4C1371C25F2}"/>
                </a:ext>
              </a:extLst>
            </p:cNvPr>
            <p:cNvSpPr/>
            <p:nvPr/>
          </p:nvSpPr>
          <p:spPr bwMode="auto">
            <a:xfrm flipV="1">
              <a:off x="2940265" y="1540231"/>
              <a:ext cx="5060731" cy="360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Rectangle 54">
              <a:extLst>
                <a:ext uri="{FF2B5EF4-FFF2-40B4-BE49-F238E27FC236}">
                  <a16:creationId xmlns:a16="http://schemas.microsoft.com/office/drawing/2014/main" id="{27F7F5A9-392E-B3AA-5148-87B6F68A0805}"/>
                </a:ext>
              </a:extLst>
            </p:cNvPr>
            <p:cNvSpPr/>
            <p:nvPr/>
          </p:nvSpPr>
          <p:spPr bwMode="auto">
            <a:xfrm flipV="1">
              <a:off x="2974423" y="2235072"/>
              <a:ext cx="5060731" cy="360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Rectangle 56">
              <a:extLst>
                <a:ext uri="{FF2B5EF4-FFF2-40B4-BE49-F238E27FC236}">
                  <a16:creationId xmlns:a16="http://schemas.microsoft.com/office/drawing/2014/main" id="{02593450-77CA-BCDC-FAED-5E21BAAB4C9F}"/>
                </a:ext>
              </a:extLst>
            </p:cNvPr>
            <p:cNvSpPr/>
            <p:nvPr/>
          </p:nvSpPr>
          <p:spPr bwMode="auto">
            <a:xfrm flipV="1">
              <a:off x="2974422" y="3015785"/>
              <a:ext cx="5060731" cy="36000"/>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Rectangle 58">
              <a:extLst>
                <a:ext uri="{FF2B5EF4-FFF2-40B4-BE49-F238E27FC236}">
                  <a16:creationId xmlns:a16="http://schemas.microsoft.com/office/drawing/2014/main" id="{796C141B-BE04-50F1-4F18-B7D6671D712E}"/>
                </a:ext>
              </a:extLst>
            </p:cNvPr>
            <p:cNvSpPr/>
            <p:nvPr/>
          </p:nvSpPr>
          <p:spPr bwMode="auto">
            <a:xfrm flipV="1">
              <a:off x="2974421" y="3847576"/>
              <a:ext cx="5060731" cy="45719"/>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Rectangle 60">
              <a:extLst>
                <a:ext uri="{FF2B5EF4-FFF2-40B4-BE49-F238E27FC236}">
                  <a16:creationId xmlns:a16="http://schemas.microsoft.com/office/drawing/2014/main" id="{504C8BAF-863D-4861-E471-D53A429EF33C}"/>
                </a:ext>
              </a:extLst>
            </p:cNvPr>
            <p:cNvSpPr/>
            <p:nvPr/>
          </p:nvSpPr>
          <p:spPr bwMode="auto">
            <a:xfrm flipV="1">
              <a:off x="2974421" y="4645000"/>
              <a:ext cx="5060731" cy="45719"/>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378" fontAlgn="base">
                <a:spcBef>
                  <a:spcPct val="0"/>
                </a:spcBef>
                <a:spcAft>
                  <a:spcPct val="0"/>
                </a:spcAft>
              </a:pPr>
              <a:endParaRPr lang="ja-JP" altLang="en-US" sz="160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65" name="正方形/長方形 3">
            <a:extLst>
              <a:ext uri="{FF2B5EF4-FFF2-40B4-BE49-F238E27FC236}">
                <a16:creationId xmlns:a16="http://schemas.microsoft.com/office/drawing/2014/main" id="{7A310217-8C80-E92C-32D8-7A65798C10AF}"/>
              </a:ext>
            </a:extLst>
          </p:cNvPr>
          <p:cNvSpPr/>
          <p:nvPr/>
        </p:nvSpPr>
        <p:spPr>
          <a:xfrm>
            <a:off x="16923" y="343593"/>
            <a:ext cx="8902783" cy="452308"/>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defTabSz="718273"/>
            <a:r>
              <a:rPr lang="ja-JP" altLang="en-US" sz="2000">
                <a:solidFill>
                  <a:prstClr val="black"/>
                </a:solidFill>
                <a:latin typeface="Meiryo UI"/>
                <a:ea typeface="Meiryo UI"/>
                <a:cs typeface="+mn-lt"/>
              </a:rPr>
              <a:t>本研究は下記ステップを経て、目的を達成することを計画</a:t>
            </a:r>
            <a:endParaRPr lang="en-US" altLang="ja-JP" sz="2000">
              <a:solidFill>
                <a:prstClr val="black"/>
              </a:solidFill>
              <a:latin typeface="Meiryo UI"/>
              <a:ea typeface="Meiryo UI"/>
              <a:cs typeface="+mn-lt"/>
            </a:endParaRPr>
          </a:p>
        </p:txBody>
      </p:sp>
    </p:spTree>
    <p:extLst>
      <p:ext uri="{BB962C8B-B14F-4D97-AF65-F5344CB8AC3E}">
        <p14:creationId xmlns:p14="http://schemas.microsoft.com/office/powerpoint/2010/main" val="220856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endParaRPr lang="ja-JP" altLang="en-US" sz="2400" b="1">
              <a:solidFill>
                <a:schemeClr val="tx1"/>
              </a:solidFill>
              <a:latin typeface="Meiryo UI"/>
              <a:ea typeface="Meiryo UI"/>
            </a:endParaRPr>
          </a:p>
          <a:p>
            <a:pPr marL="292100" indent="-292100" defTabSz="718291">
              <a:spcBef>
                <a:spcPts val="511"/>
              </a:spcBef>
              <a:spcAft>
                <a:spcPct val="0"/>
              </a:spcAft>
              <a:buAutoNum type="arabicPeriod"/>
            </a:pPr>
            <a:r>
              <a:rPr lang="ja-JP" altLang="en-US" sz="2400" b="1">
                <a:solidFill>
                  <a:schemeClr val="tx1"/>
                </a:solidFill>
                <a:latin typeface="Meiryo UI"/>
                <a:ea typeface="Meiryo UI"/>
              </a:rPr>
              <a:t> 活動実績</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tx1"/>
                </a:solidFill>
                <a:latin typeface="Meiryo UI"/>
                <a:ea typeface="Meiryo UI"/>
              </a:rPr>
              <a:t>4</a:t>
            </a:r>
            <a:r>
              <a:rPr lang="ja-JP" sz="2400" b="1">
                <a:solidFill>
                  <a:schemeClr val="tx1"/>
                </a:solidFill>
                <a:latin typeface="Meiryo UI"/>
                <a:ea typeface="Meiryo UI"/>
              </a:rPr>
              <a:t>-2</a:t>
            </a:r>
            <a:r>
              <a:rPr lang="ja-JP" altLang="en-US" sz="2400" b="1">
                <a:solidFill>
                  <a:schemeClr val="tx1"/>
                </a:solidFill>
                <a:latin typeface="Meiryo UI"/>
                <a:ea typeface="Meiryo UI"/>
              </a:rPr>
              <a:t>.</a:t>
            </a:r>
            <a:r>
              <a:rPr lang="en-US" altLang="ja-JP" sz="2400" b="1">
                <a:solidFill>
                  <a:schemeClr val="tx1"/>
                </a:solidFill>
                <a:latin typeface="Meiryo UI"/>
                <a:ea typeface="Meiryo UI"/>
              </a:rPr>
              <a:t> AI</a:t>
            </a:r>
            <a:r>
              <a:rPr lang="ja-JP" altLang="en-US" sz="2400" b="1">
                <a:solidFill>
                  <a:schemeClr val="tx1"/>
                </a:solidFill>
                <a:latin typeface="Meiryo UI"/>
                <a:ea typeface="Meiryo UI"/>
              </a:rPr>
              <a:t>駆動開発</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16</a:t>
            </a:fld>
            <a:endParaRPr lang="en-US" altLang="ja-JP">
              <a:solidFill>
                <a:srgbClr val="FFFFFF"/>
              </a:solidFill>
            </a:endParaRPr>
          </a:p>
        </p:txBody>
      </p:sp>
    </p:spTree>
    <p:extLst>
      <p:ext uri="{BB962C8B-B14F-4D97-AF65-F5344CB8AC3E}">
        <p14:creationId xmlns:p14="http://schemas.microsoft.com/office/powerpoint/2010/main" val="273991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656A1-1C4E-FDC8-CD63-0568A45CD0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A94BC7-DC63-9621-DB67-903BB7CC582B}"/>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17</a:t>
            </a:fld>
            <a:endParaRPr lang="en-US" altLang="ja-JP">
              <a:solidFill>
                <a:srgbClr val="FFFFFF"/>
              </a:solidFill>
            </a:endParaRPr>
          </a:p>
        </p:txBody>
      </p:sp>
      <p:sp>
        <p:nvSpPr>
          <p:cNvPr id="3" name="Title 2">
            <a:extLst>
              <a:ext uri="{FF2B5EF4-FFF2-40B4-BE49-F238E27FC236}">
                <a16:creationId xmlns:a16="http://schemas.microsoft.com/office/drawing/2014/main" id="{F187C708-B135-8200-7019-9FF01B570160}"/>
              </a:ext>
            </a:extLst>
          </p:cNvPr>
          <p:cNvSpPr>
            <a:spLocks noGrp="1"/>
          </p:cNvSpPr>
          <p:nvPr>
            <p:ph type="title"/>
          </p:nvPr>
        </p:nvSpPr>
        <p:spPr/>
        <p:txBody>
          <a:bodyPr/>
          <a:lstStyle/>
          <a:p>
            <a:r>
              <a:rPr lang="en-US" altLang="ja-JP" sz="1700" b="1" baseline="0">
                <a:solidFill>
                  <a:srgbClr val="7F7F7F"/>
                </a:solidFill>
                <a:latin typeface="Meiryo UI"/>
                <a:ea typeface="Meiryo UI"/>
              </a:rPr>
              <a:t>4-2</a:t>
            </a:r>
            <a:r>
              <a:rPr lang="en-US" altLang="ja-JP">
                <a:solidFill>
                  <a:srgbClr val="7F7F7F"/>
                </a:solidFill>
                <a:latin typeface="Meiryo UI"/>
                <a:ea typeface="Meiryo UI"/>
              </a:rPr>
              <a:t>. </a:t>
            </a:r>
            <a:r>
              <a:rPr lang="ja-JP" altLang="en-US" sz="1700" b="1" baseline="0">
                <a:solidFill>
                  <a:srgbClr val="7F7F7F"/>
                </a:solidFill>
                <a:latin typeface="Meiryo UI"/>
                <a:ea typeface="Meiryo UI"/>
              </a:rPr>
              <a:t>背景・目的</a:t>
            </a:r>
            <a:endParaRPr kumimoji="1" lang="en-US">
              <a:latin typeface="Meiryo UI"/>
            </a:endParaRPr>
          </a:p>
        </p:txBody>
      </p:sp>
      <p:sp>
        <p:nvSpPr>
          <p:cNvPr id="6" name="正方形/長方形 3">
            <a:extLst>
              <a:ext uri="{FF2B5EF4-FFF2-40B4-BE49-F238E27FC236}">
                <a16:creationId xmlns:a16="http://schemas.microsoft.com/office/drawing/2014/main" id="{6B144AB3-7C36-4D13-9082-E3B88CA4743C}"/>
              </a:ext>
            </a:extLst>
          </p:cNvPr>
          <p:cNvSpPr/>
          <p:nvPr/>
        </p:nvSpPr>
        <p:spPr>
          <a:xfrm>
            <a:off x="111777" y="367687"/>
            <a:ext cx="8903100" cy="1052263"/>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defTabSz="718291"/>
            <a:r>
              <a:rPr lang="en-US" altLang="ja-JP" sz="1600" err="1">
                <a:solidFill>
                  <a:srgbClr val="000000"/>
                </a:solidFill>
                <a:latin typeface="Meiryo UI"/>
                <a:ea typeface="Meiryo UI"/>
                <a:cs typeface="+mn-lt"/>
              </a:rPr>
              <a:t>各社、AI</a:t>
            </a:r>
            <a:r>
              <a:rPr lang="ja-JP" sz="1600">
                <a:solidFill>
                  <a:srgbClr val="000000"/>
                </a:solidFill>
                <a:latin typeface="Meiryo UI"/>
                <a:ea typeface="Meiryo UI"/>
                <a:cs typeface="+mn-lt"/>
              </a:rPr>
              <a:t>駆動開発を導入・組織的に拡大し、開発</a:t>
            </a:r>
            <a:r>
              <a:rPr lang="ja-JP" altLang="en-US" sz="1600">
                <a:solidFill>
                  <a:srgbClr val="000000"/>
                </a:solidFill>
                <a:latin typeface="Meiryo UI"/>
                <a:ea typeface="Meiryo UI"/>
                <a:cs typeface="+mn-lt"/>
              </a:rPr>
              <a:t>生産性を向上したい一方で、具体的なアプローチや段階的な進め方が整理されていない。</a:t>
            </a:r>
            <a:br>
              <a:rPr lang="ja-JP" altLang="en-US" sz="1600">
                <a:solidFill>
                  <a:srgbClr val="000000"/>
                </a:solidFill>
                <a:latin typeface="Meiryo UI"/>
                <a:ea typeface="Meiryo UI"/>
                <a:cs typeface="+mn-lt"/>
              </a:rPr>
            </a:br>
            <a:r>
              <a:rPr lang="ja-JP" altLang="en-US" sz="1600">
                <a:solidFill>
                  <a:srgbClr val="000000"/>
                </a:solidFill>
                <a:latin typeface="Meiryo UI"/>
                <a:ea typeface="Meiryo UI"/>
                <a:cs typeface="+mn-lt"/>
              </a:rPr>
              <a:t>本研究では、AI駆動開発の導入・拡大に向けた進め方を整理し、現状から理想のAI駆動開発に近づくための道筋を明確化する。</a:t>
            </a:r>
            <a:endParaRPr lang="ja-JP" sz="1600">
              <a:solidFill>
                <a:srgbClr val="000000"/>
              </a:solidFill>
              <a:latin typeface="Meiryo UI"/>
              <a:ea typeface="Meiryo UI"/>
            </a:endParaRPr>
          </a:p>
        </p:txBody>
      </p:sp>
      <p:sp>
        <p:nvSpPr>
          <p:cNvPr id="12" name="テキスト ボックス 11">
            <a:extLst>
              <a:ext uri="{FF2B5EF4-FFF2-40B4-BE49-F238E27FC236}">
                <a16:creationId xmlns:a16="http://schemas.microsoft.com/office/drawing/2014/main" id="{DA98D9F1-1D91-0812-508F-27517EFDFD7F}"/>
              </a:ext>
            </a:extLst>
          </p:cNvPr>
          <p:cNvSpPr txBox="1"/>
          <p:nvPr/>
        </p:nvSpPr>
        <p:spPr>
          <a:xfrm>
            <a:off x="342077" y="2419367"/>
            <a:ext cx="8801924" cy="830997"/>
          </a:xfrm>
          <a:prstGeom prst="rect">
            <a:avLst/>
          </a:prstGeom>
          <a:solidFill>
            <a:schemeClr val="bg1">
              <a:alpha val="20000"/>
            </a:schemeClr>
          </a:solidFill>
          <a:ln>
            <a:solidFill>
              <a:schemeClr val="bg1"/>
            </a:solidFill>
          </a:ln>
        </p:spPr>
        <p:txBody>
          <a:bodyPr wrap="square" lIns="91440" tIns="45720" rIns="91440" bIns="45720" anchor="t">
            <a:spAutoFit/>
          </a:bodyPr>
          <a:lstStyle/>
          <a:p>
            <a:pPr defTabSz="718291"/>
            <a:r>
              <a:rPr lang="ja-JP" altLang="en-US" sz="1600" b="1">
                <a:solidFill>
                  <a:schemeClr val="accent1">
                    <a:lumMod val="75000"/>
                  </a:schemeClr>
                </a:solidFill>
                <a:latin typeface="Meiryo UI"/>
                <a:ea typeface="Meiryo UI"/>
              </a:rPr>
              <a:t>■「理想のAI駆動開発」とは・・・</a:t>
            </a:r>
            <a:endParaRPr lang="ja-JP" altLang="ja-JP" sz="1600" b="1">
              <a:solidFill>
                <a:schemeClr val="accent1">
                  <a:lumMod val="75000"/>
                </a:schemeClr>
              </a:solidFill>
              <a:latin typeface="Meiryo UI"/>
              <a:ea typeface="Meiryo UI"/>
            </a:endParaRPr>
          </a:p>
          <a:p>
            <a:pPr defTabSz="718291"/>
            <a:r>
              <a:rPr lang="ja-JP" altLang="en-US" sz="1600">
                <a:latin typeface="Meiryo UI"/>
                <a:ea typeface="Meiryo UI"/>
              </a:rPr>
              <a:t>　　　</a:t>
            </a:r>
            <a:r>
              <a:rPr lang="ja-JP" altLang="en-US" sz="1600">
                <a:latin typeface="Meiryo UI"/>
                <a:ea typeface="Meiryo UI"/>
                <a:cs typeface="+mn-lt"/>
              </a:rPr>
              <a:t>AIが開発プロセス全体を駆動し、</a:t>
            </a:r>
            <a:endParaRPr lang="ja-JP" altLang="en-US" sz="1600">
              <a:solidFill>
                <a:srgbClr val="FFFF00"/>
              </a:solidFill>
              <a:latin typeface="Meiryo UI"/>
              <a:ea typeface="Meiryo UI"/>
              <a:cs typeface="+mn-lt"/>
            </a:endParaRPr>
          </a:p>
          <a:p>
            <a:pPr defTabSz="718291"/>
            <a:r>
              <a:rPr lang="ja-JP" altLang="en-US" sz="1600">
                <a:latin typeface="Meiryo UI"/>
                <a:ea typeface="Meiryo UI"/>
                <a:cs typeface="+mn-lt"/>
              </a:rPr>
              <a:t>　　　人は監督・判断に集中する開発スタイル</a:t>
            </a:r>
            <a:r>
              <a:rPr lang="ja-JP" altLang="en-US" sz="1600">
                <a:solidFill>
                  <a:srgbClr val="000000"/>
                </a:solidFill>
                <a:latin typeface="Meiryo UI"/>
                <a:ea typeface="Meiryo UI"/>
              </a:rPr>
              <a:t>(</a:t>
            </a:r>
            <a:r>
              <a:rPr lang="en-US" altLang="en-US" sz="1600">
                <a:solidFill>
                  <a:srgbClr val="000000"/>
                </a:solidFill>
                <a:latin typeface="Meiryo UI"/>
                <a:ea typeface="Meiryo UI"/>
              </a:rPr>
              <a:t>A</a:t>
            </a:r>
            <a:r>
              <a:rPr lang="ja-JP" sz="1600">
                <a:solidFill>
                  <a:srgbClr val="000000"/>
                </a:solidFill>
                <a:latin typeface="Meiryo UI"/>
                <a:ea typeface="Meiryo UI"/>
              </a:rPr>
              <a:t>pendix参照）</a:t>
            </a:r>
            <a:endParaRPr lang="ja-JP" altLang="en-US" sz="1600">
              <a:solidFill>
                <a:srgbClr val="FFFF00"/>
              </a:solidFill>
              <a:latin typeface="Meiryo UI"/>
              <a:ea typeface="Meiryo UI"/>
            </a:endParaRPr>
          </a:p>
        </p:txBody>
      </p:sp>
      <p:sp>
        <p:nvSpPr>
          <p:cNvPr id="22" name="テキスト ボックス 21">
            <a:extLst>
              <a:ext uri="{FF2B5EF4-FFF2-40B4-BE49-F238E27FC236}">
                <a16:creationId xmlns:a16="http://schemas.microsoft.com/office/drawing/2014/main" id="{50F8B74C-3CC8-58C2-EB41-B1EC1BF1FC25}"/>
              </a:ext>
            </a:extLst>
          </p:cNvPr>
          <p:cNvSpPr txBox="1"/>
          <p:nvPr/>
        </p:nvSpPr>
        <p:spPr>
          <a:xfrm>
            <a:off x="342077" y="3292074"/>
            <a:ext cx="8533114" cy="830997"/>
          </a:xfrm>
          <a:prstGeom prst="rect">
            <a:avLst/>
          </a:prstGeom>
          <a:solidFill>
            <a:schemeClr val="bg1">
              <a:alpha val="20000"/>
            </a:schemeClr>
          </a:solidFill>
          <a:ln>
            <a:solidFill>
              <a:schemeClr val="bg1"/>
            </a:solidFill>
          </a:ln>
        </p:spPr>
        <p:txBody>
          <a:bodyPr wrap="square" lIns="91440" tIns="45720" rIns="91440" bIns="45720" anchor="t">
            <a:spAutoFit/>
          </a:bodyPr>
          <a:lstStyle/>
          <a:p>
            <a:pPr defTabSz="718291"/>
            <a:r>
              <a:rPr lang="ja-JP" altLang="en-US" sz="1600" b="1">
                <a:solidFill>
                  <a:schemeClr val="accent1">
                    <a:lumMod val="75000"/>
                  </a:schemeClr>
                </a:solidFill>
                <a:latin typeface="Meiryo UI"/>
                <a:ea typeface="Meiryo UI"/>
              </a:rPr>
              <a:t>■成果物</a:t>
            </a:r>
            <a:endParaRPr lang="en-US" altLang="ja-JP" sz="1600" b="1">
              <a:solidFill>
                <a:schemeClr val="accent1">
                  <a:lumMod val="75000"/>
                </a:schemeClr>
              </a:solidFill>
              <a:latin typeface="Meiryo UI"/>
              <a:ea typeface="Meiryo UI"/>
            </a:endParaRPr>
          </a:p>
          <a:p>
            <a:pPr defTabSz="718291"/>
            <a:r>
              <a:rPr lang="ja-JP" altLang="en-US" sz="1600">
                <a:latin typeface="Meiryo UI"/>
                <a:ea typeface="Meiryo UI"/>
              </a:rPr>
              <a:t>　　　①　</a:t>
            </a:r>
            <a:r>
              <a:rPr lang="ja-JP" altLang="en-US" sz="1600">
                <a:solidFill>
                  <a:srgbClr val="000000"/>
                </a:solidFill>
                <a:latin typeface="Meiryo UI"/>
                <a:ea typeface="Meiryo UI"/>
                <a:cs typeface="+mn-lt"/>
              </a:rPr>
              <a:t>AI駆動開発の</a:t>
            </a:r>
            <a:r>
              <a:rPr lang="ja-JP" altLang="en-US" sz="1600">
                <a:latin typeface="Meiryo UI"/>
                <a:ea typeface="Meiryo UI"/>
                <a:cs typeface="+mn-lt"/>
              </a:rPr>
              <a:t>プロセス標準化</a:t>
            </a:r>
            <a:endParaRPr lang="ja-JP" altLang="en-US">
              <a:latin typeface="ＭＳ Ｐゴシック"/>
              <a:ea typeface="ＭＳ Ｐゴシック"/>
            </a:endParaRPr>
          </a:p>
          <a:p>
            <a:pPr defTabSz="718291"/>
            <a:r>
              <a:rPr lang="ja-JP" altLang="en-US" sz="1600">
                <a:latin typeface="Meiryo UI"/>
                <a:ea typeface="Meiryo UI"/>
              </a:rPr>
              <a:t>　　　②　</a:t>
            </a:r>
            <a:r>
              <a:rPr lang="ja-JP" sz="1600">
                <a:latin typeface="Meiryo UI"/>
                <a:ea typeface="Meiryo UI"/>
              </a:rPr>
              <a:t>AI駆動開発の</a:t>
            </a:r>
            <a:r>
              <a:rPr lang="ja-JP" altLang="en-US" sz="1600">
                <a:latin typeface="Meiryo UI"/>
                <a:ea typeface="Meiryo UI"/>
              </a:rPr>
              <a:t>導</a:t>
            </a:r>
            <a:r>
              <a:rPr lang="ja-JP" sz="1600">
                <a:latin typeface="Meiryo UI"/>
                <a:ea typeface="Meiryo UI"/>
              </a:rPr>
              <a:t>入ロードマップ</a:t>
            </a:r>
            <a:r>
              <a:rPr lang="ja-JP" altLang="en-US" sz="1600">
                <a:latin typeface="Meiryo UI"/>
                <a:ea typeface="Meiryo UI"/>
              </a:rPr>
              <a:t> </a:t>
            </a:r>
            <a:endParaRPr lang="ja-JP" altLang="en-US"/>
          </a:p>
        </p:txBody>
      </p:sp>
      <p:sp>
        <p:nvSpPr>
          <p:cNvPr id="9" name="正方形/長方形 8">
            <a:extLst>
              <a:ext uri="{FF2B5EF4-FFF2-40B4-BE49-F238E27FC236}">
                <a16:creationId xmlns:a16="http://schemas.microsoft.com/office/drawing/2014/main" id="{590C2D49-C93D-2B2D-21F4-799C0ADBEB6F}"/>
              </a:ext>
            </a:extLst>
          </p:cNvPr>
          <p:cNvSpPr/>
          <p:nvPr/>
        </p:nvSpPr>
        <p:spPr bwMode="auto">
          <a:xfrm>
            <a:off x="111777" y="4269628"/>
            <a:ext cx="8902783" cy="619867"/>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defTabSz="718291"/>
            <a:r>
              <a:rPr lang="ja-JP" sz="1600">
                <a:latin typeface="Meiryo UI"/>
                <a:ea typeface="Meiryo UI"/>
                <a:cs typeface="+mn-lt"/>
              </a:rPr>
              <a:t>これらの成果物を利用することで、自社のAI導入段階に依らず、導入・拡大への道筋を立て、</a:t>
            </a:r>
            <a:br>
              <a:rPr lang="ja-JP" sz="1600">
                <a:latin typeface="Meiryo UI"/>
                <a:ea typeface="Meiryo UI"/>
                <a:cs typeface="+mn-lt"/>
              </a:rPr>
            </a:br>
            <a:r>
              <a:rPr lang="ja-JP" sz="1600" b="1">
                <a:latin typeface="Meiryo UI"/>
                <a:ea typeface="Meiryo UI"/>
                <a:cs typeface="+mn-lt"/>
              </a:rPr>
              <a:t>理想のAI駆動開発に近づくために、何をすべきかを知ることができる。</a:t>
            </a:r>
            <a:endParaRPr lang="en-US" b="1"/>
          </a:p>
        </p:txBody>
      </p:sp>
      <p:sp>
        <p:nvSpPr>
          <p:cNvPr id="13" name="正方形/長方形 7">
            <a:extLst>
              <a:ext uri="{FF2B5EF4-FFF2-40B4-BE49-F238E27FC236}">
                <a16:creationId xmlns:a16="http://schemas.microsoft.com/office/drawing/2014/main" id="{D13897A2-5EB1-8D93-ED81-C2A24B42A84E}"/>
              </a:ext>
            </a:extLst>
          </p:cNvPr>
          <p:cNvSpPr/>
          <p:nvPr/>
        </p:nvSpPr>
        <p:spPr>
          <a:xfrm>
            <a:off x="205205" y="1737846"/>
            <a:ext cx="8714500" cy="625536"/>
          </a:xfrm>
          <a:prstGeom prst="rect">
            <a:avLst/>
          </a:prstGeom>
          <a:noFill/>
          <a:ln w="19050" cap="flat" cmpd="sng" algn="ctr">
            <a:solidFill>
              <a:srgbClr val="4472C4"/>
            </a:solidFill>
            <a:prstDash val="solid"/>
            <a:miter lim="800000"/>
          </a:ln>
          <a:effectLst/>
        </p:spPr>
        <p:txBody>
          <a:bodyPr vert="horz" wrap="none" lIns="108000" tIns="91439" rIns="0" bIns="0" rtlCol="0" anchor="t"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defTabSz="718291"/>
            <a:r>
              <a:rPr lang="ja-JP" altLang="en-US" sz="1600">
                <a:solidFill>
                  <a:srgbClr val="000000"/>
                </a:solidFill>
                <a:latin typeface="Meiryo UI"/>
                <a:ea typeface="Meiryo UI"/>
                <a:cs typeface="+mn-lt"/>
              </a:rPr>
              <a:t>　</a:t>
            </a:r>
            <a:r>
              <a:rPr lang="ja-JP" sz="1600">
                <a:solidFill>
                  <a:srgbClr val="000000"/>
                </a:solidFill>
                <a:latin typeface="Meiryo UI"/>
                <a:ea typeface="Meiryo UI"/>
                <a:cs typeface="+mn-lt"/>
              </a:rPr>
              <a:t>グループ全体の開発技術力を持続的に底上げする</a:t>
            </a:r>
            <a:r>
              <a:rPr lang="ja-JP" altLang="en-US" sz="1600">
                <a:solidFill>
                  <a:srgbClr val="000000"/>
                </a:solidFill>
                <a:latin typeface="Meiryo UI"/>
                <a:ea typeface="Meiryo UI"/>
                <a:cs typeface="+mn-lt"/>
              </a:rPr>
              <a:t>ために、</a:t>
            </a:r>
          </a:p>
          <a:p>
            <a:pPr defTabSz="718291"/>
            <a:r>
              <a:rPr lang="en-US" altLang="ja-JP" sz="1600">
                <a:solidFill>
                  <a:srgbClr val="000000"/>
                </a:solidFill>
                <a:latin typeface="Meiryo UI"/>
                <a:ea typeface="Meiryo UI"/>
                <a:cs typeface="+mn-lt"/>
              </a:rPr>
              <a:t>　AI</a:t>
            </a:r>
            <a:r>
              <a:rPr lang="ja-JP" sz="1600">
                <a:solidFill>
                  <a:srgbClr val="000000"/>
                </a:solidFill>
                <a:latin typeface="Meiryo UI"/>
                <a:ea typeface="Meiryo UI"/>
                <a:cs typeface="+mn-lt"/>
              </a:rPr>
              <a:t>駆動開発の標準プロセスとロードマップを策定・展開する。</a:t>
            </a:r>
            <a:endParaRPr lang="ja-JP" sz="1600">
              <a:latin typeface="Meiryo UI"/>
              <a:ea typeface="Meiryo UI"/>
            </a:endParaRPr>
          </a:p>
          <a:p>
            <a:pPr defTabSz="718291"/>
            <a:endParaRPr lang="ja-JP" sz="1600">
              <a:latin typeface="Meiryo UI"/>
              <a:ea typeface="Meiryo UI"/>
            </a:endParaRPr>
          </a:p>
        </p:txBody>
      </p:sp>
      <p:sp>
        <p:nvSpPr>
          <p:cNvPr id="15" name="四角形: 角を丸くする 16">
            <a:extLst>
              <a:ext uri="{FF2B5EF4-FFF2-40B4-BE49-F238E27FC236}">
                <a16:creationId xmlns:a16="http://schemas.microsoft.com/office/drawing/2014/main" id="{18CD8A8F-AFC5-745D-D8C7-121E842FE26B}"/>
              </a:ext>
            </a:extLst>
          </p:cNvPr>
          <p:cNvSpPr/>
          <p:nvPr/>
        </p:nvSpPr>
        <p:spPr>
          <a:xfrm>
            <a:off x="326630" y="1551814"/>
            <a:ext cx="4294344" cy="297368"/>
          </a:xfrm>
          <a:prstGeom prst="roundRect">
            <a:avLst>
              <a:gd name="adj" fmla="val 50000"/>
            </a:avLst>
          </a:prstGeom>
          <a:solidFill>
            <a:srgbClr val="4A66AC"/>
          </a:solidFill>
          <a:ln w="19050" cap="flat" cmpd="sng" algn="ctr">
            <a:noFill/>
            <a:prstDash val="solid"/>
            <a:miter lim="800000"/>
          </a:ln>
          <a:effectLst/>
        </p:spPr>
        <p:txBody>
          <a:bodyPr vert="horz" wrap="none" lIns="0" tIns="0" rIns="0" bIns="0" rtlCol="0" anchor="ctr"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ctr" defTabSz="914400">
              <a:defRPr/>
            </a:pPr>
            <a:r>
              <a:rPr lang="ja-JP" sz="1600" b="1" kern="0">
                <a:solidFill>
                  <a:schemeClr val="bg1"/>
                </a:solidFill>
                <a:latin typeface="Meiryo UI"/>
                <a:ea typeface="Meiryo UI"/>
              </a:rPr>
              <a:t>当分科会の目的</a:t>
            </a:r>
            <a:r>
              <a:rPr lang="ja-JP" sz="1600" kern="0">
                <a:solidFill>
                  <a:schemeClr val="bg1"/>
                </a:solidFill>
                <a:latin typeface="Meiryo UI"/>
                <a:ea typeface="Meiryo UI"/>
              </a:rPr>
              <a:t>（われわれはなぜここにいるのか）</a:t>
            </a:r>
            <a:endParaRPr lang="en-US">
              <a:solidFill>
                <a:schemeClr val="bg1"/>
              </a:solidFill>
            </a:endParaRPr>
          </a:p>
        </p:txBody>
      </p:sp>
      <p:sp>
        <p:nvSpPr>
          <p:cNvPr id="17" name="Minus Sign 16">
            <a:extLst>
              <a:ext uri="{FF2B5EF4-FFF2-40B4-BE49-F238E27FC236}">
                <a16:creationId xmlns:a16="http://schemas.microsoft.com/office/drawing/2014/main" id="{7E95F356-0A4E-111D-0773-5A7405D7CF06}"/>
              </a:ext>
            </a:extLst>
          </p:cNvPr>
          <p:cNvSpPr/>
          <p:nvPr/>
        </p:nvSpPr>
        <p:spPr bwMode="auto">
          <a:xfrm rot="5400000">
            <a:off x="402392" y="2699973"/>
            <a:ext cx="656756" cy="553699"/>
          </a:xfrm>
          <a:prstGeom prst="mathMinus">
            <a:avLst/>
          </a:prstGeom>
          <a:solidFill>
            <a:schemeClr val="accent1">
              <a:lumMod val="20000"/>
              <a:lumOff val="80000"/>
            </a:schemeClr>
          </a:solidFill>
          <a:ln>
            <a:noFill/>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Minus Sign 17">
            <a:extLst>
              <a:ext uri="{FF2B5EF4-FFF2-40B4-BE49-F238E27FC236}">
                <a16:creationId xmlns:a16="http://schemas.microsoft.com/office/drawing/2014/main" id="{E249D187-98E2-CB2A-C517-228A4E128432}"/>
              </a:ext>
            </a:extLst>
          </p:cNvPr>
          <p:cNvSpPr/>
          <p:nvPr/>
        </p:nvSpPr>
        <p:spPr bwMode="auto">
          <a:xfrm rot="5400000">
            <a:off x="426563" y="3535262"/>
            <a:ext cx="622465" cy="539646"/>
          </a:xfrm>
          <a:prstGeom prst="mathMinus">
            <a:avLst/>
          </a:prstGeom>
          <a:solidFill>
            <a:schemeClr val="accent1">
              <a:lumMod val="20000"/>
              <a:lumOff val="80000"/>
            </a:schemeClr>
          </a:solidFill>
          <a:ln>
            <a:noFill/>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4">
            <a:extLst>
              <a:ext uri="{FF2B5EF4-FFF2-40B4-BE49-F238E27FC236}">
                <a16:creationId xmlns:a16="http://schemas.microsoft.com/office/drawing/2014/main" id="{A29D5E99-8A2B-7DCC-63C7-037BE93866C6}"/>
              </a:ext>
            </a:extLst>
          </p:cNvPr>
          <p:cNvSpPr/>
          <p:nvPr/>
        </p:nvSpPr>
        <p:spPr bwMode="auto">
          <a:xfrm>
            <a:off x="5960745" y="2604135"/>
            <a:ext cx="2705100" cy="1525588"/>
          </a:xfrm>
          <a:prstGeom prst="rect">
            <a:avLst/>
          </a:prstGeom>
          <a:solidFill>
            <a:srgbClr val="ED7D3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600">
                <a:latin typeface="Meiryo UI"/>
                <a:ea typeface="Meiryo UI"/>
                <a:cs typeface="Meiryo UI" panose="020B0604030504040204" pitchFamily="50" charset="-128"/>
              </a:rPr>
              <a:t>いい感じのいらすとをいれる</a:t>
            </a:r>
            <a:endParaRPr lang="ja-JP" altLang="en-US" sz="1600" b="0" i="0" u="none" strike="noStrike" cap="none" normalizeH="0" baseline="0">
              <a:ln>
                <a:noFill/>
              </a:ln>
              <a:solidFill>
                <a:schemeClr val="tx1"/>
              </a:solidFill>
              <a:effectLst/>
              <a:latin typeface="Meiryo UI"/>
              <a:ea typeface="Meiryo UI"/>
              <a:cs typeface="Meiryo UI" panose="020B0604030504040204" pitchFamily="50" charset="-128"/>
            </a:endParaRPr>
          </a:p>
        </p:txBody>
      </p:sp>
    </p:spTree>
    <p:extLst>
      <p:ext uri="{BB962C8B-B14F-4D97-AF65-F5344CB8AC3E}">
        <p14:creationId xmlns:p14="http://schemas.microsoft.com/office/powerpoint/2010/main" val="3409147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endParaRPr lang="ja-JP" altLang="en-US" sz="2400" b="1">
              <a:solidFill>
                <a:schemeClr val="tx1"/>
              </a:solidFill>
              <a:latin typeface="Meiryo UI"/>
              <a:ea typeface="Meiryo UI"/>
            </a:endParaRPr>
          </a:p>
          <a:p>
            <a:pPr marL="292100" indent="-292100" defTabSz="718291">
              <a:spcBef>
                <a:spcPts val="511"/>
              </a:spcBef>
              <a:spcAft>
                <a:spcPct val="0"/>
              </a:spcAft>
              <a:buAutoNum type="arabicPeriod"/>
            </a:pPr>
            <a:r>
              <a:rPr lang="ja-JP" altLang="en-US" sz="2400" b="1">
                <a:solidFill>
                  <a:schemeClr val="tx1"/>
                </a:solidFill>
                <a:latin typeface="Meiryo UI"/>
                <a:ea typeface="Meiryo UI"/>
              </a:rPr>
              <a:t> 活動実績</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　</a:t>
            </a:r>
            <a:r>
              <a:rPr lang="en-US" altLang="ja-JP" sz="2400" b="1">
                <a:solidFill>
                  <a:schemeClr val="tx1"/>
                </a:solidFill>
                <a:latin typeface="Meiryo UI"/>
                <a:ea typeface="Meiryo UI"/>
              </a:rPr>
              <a:t>4</a:t>
            </a:r>
            <a:r>
              <a:rPr lang="ja-JP" sz="2400" b="1">
                <a:solidFill>
                  <a:schemeClr val="tx1"/>
                </a:solidFill>
                <a:latin typeface="Meiryo UI"/>
                <a:ea typeface="Meiryo UI"/>
              </a:rPr>
              <a:t>-3</a:t>
            </a:r>
            <a:r>
              <a:rPr lang="ja-JP" altLang="en-US" sz="2400" b="1">
                <a:solidFill>
                  <a:schemeClr val="tx1"/>
                </a:solidFill>
                <a:latin typeface="Meiryo UI"/>
                <a:ea typeface="Meiryo UI"/>
              </a:rPr>
              <a:t>.</a:t>
            </a:r>
            <a:r>
              <a:rPr lang="en-US" altLang="ja-JP" sz="2400" b="1">
                <a:solidFill>
                  <a:schemeClr val="tx1"/>
                </a:solidFill>
                <a:latin typeface="Meiryo UI"/>
                <a:ea typeface="Meiryo UI"/>
              </a:rPr>
              <a:t> AI</a:t>
            </a:r>
            <a:r>
              <a:rPr lang="ja-JP" altLang="en-US" sz="2400" b="1">
                <a:solidFill>
                  <a:schemeClr val="tx1"/>
                </a:solidFill>
                <a:latin typeface="Meiryo UI"/>
                <a:ea typeface="Meiryo UI"/>
              </a:rPr>
              <a:t>品質保証</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18</a:t>
            </a:fld>
            <a:endParaRPr lang="en-US" altLang="ja-JP">
              <a:solidFill>
                <a:srgbClr val="FFFFFF"/>
              </a:solidFill>
            </a:endParaRPr>
          </a:p>
        </p:txBody>
      </p:sp>
    </p:spTree>
    <p:extLst>
      <p:ext uri="{BB962C8B-B14F-4D97-AF65-F5344CB8AC3E}">
        <p14:creationId xmlns:p14="http://schemas.microsoft.com/office/powerpoint/2010/main" val="1213537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778B-1DDF-BEFD-9FFF-89913E89EE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BD39A1-3F9B-6051-4F9C-668F7CEA71F1}"/>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19</a:t>
            </a:fld>
            <a:endParaRPr lang="en-US" altLang="ja-JP">
              <a:solidFill>
                <a:srgbClr val="FFFFFF"/>
              </a:solidFill>
            </a:endParaRPr>
          </a:p>
        </p:txBody>
      </p:sp>
      <p:sp>
        <p:nvSpPr>
          <p:cNvPr id="3" name="Title 2">
            <a:extLst>
              <a:ext uri="{FF2B5EF4-FFF2-40B4-BE49-F238E27FC236}">
                <a16:creationId xmlns:a16="http://schemas.microsoft.com/office/drawing/2014/main" id="{D0997A54-7920-D924-C096-C062B9E14409}"/>
              </a:ext>
            </a:extLst>
          </p:cNvPr>
          <p:cNvSpPr>
            <a:spLocks noGrp="1"/>
          </p:cNvSpPr>
          <p:nvPr>
            <p:ph type="title"/>
          </p:nvPr>
        </p:nvSpPr>
        <p:spPr/>
        <p:txBody>
          <a:bodyPr/>
          <a:lstStyle/>
          <a:p>
            <a:r>
              <a:rPr lang="en-US" altLang="ja-JP" sz="1700" b="1" baseline="0">
                <a:solidFill>
                  <a:srgbClr val="7F7F7F"/>
                </a:solidFill>
                <a:latin typeface="Meiryo UI"/>
                <a:ea typeface="Meiryo UI"/>
              </a:rPr>
              <a:t>4-3</a:t>
            </a:r>
            <a:r>
              <a:rPr lang="en-US" altLang="ja-JP" sz="1700" baseline="0">
                <a:solidFill>
                  <a:srgbClr val="7F7F7F"/>
                </a:solidFill>
                <a:latin typeface="Meiryo UI"/>
                <a:ea typeface="Meiryo UI"/>
              </a:rPr>
              <a:t>. </a:t>
            </a:r>
            <a:r>
              <a:rPr lang="en-US" altLang="ja-JP" sz="1700" b="1" baseline="0">
                <a:solidFill>
                  <a:srgbClr val="7F7F7F"/>
                </a:solidFill>
                <a:latin typeface="Meiryo UI"/>
                <a:ea typeface="Meiryo UI"/>
              </a:rPr>
              <a:t>背景・目的</a:t>
            </a:r>
            <a:endParaRPr kumimoji="1" lang="en-US">
              <a:latin typeface="Meiryo UI"/>
            </a:endParaRPr>
          </a:p>
        </p:txBody>
      </p:sp>
      <p:sp>
        <p:nvSpPr>
          <p:cNvPr id="6" name="正方形/長方形 3">
            <a:extLst>
              <a:ext uri="{FF2B5EF4-FFF2-40B4-BE49-F238E27FC236}">
                <a16:creationId xmlns:a16="http://schemas.microsoft.com/office/drawing/2014/main" id="{72934253-6514-F777-3BF3-81C99250DB74}"/>
              </a:ext>
            </a:extLst>
          </p:cNvPr>
          <p:cNvSpPr/>
          <p:nvPr/>
        </p:nvSpPr>
        <p:spPr>
          <a:xfrm>
            <a:off x="109728" y="446344"/>
            <a:ext cx="8906256" cy="950000"/>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18288" rIns="77916" bIns="18288" rtlCol="0" anchor="t" anchorCtr="0">
            <a:noAutofit/>
          </a:bodyPr>
          <a:lstStyle/>
          <a:p>
            <a:pPr defTabSz="718291"/>
            <a:r>
              <a:rPr lang="ja-JP" sz="1250">
                <a:solidFill>
                  <a:schemeClr val="tx1"/>
                </a:solidFill>
                <a:latin typeface="Meiryo UI"/>
                <a:ea typeface="Meiryo UI"/>
                <a:cs typeface="+mn-lt"/>
              </a:rPr>
              <a:t>「AI駆動開発ではリリース可能な品質を担保できないのではないか」という疑いが、大企業の導入判断の最大の障壁である。本研究は現行の判定基準を緩めず、プロダクト品質を現行基準まで作り込み、満たしたと示せる状態を目指す。ハーネスが担うのは、①各工程で品質を作り込む働きと、②基準を満たしたと客観的に示す証跡（各工程の検証結果と、AIが正しい手順・条件で生成したことを示す記録）の生成、の両方である。</a:t>
            </a:r>
            <a:endParaRPr lang="en-US" altLang="ja-JP">
              <a:solidFill>
                <a:schemeClr val="tx1"/>
              </a:solidFill>
              <a:latin typeface="Meiryo UI"/>
              <a:ea typeface="Meiryo UI"/>
              <a:cs typeface="+mn-lt"/>
            </a:endParaRPr>
          </a:p>
        </p:txBody>
      </p:sp>
      <p:sp>
        <p:nvSpPr>
          <p:cNvPr id="12" name="テキスト ボックス 11">
            <a:extLst>
              <a:ext uri="{FF2B5EF4-FFF2-40B4-BE49-F238E27FC236}">
                <a16:creationId xmlns:a16="http://schemas.microsoft.com/office/drawing/2014/main" id="{3A927910-672B-0641-FED7-A8527BE41529}"/>
              </a:ext>
            </a:extLst>
          </p:cNvPr>
          <p:cNvSpPr txBox="1"/>
          <p:nvPr/>
        </p:nvSpPr>
        <p:spPr>
          <a:xfrm>
            <a:off x="338328" y="2350000"/>
            <a:ext cx="8805672" cy="1120000"/>
          </a:xfrm>
          <a:prstGeom prst="rect">
            <a:avLst/>
          </a:prstGeom>
          <a:solidFill>
            <a:schemeClr val="bg1">
              <a:alpha val="20000"/>
            </a:schemeClr>
          </a:solidFill>
          <a:ln>
            <a:solidFill>
              <a:schemeClr val="bg1"/>
            </a:solidFill>
          </a:ln>
        </p:spPr>
        <p:txBody>
          <a:bodyPr wrap="square" lIns="91440" tIns="18288" rIns="91440" bIns="18288" anchor="t">
            <a:noAutofit/>
          </a:bodyPr>
          <a:lstStyle/>
          <a:p>
            <a:pPr defTabSz="718291"/>
            <a:r>
              <a:rPr lang="ja-JP" altLang="en-US" sz="1250" b="1">
                <a:solidFill>
                  <a:schemeClr val="accent1">
                    <a:lumMod val="75000"/>
                  </a:schemeClr>
                </a:solidFill>
                <a:latin typeface="Meiryo UI"/>
                <a:ea typeface="Meiryo UI"/>
              </a:rPr>
              <a:t>■研究の主軸　品質を"作り込み"、かつ"作り込んだと説明できる"こと</a:t>
            </a:r>
            <a:endParaRPr lang="ja-JP" altLang="ja-JP" sz="1600" b="1">
              <a:solidFill>
                <a:schemeClr val="accent1">
                  <a:lumMod val="75000"/>
                </a:schemeClr>
              </a:solidFill>
              <a:latin typeface="Meiryo UI"/>
              <a:ea typeface="Meiryo UI"/>
            </a:endParaRPr>
          </a:p>
          <a:p>
            <a:pPr defTabSz="718291"/>
            <a:r>
              <a:rPr lang="ja-JP" altLang="en-US" sz="1250">
                <a:solidFill>
                  <a:schemeClr val="accent1">
                    <a:lumMod val="75000"/>
                  </a:schemeClr>
                </a:solidFill>
                <a:latin typeface="Meiryo UI"/>
                <a:ea typeface="Meiryo UI"/>
              </a:rPr>
              <a:t>　　　各工程での作り込み（V字の左側）を前提に、大企業では品質の確保だけでは足りず、保証したと言える根拠まで求められる。</a:t>
            </a:r>
            <a:endParaRPr lang="ja-JP" altLang="ja-JP" sz="1600" b="1">
              <a:solidFill>
                <a:schemeClr val="accent1">
                  <a:lumMod val="75000"/>
                </a:schemeClr>
              </a:solidFill>
              <a:latin typeface="Meiryo UI"/>
              <a:ea typeface="Meiryo UI"/>
            </a:endParaRPr>
          </a:p>
          <a:p>
            <a:pPr defTabSz="718291"/>
            <a:r>
              <a:rPr lang="ja-JP" altLang="en-US" sz="1250">
                <a:solidFill>
                  <a:schemeClr val="accent1">
                    <a:lumMod val="75000"/>
                  </a:schemeClr>
                </a:solidFill>
                <a:latin typeface="Meiryo UI"/>
                <a:ea typeface="Meiryo UI"/>
              </a:rPr>
              <a:t>　　　「よく分からないが動いている」は、判定を通せない。</a:t>
            </a:r>
            <a:endParaRPr lang="ja-JP" altLang="ja-JP" sz="1600" b="1">
              <a:solidFill>
                <a:schemeClr val="accent1">
                  <a:lumMod val="75000"/>
                </a:schemeClr>
              </a:solidFill>
              <a:latin typeface="Meiryo UI"/>
              <a:ea typeface="Meiryo UI"/>
            </a:endParaRPr>
          </a:p>
          <a:p>
            <a:pPr/>
            <a:r>
              <a:rPr sz="950">
                <a:latin typeface="Meiryo UI"/>
              </a:rPr>
              <a:t>　　　※ 証跡＝(a) 検証の証跡（テスト・レビューの合否と判断根拠）＋ (b) プロセスの証跡（使用モデル・版・プロンプト・参照情報・実行ログ）</a:t>
            </a:r>
          </a:p>
        </p:txBody>
      </p:sp>
      <p:sp>
        <p:nvSpPr>
          <p:cNvPr id="22" name="テキスト ボックス 21">
            <a:extLst>
              <a:ext uri="{FF2B5EF4-FFF2-40B4-BE49-F238E27FC236}">
                <a16:creationId xmlns:a16="http://schemas.microsoft.com/office/drawing/2014/main" id="{54EC706D-632B-1154-C001-0AD3FE3EA28D}"/>
              </a:ext>
            </a:extLst>
          </p:cNvPr>
          <p:cNvSpPr txBox="1"/>
          <p:nvPr/>
        </p:nvSpPr>
        <p:spPr>
          <a:xfrm>
            <a:off x="338328" y="3500000"/>
            <a:ext cx="8531352" cy="880000"/>
          </a:xfrm>
          <a:prstGeom prst="rect">
            <a:avLst/>
          </a:prstGeom>
          <a:solidFill>
            <a:schemeClr val="bg1">
              <a:alpha val="20000"/>
            </a:schemeClr>
          </a:solidFill>
          <a:ln>
            <a:solidFill>
              <a:schemeClr val="bg1"/>
            </a:solidFill>
          </a:ln>
        </p:spPr>
        <p:txBody>
          <a:bodyPr wrap="square" lIns="91440" tIns="18288" rIns="91440" bIns="18288" anchor="t">
            <a:noAutofit/>
          </a:bodyPr>
          <a:lstStyle/>
          <a:p>
            <a:pPr defTabSz="718291"/>
            <a:r>
              <a:rPr lang="ja-JP" altLang="en-US" sz="1200" b="1">
                <a:solidFill>
                  <a:schemeClr val="accent1">
                    <a:lumMod val="75000"/>
                  </a:schemeClr>
                </a:solidFill>
                <a:latin typeface="Meiryo UI"/>
                <a:ea typeface="Meiryo UI"/>
              </a:rPr>
              <a:t>■To-Be（理想形）</a:t>
            </a:r>
            <a:endParaRPr lang="en-US" altLang="ja-JP" sz="1600" b="1">
              <a:solidFill>
                <a:schemeClr val="accent1">
                  <a:lumMod val="75000"/>
                </a:schemeClr>
              </a:solidFill>
              <a:latin typeface="Meiryo UI"/>
              <a:ea typeface="Meiryo UI"/>
            </a:endParaRPr>
          </a:p>
          <a:p>
            <a:pPr defTabSz="718291"/>
            <a:r>
              <a:rPr lang="ja-JP" altLang="en-US" sz="1200">
                <a:solidFill>
                  <a:schemeClr val="accent1">
                    <a:lumMod val="75000"/>
                  </a:schemeClr>
                </a:solidFill>
                <a:latin typeface="Meiryo UI"/>
                <a:ea typeface="Meiryo UI"/>
              </a:rPr>
              <a:t>　　　AI駆動開発の成果物について、</a:t>
            </a:r>
            <a:r>
              <a:rPr lang="ja-JP" altLang="en-US" sz="1200" b="1">
                <a:solidFill>
                  <a:schemeClr val="accent1">
                    <a:lumMod val="75000"/>
                  </a:schemeClr>
                </a:solidFill>
                <a:latin typeface="Meiryo UI"/>
                <a:ea typeface="Meiryo UI"/>
              </a:rPr>
              <a:t>現行と同じ「リリースしてよいか」の判断を、</a:t>
            </a:r>
            <a:endParaRPr lang="en-US" altLang="ja-JP" sz="1600" b="1">
              <a:solidFill>
                <a:schemeClr val="accent1">
                  <a:lumMod val="75000"/>
                </a:schemeClr>
              </a:solidFill>
              <a:latin typeface="Meiryo UI"/>
              <a:ea typeface="Meiryo UI"/>
            </a:endParaRPr>
          </a:p>
          <a:p>
            <a:pPr defTabSz="718291"/>
            <a:r>
              <a:rPr lang="ja-JP" altLang="en-US" sz="1200">
                <a:solidFill>
                  <a:schemeClr val="accent1">
                    <a:lumMod val="75000"/>
                  </a:schemeClr>
                </a:solidFill>
                <a:latin typeface="Meiryo UI"/>
                <a:ea typeface="Meiryo UI"/>
              </a:rPr>
              <a:t>　　　</a:t>
            </a:r>
            <a:r>
              <a:rPr lang="ja-JP" altLang="en-US" sz="1200" b="1">
                <a:solidFill>
                  <a:schemeClr val="accent1">
                    <a:lumMod val="75000"/>
                  </a:schemeClr>
                </a:solidFill>
                <a:latin typeface="Meiryo UI"/>
                <a:ea typeface="Meiryo UI"/>
              </a:rPr>
              <a:t>現行と同じ確からしさで下せる状態</a:t>
            </a:r>
            <a:r>
              <a:rPr lang="ja-JP" altLang="en-US" sz="1200">
                <a:solidFill>
                  <a:schemeClr val="accent1">
                    <a:lumMod val="75000"/>
                  </a:schemeClr>
                </a:solidFill>
                <a:latin typeface="Meiryo UI"/>
                <a:ea typeface="Meiryo UI"/>
              </a:rPr>
              <a:t>。</a:t>
            </a:r>
            <a:endParaRPr lang="en-US" altLang="ja-JP" sz="1600" b="1">
              <a:solidFill>
                <a:schemeClr val="accent1">
                  <a:lumMod val="75000"/>
                </a:schemeClr>
              </a:solidFill>
              <a:latin typeface="Meiryo UI"/>
              <a:ea typeface="Meiryo UI"/>
            </a:endParaRPr>
          </a:p>
          <a:p>
            <a:pPr defTabSz="718291"/>
            <a:r>
              <a:rPr lang="ja-JP" altLang="en-US" sz="1200">
                <a:solidFill>
                  <a:schemeClr val="accent1">
                    <a:lumMod val="75000"/>
                  </a:schemeClr>
                </a:solidFill>
                <a:latin typeface="Meiryo UI"/>
                <a:ea typeface="Meiryo UI"/>
              </a:rPr>
              <a:t>　　　判断の材料は、人の作業量の記録から、ハーネスが残す検証結果と証跡へ置き換わる。</a:t>
            </a:r>
            <a:endParaRPr lang="en-US" altLang="ja-JP" sz="1600" b="1">
              <a:solidFill>
                <a:schemeClr val="accent1">
                  <a:lumMod val="75000"/>
                </a:schemeClr>
              </a:solidFill>
              <a:latin typeface="Meiryo UI"/>
              <a:ea typeface="Meiryo UI"/>
            </a:endParaRPr>
          </a:p>
        </p:txBody>
      </p:sp>
      <p:sp>
        <p:nvSpPr>
          <p:cNvPr id="9" name="正方形/長方形 8">
            <a:extLst>
              <a:ext uri="{FF2B5EF4-FFF2-40B4-BE49-F238E27FC236}">
                <a16:creationId xmlns:a16="http://schemas.microsoft.com/office/drawing/2014/main" id="{54DDE1CC-0568-EF6F-FE9D-3552007C535E}"/>
              </a:ext>
            </a:extLst>
          </p:cNvPr>
          <p:cNvSpPr/>
          <p:nvPr/>
        </p:nvSpPr>
        <p:spPr bwMode="auto">
          <a:xfrm>
            <a:off x="109728" y="4400000"/>
            <a:ext cx="8805672" cy="505370"/>
          </a:xfrm>
          <a:prstGeom prst="rect">
            <a:avLst/>
          </a:prstGeom>
          <a:solidFill>
            <a:srgbClr val="DAE0EF"/>
          </a:solidFill>
          <a:ln w="9525" cap="flat" cmpd="sng" algn="ctr">
            <a:noFill/>
            <a:prstDash val="solid"/>
            <a:round/>
            <a:headEnd type="none" w="med" len="med"/>
            <a:tailEnd type="none" w="med" len="med"/>
          </a:ln>
          <a:effectLst/>
        </p:spPr>
        <p:txBody>
          <a:bodyPr vert="horz" wrap="square" lIns="91440" tIns="18288" rIns="91440" bIns="18288" numCol="1" rtlCol="0" anchor="ctr" anchorCtr="0" compatLnSpc="1">
            <a:prstTxWarp prst="textNoShape">
              <a:avLst/>
            </a:prstTxWarp>
            <a:noAutofit/>
          </a:bodyPr>
          <a:lstStyle/>
          <a:p>
            <a:pPr defTabSz="718291"/>
            <a:r>
              <a:rPr lang="ja-JP" altLang="en-US" sz="1200">
                <a:latin typeface="Meiryo UI"/>
                <a:ea typeface="Meiryo UI"/>
              </a:rPr>
              <a:t>仮説：素の</a:t>
            </a:r>
            <a:r>
              <a:rPr lang="en-US" altLang="ja-JP" sz="1200">
                <a:latin typeface="Meiryo UI"/>
                <a:ea typeface="Meiryo UI"/>
              </a:rPr>
              <a:t>AI</a:t>
            </a:r>
            <a:r>
              <a:rPr lang="ja-JP" altLang="en-US" sz="1200">
                <a:latin typeface="Meiryo UI"/>
                <a:ea typeface="Meiryo UI"/>
              </a:rPr>
              <a:t>駆動開発のワークフロー</a:t>
            </a:r>
            <a:r>
              <a:rPr lang="en-US" altLang="ja-JP" sz="1200">
                <a:latin typeface="Meiryo UI"/>
                <a:ea typeface="Meiryo UI"/>
              </a:rPr>
              <a:t>(</a:t>
            </a:r>
            <a:r>
              <a:rPr lang="ja-JP" altLang="en-US" sz="1200">
                <a:latin typeface="Meiryo UI"/>
                <a:ea typeface="Meiryo UI"/>
              </a:rPr>
              <a:t>例：</a:t>
            </a:r>
            <a:r>
              <a:rPr lang="en-US" altLang="ja-JP" sz="1200">
                <a:latin typeface="Meiryo UI"/>
                <a:ea typeface="Meiryo UI"/>
              </a:rPr>
              <a:t>AI-DLC workflow)</a:t>
            </a:r>
            <a:r>
              <a:rPr lang="ja-JP" altLang="en-US" sz="1200">
                <a:latin typeface="Meiryo UI"/>
                <a:ea typeface="Meiryo UI"/>
              </a:rPr>
              <a:t>では、各社の品質基準・リリース判定基準を満たせない。不足するのは</a:t>
            </a:r>
            <a:r>
              <a:rPr lang="ja-JP" altLang="en-US" sz="1200" b="1">
                <a:latin typeface="Meiryo UI"/>
                <a:ea typeface="Meiryo UI"/>
              </a:rPr>
              <a:t>品質の作り込みか、それを示す証跡か</a:t>
            </a:r>
            <a:r>
              <a:rPr lang="ja-JP" altLang="en-US" sz="1200">
                <a:latin typeface="Meiryo UI"/>
                <a:ea typeface="Meiryo UI"/>
              </a:rPr>
              <a:t>。その切り分けが本研究の出発点である。</a:t>
            </a:r>
          </a:p>
        </p:txBody>
      </p:sp>
      <p:sp>
        <p:nvSpPr>
          <p:cNvPr id="13" name="正方形/長方形 7">
            <a:extLst>
              <a:ext uri="{FF2B5EF4-FFF2-40B4-BE49-F238E27FC236}">
                <a16:creationId xmlns:a16="http://schemas.microsoft.com/office/drawing/2014/main" id="{8A034014-3723-7A0B-5B0E-1A0264BD24AF}"/>
              </a:ext>
            </a:extLst>
          </p:cNvPr>
          <p:cNvSpPr/>
          <p:nvPr/>
        </p:nvSpPr>
        <p:spPr>
          <a:xfrm>
            <a:off x="201168" y="1552768"/>
            <a:ext cx="8714232" cy="713232"/>
          </a:xfrm>
          <a:prstGeom prst="rect">
            <a:avLst/>
          </a:prstGeom>
          <a:noFill/>
          <a:ln w="19050" cap="flat" cmpd="sng" algn="ctr">
            <a:solidFill>
              <a:srgbClr val="4472C4"/>
            </a:solidFill>
            <a:prstDash val="solid"/>
            <a:miter lim="800000"/>
          </a:ln>
          <a:effectLst/>
        </p:spPr>
        <p:txBody>
          <a:bodyPr vert="horz" wrap="square" lIns="108000" tIns="146304" rIns="0" bIns="18288" rtlCol="0" anchor="t"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defTabSz="718291"/>
            <a:r>
              <a:rPr lang="ja-JP" altLang="en-US" sz="1300">
                <a:solidFill>
                  <a:srgbClr val="000000"/>
                </a:solidFill>
                <a:latin typeface="Meiryo UI"/>
                <a:ea typeface="Meiryo UI"/>
              </a:rPr>
              <a:t>　AI生成物を信頼して利用するための品質保証モデル(=ハーネス)の確立。</a:t>
            </a:r>
            <a:endParaRPr lang="en-US" altLang="ja-JP" sz="1600">
              <a:solidFill>
                <a:srgbClr val="000000"/>
              </a:solidFill>
              <a:latin typeface="Meiryo UI"/>
              <a:ea typeface="Meiryo UI"/>
            </a:endParaRPr>
          </a:p>
          <a:p>
            <a:pPr defTabSz="718291"/>
            <a:r>
              <a:rPr lang="ja-JP" altLang="en-US" sz="1300">
                <a:solidFill>
                  <a:srgbClr val="000000"/>
                </a:solidFill>
                <a:latin typeface="Meiryo UI"/>
                <a:ea typeface="Meiryo UI"/>
              </a:rPr>
              <a:t>　リリース可能な品質を担保できない根本原因は、AI生成物を現行基準の形で評価・検証し、結果を証跡として残す仕組みが不在であることにある。</a:t>
            </a:r>
            <a:endParaRPr lang="en-US" altLang="ja-JP" sz="1600">
              <a:solidFill>
                <a:srgbClr val="000000"/>
              </a:solidFill>
              <a:latin typeface="Meiryo UI"/>
              <a:ea typeface="Meiryo UI"/>
            </a:endParaRPr>
          </a:p>
        </p:txBody>
      </p:sp>
      <p:sp>
        <p:nvSpPr>
          <p:cNvPr id="15" name="四角形: 角を丸くする 16">
            <a:extLst>
              <a:ext uri="{FF2B5EF4-FFF2-40B4-BE49-F238E27FC236}">
                <a16:creationId xmlns:a16="http://schemas.microsoft.com/office/drawing/2014/main" id="{B478000A-6E70-050B-5B93-82FC537883A8}"/>
              </a:ext>
            </a:extLst>
          </p:cNvPr>
          <p:cNvSpPr/>
          <p:nvPr/>
        </p:nvSpPr>
        <p:spPr>
          <a:xfrm>
            <a:off x="329184" y="1369888"/>
            <a:ext cx="4297680" cy="301752"/>
          </a:xfrm>
          <a:prstGeom prst="roundRect">
            <a:avLst>
              <a:gd name="adj" fmla="val 50000"/>
            </a:avLst>
          </a:prstGeom>
          <a:solidFill>
            <a:srgbClr val="4A66AC"/>
          </a:solidFill>
          <a:ln w="19050" cap="flat" cmpd="sng" algn="ctr">
            <a:noFill/>
            <a:prstDash val="solid"/>
            <a:miter lim="800000"/>
          </a:ln>
          <a:effectLst/>
        </p:spPr>
        <p:txBody>
          <a:bodyPr vert="horz" wrap="square" lIns="0" tIns="18288" rIns="0" bIns="18288" rtlCol="0" anchor="ctr"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ctr" defTabSz="914400">
              <a:defRPr/>
            </a:pPr>
            <a:r>
              <a:rPr lang="ja-JP" sz="1600" b="1" kern="0">
                <a:solidFill>
                  <a:schemeClr val="bg1"/>
                </a:solidFill>
                <a:latin typeface="Meiryo UI"/>
                <a:ea typeface="Meiryo UI"/>
              </a:rPr>
              <a:t>当分科会の目的</a:t>
            </a:r>
            <a:r>
              <a:rPr lang="ja-JP" sz="1600" kern="0">
                <a:solidFill>
                  <a:schemeClr val="bg1"/>
                </a:solidFill>
                <a:latin typeface="Meiryo UI"/>
                <a:ea typeface="Meiryo UI"/>
              </a:rPr>
              <a:t>（われわれはなぜここにいるのか）</a:t>
            </a:r>
            <a:endParaRPr lang="en-US">
              <a:solidFill>
                <a:schemeClr val="bg1"/>
              </a:solidFill>
            </a:endParaRPr>
          </a:p>
        </p:txBody>
      </p:sp>
    </p:spTree>
    <p:extLst>
      <p:ext uri="{BB962C8B-B14F-4D97-AF65-F5344CB8AC3E}">
        <p14:creationId xmlns:p14="http://schemas.microsoft.com/office/powerpoint/2010/main" val="4077408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778B-1DDF-BEFD-9FFF-89913E89EE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BD39A1-3F9B-6051-4F9C-668F7CEA71F1}"/>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20</a:t>
            </a:fld>
            <a:endParaRPr lang="en-US" altLang="ja-JP">
              <a:solidFill>
                <a:srgbClr val="FFFFFF"/>
              </a:solidFill>
            </a:endParaRPr>
          </a:p>
        </p:txBody>
      </p:sp>
      <p:sp>
        <p:nvSpPr>
          <p:cNvPr id="3" name="Title 2">
            <a:extLst>
              <a:ext uri="{FF2B5EF4-FFF2-40B4-BE49-F238E27FC236}">
                <a16:creationId xmlns:a16="http://schemas.microsoft.com/office/drawing/2014/main" id="{D0997A54-7920-D924-C096-C062B9E14409}"/>
              </a:ext>
            </a:extLst>
          </p:cNvPr>
          <p:cNvSpPr>
            <a:spLocks noGrp="1"/>
          </p:cNvSpPr>
          <p:nvPr>
            <p:ph type="title"/>
          </p:nvPr>
        </p:nvSpPr>
        <p:spPr/>
        <p:txBody>
          <a:bodyPr/>
          <a:lstStyle/>
          <a:p>
            <a:r>
              <a:rPr lang="en-US" altLang="ja-JP" sz="1700" b="1" baseline="0">
                <a:solidFill>
                  <a:srgbClr val="7F7F7F"/>
                </a:solidFill>
                <a:latin typeface="Meiryo UI"/>
                <a:ea typeface="Meiryo UI"/>
              </a:rPr>
              <a:t>4-3</a:t>
            </a:r>
            <a:r>
              <a:rPr lang="en-US" altLang="ja-JP" sz="1700" baseline="0">
                <a:solidFill>
                  <a:srgbClr val="7F7F7F"/>
                </a:solidFill>
                <a:latin typeface="Meiryo UI"/>
                <a:ea typeface="Meiryo UI"/>
              </a:rPr>
              <a:t>. </a:t>
            </a:r>
            <a:r>
              <a:rPr lang="en-US" altLang="ja-JP" sz="1700" b="1" baseline="0">
                <a:solidFill>
                  <a:srgbClr val="7F7F7F"/>
                </a:solidFill>
                <a:latin typeface="Meiryo UI"/>
                <a:ea typeface="Meiryo UI"/>
              </a:rPr>
              <a:t>背景・目的</a:t>
            </a:r>
            <a:endParaRPr kumimoji="1" lang="en-US">
              <a:latin typeface="Meiryo UI"/>
            </a:endParaRPr>
          </a:p>
        </p:txBody>
      </p:sp>
      <p:sp>
        <p:nvSpPr>
          <p:cNvPr id="6" name="正方形/長方形 3">
            <a:extLst>
              <a:ext uri="{FF2B5EF4-FFF2-40B4-BE49-F238E27FC236}">
                <a16:creationId xmlns:a16="http://schemas.microsoft.com/office/drawing/2014/main" id="{72934253-6514-F777-3BF3-81C99250DB74}"/>
              </a:ext>
            </a:extLst>
          </p:cNvPr>
          <p:cNvSpPr/>
          <p:nvPr/>
        </p:nvSpPr>
        <p:spPr>
          <a:xfrm>
            <a:off x="109728" y="387167"/>
            <a:ext cx="8906256" cy="841248"/>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18288" rIns="77916" bIns="18288" rtlCol="0" anchor="t" anchorCtr="0"/>
          <a:lstStyle/>
          <a:p>
            <a:pPr defTabSz="718291"/>
            <a:r>
              <a:rPr lang="ja-JP" sz="1600">
                <a:solidFill>
                  <a:schemeClr val="tx1"/>
                </a:solidFill>
                <a:latin typeface="Meiryo UI"/>
                <a:ea typeface="Meiryo UI"/>
                <a:cs typeface="+mn-lt"/>
              </a:rPr>
              <a:t>分科会5社の品質評価資料から、リリース判定の判断構造は</a:t>
            </a:r>
            <a:r>
              <a:rPr lang="ja-JP" sz="1600" b="1">
                <a:solidFill>
                  <a:schemeClr val="tx1"/>
                </a:solidFill>
                <a:latin typeface="Meiryo UI"/>
                <a:ea typeface="Meiryo UI"/>
                <a:cs typeface="+mn-lt"/>
              </a:rPr>
              <a:t>8つの共通観点</a:t>
            </a:r>
            <a:r>
              <a:rPr lang="ja-JP" sz="1600">
                <a:solidFill>
                  <a:schemeClr val="tx1"/>
                </a:solidFill>
                <a:latin typeface="Meiryo UI"/>
                <a:ea typeface="Meiryo UI"/>
                <a:cs typeface="+mn-lt"/>
              </a:rPr>
              <a:t>に集約された。うち自動化できるのは3観点にとどまり、残る5観点は人が判断する。ハーネスが担うのは</a:t>
            </a:r>
            <a:r>
              <a:rPr lang="ja-JP" sz="1600" b="1">
                <a:solidFill>
                  <a:schemeClr val="tx1"/>
                </a:solidFill>
                <a:latin typeface="Meiryo UI"/>
                <a:ea typeface="Meiryo UI"/>
                <a:cs typeface="+mn-lt"/>
              </a:rPr>
              <a:t>判定ではなく材料の提示</a:t>
            </a:r>
            <a:r>
              <a:rPr lang="ja-JP" sz="1600">
                <a:solidFill>
                  <a:schemeClr val="tx1"/>
                </a:solidFill>
                <a:latin typeface="Meiryo UI"/>
                <a:ea typeface="Meiryo UI"/>
                <a:cs typeface="+mn-lt"/>
              </a:rPr>
              <a:t>であり、</a:t>
            </a:r>
            <a:r>
              <a:rPr lang="ja-JP" sz="1600" b="1">
                <a:solidFill>
                  <a:schemeClr val="tx1"/>
                </a:solidFill>
                <a:latin typeface="Meiryo UI"/>
                <a:ea typeface="Meiryo UI"/>
                <a:cs typeface="+mn-lt"/>
              </a:rPr>
              <a:t>これを現行基準の形で出せないことが適用課題</a:t>
            </a:r>
            <a:r>
              <a:rPr lang="ja-JP" sz="1600">
                <a:solidFill>
                  <a:schemeClr val="tx1"/>
                </a:solidFill>
                <a:latin typeface="Meiryo UI"/>
                <a:ea typeface="Meiryo UI"/>
                <a:cs typeface="+mn-lt"/>
              </a:rPr>
              <a:t>（自社適用時のハードル）である。</a:t>
            </a:r>
            <a:endParaRPr lang="en-US" altLang="ja-JP">
              <a:solidFill>
                <a:schemeClr val="tx1"/>
              </a:solidFill>
              <a:latin typeface="Meiryo UI"/>
              <a:ea typeface="Meiryo UI"/>
              <a:cs typeface="+mn-lt"/>
            </a:endParaRPr>
          </a:p>
        </p:txBody>
      </p:sp>
      <p:sp>
        <p:nvSpPr>
          <p:cNvPr id="12" name="テキスト ボックス 11">
            <a:extLst>
              <a:ext uri="{FF2B5EF4-FFF2-40B4-BE49-F238E27FC236}">
                <a16:creationId xmlns:a16="http://schemas.microsoft.com/office/drawing/2014/main" id="{3A927910-672B-0641-FED7-A8527BE41529}"/>
              </a:ext>
            </a:extLst>
          </p:cNvPr>
          <p:cNvSpPr txBox="1"/>
          <p:nvPr/>
        </p:nvSpPr>
        <p:spPr>
          <a:xfrm>
            <a:off x="338328" y="3068458"/>
            <a:ext cx="8805672" cy="914400"/>
          </a:xfrm>
          <a:prstGeom prst="rect">
            <a:avLst/>
          </a:prstGeom>
          <a:solidFill>
            <a:schemeClr val="bg1">
              <a:alpha val="20000"/>
            </a:schemeClr>
          </a:solidFill>
          <a:ln>
            <a:solidFill>
              <a:schemeClr val="bg1"/>
            </a:solidFill>
          </a:ln>
        </p:spPr>
        <p:txBody>
          <a:bodyPr wrap="square" lIns="91440" tIns="18288" rIns="91440" bIns="18288" anchor="t">
            <a:spAutoFit/>
          </a:bodyPr>
          <a:lstStyle/>
          <a:p>
            <a:pPr defTabSz="718291"/>
            <a:r>
              <a:rPr lang="ja-JP" altLang="en-US" sz="1300" b="1">
                <a:solidFill>
                  <a:schemeClr val="accent1">
                    <a:lumMod val="75000"/>
                  </a:schemeClr>
                </a:solidFill>
                <a:latin typeface="Meiryo UI"/>
                <a:ea typeface="Meiryo UI"/>
              </a:rPr>
              <a:t>■研究の進め方（下期に実施）　― 素の状態を走らせ、共通観点8つとのギャップを特定する</a:t>
            </a:r>
            <a:endParaRPr lang="ja-JP" altLang="ja-JP" sz="1600" b="1">
              <a:solidFill>
                <a:schemeClr val="accent1">
                  <a:lumMod val="75000"/>
                </a:schemeClr>
              </a:solidFill>
              <a:latin typeface="Meiryo UI"/>
              <a:ea typeface="Meiryo UI"/>
            </a:endParaRPr>
          </a:p>
          <a:p>
            <a:pPr defTabSz="718291"/>
            <a:r>
              <a:rPr lang="ja-JP" altLang="en-US" sz="1300">
                <a:solidFill>
                  <a:schemeClr val="accent1">
                    <a:lumMod val="75000"/>
                  </a:schemeClr>
                </a:solidFill>
                <a:latin typeface="Meiryo UI"/>
                <a:ea typeface="Meiryo UI"/>
              </a:rPr>
              <a:t>　①題材を決め、品質保証の文脈を与えずに素のワークフローを実行</a:t>
            </a:r>
            <a:endParaRPr lang="ja-JP" altLang="ja-JP" sz="1600" b="1">
              <a:solidFill>
                <a:schemeClr val="accent1">
                  <a:lumMod val="75000"/>
                </a:schemeClr>
              </a:solidFill>
              <a:latin typeface="Meiryo UI"/>
              <a:ea typeface="Meiryo UI"/>
            </a:endParaRPr>
          </a:p>
          <a:p>
            <a:pPr defTabSz="718291"/>
            <a:r>
              <a:rPr lang="ja-JP" altLang="en-US" sz="1300">
                <a:solidFill>
                  <a:schemeClr val="accent1">
                    <a:lumMod val="75000"/>
                  </a:schemeClr>
                </a:solidFill>
                <a:latin typeface="Meiryo UI"/>
                <a:ea typeface="Meiryo UI"/>
              </a:rPr>
              <a:t>　②出力を共通観点8つと突き合わせ、ギャップを抽出</a:t>
            </a:r>
            <a:endParaRPr lang="ja-JP" altLang="ja-JP" sz="1600" b="1">
              <a:solidFill>
                <a:schemeClr val="accent1">
                  <a:lumMod val="75000"/>
                </a:schemeClr>
              </a:solidFill>
              <a:latin typeface="Meiryo UI"/>
              <a:ea typeface="Meiryo UI"/>
            </a:endParaRPr>
          </a:p>
          <a:p>
            <a:pPr defTabSz="718291"/>
            <a:r>
              <a:rPr lang="ja-JP" altLang="en-US" sz="1300">
                <a:solidFill>
                  <a:schemeClr val="accent1">
                    <a:lumMod val="75000"/>
                  </a:schemeClr>
                </a:solidFill>
                <a:latin typeface="Meiryo UI"/>
                <a:ea typeface="Meiryo UI"/>
              </a:rPr>
              <a:t>　③ギャップを埋めるハーネスを設計　→　④通しで再実行し、効果を測定</a:t>
            </a:r>
            <a:r>
              <a:rPr lang="ja-JP" altLang="en-US" sz="1300" b="1">
                <a:solidFill>
                  <a:schemeClr val="accent1">
                    <a:lumMod val="75000"/>
                  </a:schemeClr>
                </a:solidFill>
                <a:latin typeface="Meiryo UI"/>
                <a:ea typeface="Meiryo UI"/>
              </a:rPr>
              <a:t>　【最終報告】</a:t>
            </a:r>
            <a:endParaRPr lang="ja-JP" altLang="ja-JP" sz="1600" b="1">
              <a:solidFill>
                <a:schemeClr val="accent1">
                  <a:lumMod val="75000"/>
                </a:schemeClr>
              </a:solidFill>
              <a:latin typeface="Meiryo UI"/>
              <a:ea typeface="Meiryo UI"/>
            </a:endParaRPr>
          </a:p>
        </p:txBody>
      </p:sp>
      <p:sp>
        <p:nvSpPr>
          <p:cNvPr id="9" name="正方形/長方形 8">
            <a:extLst>
              <a:ext uri="{FF2B5EF4-FFF2-40B4-BE49-F238E27FC236}">
                <a16:creationId xmlns:a16="http://schemas.microsoft.com/office/drawing/2014/main" id="{54DDE1CC-0568-EF6F-FE9D-3552007C535E}"/>
              </a:ext>
            </a:extLst>
          </p:cNvPr>
          <p:cNvSpPr/>
          <p:nvPr/>
        </p:nvSpPr>
        <p:spPr bwMode="auto">
          <a:xfrm>
            <a:off x="109728" y="4160520"/>
            <a:ext cx="8906256" cy="566928"/>
          </a:xfrm>
          <a:prstGeom prst="rect">
            <a:avLst/>
          </a:prstGeom>
          <a:solidFill>
            <a:srgbClr val="DAE0EF"/>
          </a:solidFill>
          <a:ln w="9525" cap="flat" cmpd="sng" algn="ctr">
            <a:noFill/>
            <a:prstDash val="solid"/>
            <a:round/>
            <a:headEnd type="none" w="med" len="med"/>
            <a:tailEnd type="none" w="med" len="med"/>
          </a:ln>
          <a:effectLst/>
        </p:spPr>
        <p:txBody>
          <a:bodyPr vert="horz" wrap="square" lIns="91440" tIns="18288" rIns="91440" bIns="18288" numCol="1" rtlCol="0" anchor="ctr" anchorCtr="0" compatLnSpc="1">
            <a:prstTxWarp prst="textNoShape">
              <a:avLst/>
            </a:prstTxWarp>
            <a:noAutofit/>
          </a:bodyPr>
          <a:lstStyle/>
          <a:p>
            <a:pPr defTabSz="718291"/>
            <a:r>
              <a:rPr lang="ja-JP" altLang="en-US" sz="1500">
                <a:latin typeface="Meiryo UI"/>
                <a:ea typeface="Meiryo UI"/>
              </a:rPr>
              <a:t>中間報告は</a:t>
            </a:r>
            <a:r>
              <a:rPr lang="ja-JP" altLang="en-US" sz="1500" b="1">
                <a:latin typeface="Meiryo UI"/>
                <a:ea typeface="Meiryo UI"/>
              </a:rPr>
              <a:t>「何が測れないか」を特定するところまで</a:t>
            </a:r>
            <a:r>
              <a:rPr lang="ja-JP" altLang="en-US" sz="1500">
                <a:latin typeface="Meiryo UI"/>
                <a:ea typeface="Meiryo UI"/>
              </a:rPr>
              <a:t>。</a:t>
            </a:r>
          </a:p>
          <a:p>
            <a:pPr defTabSz="718291"/>
            <a:r>
              <a:rPr lang="ja-JP" altLang="en-US" sz="1500">
                <a:latin typeface="Meiryo UI"/>
                <a:ea typeface="Meiryo UI"/>
              </a:rPr>
              <a:t>最終報告で、それを測れるようにする仕組み（ハーネス）を設計し、効果を測る。</a:t>
            </a:r>
          </a:p>
        </p:txBody>
      </p:sp>
      <p:sp>
        <p:nvSpPr>
          <p:cNvPr id="15" name="四角形: 角を丸くする 16">
            <a:extLst>
              <a:ext uri="{FF2B5EF4-FFF2-40B4-BE49-F238E27FC236}">
                <a16:creationId xmlns:a16="http://schemas.microsoft.com/office/drawing/2014/main" id="{B478000A-6E70-050B-5B93-82FC537883A8}"/>
              </a:ext>
            </a:extLst>
          </p:cNvPr>
          <p:cNvSpPr/>
          <p:nvPr/>
        </p:nvSpPr>
        <p:spPr>
          <a:xfrm>
            <a:off x="329184" y="1261872"/>
            <a:ext cx="4297680" cy="301752"/>
          </a:xfrm>
          <a:prstGeom prst="roundRect">
            <a:avLst>
              <a:gd name="adj" fmla="val 50000"/>
            </a:avLst>
          </a:prstGeom>
          <a:solidFill>
            <a:srgbClr val="4A66AC"/>
          </a:solidFill>
          <a:ln w="19050" cap="flat" cmpd="sng" algn="ctr">
            <a:noFill/>
            <a:prstDash val="solid"/>
            <a:miter lim="800000"/>
          </a:ln>
          <a:effectLst/>
        </p:spPr>
        <p:txBody>
          <a:bodyPr vert="horz" wrap="square" lIns="0" tIns="18288" rIns="0" bIns="18288" rtlCol="0" anchor="ctr"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ctr" defTabSz="914400">
              <a:defRPr/>
            </a:pPr>
            <a:r>
              <a:rPr lang="ja-JP" sz="1600" b="1" kern="0">
                <a:solidFill>
                  <a:schemeClr val="bg1"/>
                </a:solidFill>
                <a:latin typeface="Meiryo UI"/>
                <a:ea typeface="Meiryo UI"/>
              </a:rPr>
              <a:t>As-Is の課題</a:t>
            </a:r>
            <a:r>
              <a:rPr lang="ja-JP" sz="1600" kern="0">
                <a:solidFill>
                  <a:schemeClr val="bg1"/>
                </a:solidFill>
                <a:latin typeface="Meiryo UI"/>
                <a:ea typeface="Meiryo UI"/>
              </a:rPr>
              <a:t>　と　研究の進め方</a:t>
            </a:r>
            <a:endParaRPr lang="en-US">
              <a:solidFill>
                <a:schemeClr val="bg1"/>
              </a:solidFill>
            </a:endParaRPr>
          </a:p>
        </p:txBody>
      </p:sp>
      <p:sp>
        <p:nvSpPr>
          <p:cNvPr id="16" name="TextBox 15"/>
          <p:cNvSpPr txBox="1"/>
          <p:nvPr/>
        </p:nvSpPr>
        <p:spPr>
          <a:xfrm>
            <a:off x="4700000" y="1314752"/>
            <a:ext cx="4215000" cy="240000"/>
          </a:xfrm>
          <a:prstGeom prst="rect">
            <a:avLst/>
          </a:prstGeom>
          <a:noFill/>
        </p:spPr>
        <p:txBody>
          <a:bodyPr wrap="square" anchor="ctr" lIns="36000" rIns="36000" tIns="18000" bIns="18000">
            <a:spAutoFit/>
          </a:bodyPr>
          <a:lstStyle/>
          <a:p>
            <a:pPr algn="r"/>
            <a:r>
              <a:rPr sz="1000" b="1">
                <a:solidFill>
                  <a:srgbClr val="70AD47"/>
                </a:solidFill>
                <a:latin typeface="Meiryo UI"/>
              </a:rPr>
              <a:t>● </a:t>
            </a:r>
            <a:r>
              <a:rPr sz="900" b="0">
                <a:solidFill>
                  <a:srgbClr val="000000"/>
                </a:solidFill>
                <a:latin typeface="Meiryo UI"/>
              </a:rPr>
              <a:t>自動　</a:t>
            </a:r>
            <a:r>
              <a:rPr sz="1000" b="1">
                <a:solidFill>
                  <a:srgbClr val="BF9000"/>
                </a:solidFill>
                <a:latin typeface="Meiryo UI"/>
              </a:rPr>
              <a:t>● </a:t>
            </a:r>
            <a:r>
              <a:rPr sz="900" b="0">
                <a:solidFill>
                  <a:srgbClr val="000000"/>
                </a:solidFill>
                <a:latin typeface="Meiryo UI"/>
              </a:rPr>
              <a:t>半自動（収集は自動・判断は人）　</a:t>
            </a:r>
            <a:r>
              <a:rPr sz="1000" b="1">
                <a:solidFill>
                  <a:srgbClr val="808080"/>
                </a:solidFill>
                <a:latin typeface="Meiryo UI"/>
              </a:rPr>
              <a:t>● </a:t>
            </a:r>
            <a:r>
              <a:rPr sz="900" b="0">
                <a:solidFill>
                  <a:srgbClr val="000000"/>
                </a:solidFill>
                <a:latin typeface="Meiryo UI"/>
              </a:rPr>
              <a:t>人</a:t>
            </a:r>
          </a:p>
        </p:txBody>
      </p:sp>
      <p:sp>
        <p:nvSpPr>
          <p:cNvPr id="17" name="TextBox 16"/>
          <p:cNvSpPr txBox="1"/>
          <p:nvPr/>
        </p:nvSpPr>
        <p:spPr>
          <a:xfrm>
            <a:off x="201168" y="1579752"/>
            <a:ext cx="8714232" cy="230000"/>
          </a:xfrm>
          <a:prstGeom prst="rect">
            <a:avLst/>
          </a:prstGeom>
          <a:noFill/>
        </p:spPr>
        <p:txBody>
          <a:bodyPr wrap="square" anchor="ctr" lIns="36000" rIns="36000" tIns="18000" bIns="18000">
            <a:spAutoFit/>
          </a:bodyPr>
          <a:lstStyle/>
          <a:p>
            <a:pPr algn="l"/>
            <a:r>
              <a:rPr sz="1100" b="1">
                <a:solidFill>
                  <a:srgbClr val="000000"/>
                </a:solidFill>
                <a:latin typeface="Meiryo UI"/>
              </a:rPr>
              <a:t>表：リリース判定の共通観点8つと、ハーネスによる自動化の限界　― 4層で捉え、自動化の度合いを色で示す</a:t>
            </a:r>
          </a:p>
        </p:txBody>
      </p:sp>
      <p:sp>
        <p:nvSpPr>
          <p:cNvPr id="18" name="Rounded Rectangle 17"/>
          <p:cNvSpPr/>
          <p:nvPr/>
        </p:nvSpPr>
        <p:spPr>
          <a:xfrm>
            <a:off x="201168" y="1849752"/>
            <a:ext cx="8714232" cy="270000"/>
          </a:xfrm>
          <a:prstGeom prst="roundRect">
            <a:avLst/>
          </a:prstGeom>
          <a:solidFill>
            <a:srgbClr val="E2EFDA"/>
          </a:solidFill>
          <a:ln w="127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l"/>
            <a:r>
              <a:rPr sz="1100" b="1">
                <a:solidFill>
                  <a:srgbClr val="70AD47"/>
                </a:solidFill>
                <a:latin typeface="Meiryo UI"/>
              </a:rPr>
              <a:t>● </a:t>
            </a:r>
            <a:r>
              <a:rPr sz="950" b="1">
                <a:solidFill>
                  <a:srgbClr val="000000"/>
                </a:solidFill>
                <a:latin typeface="Meiryo UI"/>
              </a:rPr>
              <a:t>第1層　決める　</a:t>
            </a:r>
            <a:r>
              <a:rPr sz="900" b="0">
                <a:solidFill>
                  <a:srgbClr val="000000"/>
                </a:solidFill>
                <a:latin typeface="Meiryo UI"/>
              </a:rPr>
              <a:t>①合格ラインを事前に決める　／　②工程ごとに関門を置く</a:t>
            </a:r>
          </a:p>
        </p:txBody>
      </p:sp>
      <p:sp>
        <p:nvSpPr>
          <p:cNvPr id="19" name="Rounded Rectangle 18"/>
          <p:cNvSpPr/>
          <p:nvPr/>
        </p:nvSpPr>
        <p:spPr>
          <a:xfrm>
            <a:off x="486168" y="2134752"/>
            <a:ext cx="8429232" cy="270000"/>
          </a:xfrm>
          <a:prstGeom prst="roundRect">
            <a:avLst/>
          </a:prstGeom>
          <a:solidFill>
            <a:srgbClr val="E2EFDA"/>
          </a:solidFill>
          <a:ln w="127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l"/>
            <a:r>
              <a:rPr sz="1100" b="1">
                <a:solidFill>
                  <a:srgbClr val="70AD47"/>
                </a:solidFill>
                <a:latin typeface="Meiryo UI"/>
              </a:rPr>
              <a:t>● </a:t>
            </a:r>
            <a:r>
              <a:rPr sz="950" b="1">
                <a:solidFill>
                  <a:srgbClr val="000000"/>
                </a:solidFill>
                <a:latin typeface="Meiryo UI"/>
              </a:rPr>
              <a:t>第2層　測る　</a:t>
            </a:r>
            <a:r>
              <a:rPr sz="900" b="0">
                <a:solidFill>
                  <a:srgbClr val="000000"/>
                </a:solidFill>
                <a:latin typeface="Meiryo UI"/>
              </a:rPr>
              <a:t>③規模あたりの密度で量を測る</a:t>
            </a:r>
          </a:p>
        </p:txBody>
      </p:sp>
      <p:sp>
        <p:nvSpPr>
          <p:cNvPr id="20" name="Rounded Rectangle 19"/>
          <p:cNvSpPr/>
          <p:nvPr/>
        </p:nvSpPr>
        <p:spPr>
          <a:xfrm>
            <a:off x="771168" y="2419752"/>
            <a:ext cx="8144232" cy="270000"/>
          </a:xfrm>
          <a:prstGeom prst="roundRect">
            <a:avLst/>
          </a:prstGeom>
          <a:solidFill>
            <a:srgbClr val="FFF2CC"/>
          </a:solidFill>
          <a:ln w="127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l"/>
            <a:r>
              <a:rPr sz="1100" b="1">
                <a:solidFill>
                  <a:srgbClr val="BF9000"/>
                </a:solidFill>
                <a:latin typeface="Meiryo UI"/>
              </a:rPr>
              <a:t>● </a:t>
            </a:r>
            <a:r>
              <a:rPr sz="950" b="1">
                <a:solidFill>
                  <a:srgbClr val="000000"/>
                </a:solidFill>
                <a:latin typeface="Meiryo UI"/>
              </a:rPr>
              <a:t>第3層　説明する　</a:t>
            </a:r>
            <a:r>
              <a:rPr sz="900" b="0">
                <a:solidFill>
                  <a:srgbClr val="000000"/>
                </a:solidFill>
                <a:latin typeface="Meiryo UI"/>
              </a:rPr>
              <a:t>④逸脱は理由で判定　／　⑤原因・混入工程で見る</a:t>
            </a:r>
          </a:p>
        </p:txBody>
      </p:sp>
      <p:sp>
        <p:nvSpPr>
          <p:cNvPr id="21" name="Rounded Rectangle 20"/>
          <p:cNvSpPr/>
          <p:nvPr/>
        </p:nvSpPr>
        <p:spPr>
          <a:xfrm>
            <a:off x="1056168" y="2704752"/>
            <a:ext cx="7859232" cy="270000"/>
          </a:xfrm>
          <a:prstGeom prst="roundRect">
            <a:avLst/>
          </a:prstGeom>
          <a:solidFill>
            <a:srgbClr val="F2F2F2"/>
          </a:solidFill>
          <a:ln w="1270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l"/>
            <a:r>
              <a:rPr sz="1100" b="1">
                <a:solidFill>
                  <a:srgbClr val="808080"/>
                </a:solidFill>
                <a:latin typeface="Meiryo UI"/>
              </a:rPr>
              <a:t>● </a:t>
            </a:r>
            <a:r>
              <a:rPr sz="950" b="1">
                <a:solidFill>
                  <a:srgbClr val="000000"/>
                </a:solidFill>
                <a:latin typeface="Meiryo UI"/>
              </a:rPr>
              <a:t>第4層　通す　</a:t>
            </a:r>
            <a:r>
              <a:rPr sz="900" b="0">
                <a:solidFill>
                  <a:srgbClr val="000000"/>
                </a:solidFill>
                <a:latin typeface="Meiryo UI"/>
              </a:rPr>
              <a:t>⑥残課題は合意で通す　／　⑦会議体＋証跡で承認　／　⑧本番移行も品質対象</a:t>
            </a:r>
          </a:p>
        </p:txBody>
      </p:sp>
    </p:spTree>
    <p:extLst>
      <p:ext uri="{BB962C8B-B14F-4D97-AF65-F5344CB8AC3E}">
        <p14:creationId xmlns:p14="http://schemas.microsoft.com/office/powerpoint/2010/main" val="2209150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endParaRPr lang="ja-JP" altLang="en-US" sz="2400" b="1">
              <a:solidFill>
                <a:schemeClr val="tx1"/>
              </a:solidFill>
              <a:latin typeface="Meiryo UI"/>
              <a:ea typeface="Meiryo UI"/>
            </a:endParaRPr>
          </a:p>
          <a:p>
            <a:pPr marL="292100" indent="-292100" defTabSz="718291">
              <a:spcBef>
                <a:spcPts val="511"/>
              </a:spcBef>
              <a:spcAft>
                <a:spcPct val="0"/>
              </a:spcAft>
              <a:buAutoNum type="arabicPeriod"/>
            </a:pPr>
            <a:r>
              <a:rPr lang="ja-JP" altLang="en-US" sz="2400" b="1">
                <a:solidFill>
                  <a:schemeClr val="tx1"/>
                </a:solidFill>
                <a:latin typeface="Meiryo UI"/>
                <a:ea typeface="Meiryo UI"/>
              </a:rPr>
              <a:t> 活動実績</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tx1"/>
                </a:solidFill>
                <a:latin typeface="Meiryo UI"/>
                <a:ea typeface="Meiryo UI"/>
              </a:rPr>
              <a:t>4-4. AI</a:t>
            </a:r>
            <a:r>
              <a:rPr lang="ja-JP" altLang="en-US" sz="2400" b="1">
                <a:solidFill>
                  <a:schemeClr val="tx1"/>
                </a:solidFill>
                <a:latin typeface="Meiryo UI"/>
                <a:ea typeface="Meiryo UI"/>
              </a:rPr>
              <a:t>開発マネジメント</a:t>
            </a:r>
            <a:endParaRPr lang="en-US" altLang="ja-JP" sz="2400" b="1">
              <a:solidFill>
                <a:schemeClr val="tx1"/>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５</a:t>
            </a:r>
            <a:r>
              <a:rPr lang="en-US" altLang="ja-JP" sz="2400" b="1">
                <a:solidFill>
                  <a:schemeClr val="bg1">
                    <a:lumMod val="65000"/>
                  </a:schemeClr>
                </a:solidFill>
                <a:latin typeface="Meiryo UI"/>
                <a:ea typeface="Meiryo UI"/>
              </a:rPr>
              <a:t>. </a:t>
            </a:r>
            <a:r>
              <a:rPr lang="ja-JP" altLang="en-US" sz="2400" b="1">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21</a:t>
            </a:fld>
            <a:endParaRPr lang="en-US" altLang="ja-JP">
              <a:solidFill>
                <a:srgbClr val="FFFFFF"/>
              </a:solidFill>
            </a:endParaRPr>
          </a:p>
        </p:txBody>
      </p:sp>
    </p:spTree>
    <p:extLst>
      <p:ext uri="{BB962C8B-B14F-4D97-AF65-F5344CB8AC3E}">
        <p14:creationId xmlns:p14="http://schemas.microsoft.com/office/powerpoint/2010/main" val="3409045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778B-1DDF-BEFD-9FFF-89913E89EE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BD39A1-3F9B-6051-4F9C-668F7CEA71F1}"/>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22</a:t>
            </a:fld>
            <a:endParaRPr lang="en-US" altLang="ja-JP">
              <a:solidFill>
                <a:srgbClr val="FFFFFF"/>
              </a:solidFill>
            </a:endParaRPr>
          </a:p>
        </p:txBody>
      </p:sp>
      <p:sp>
        <p:nvSpPr>
          <p:cNvPr id="3" name="Title 2">
            <a:extLst>
              <a:ext uri="{FF2B5EF4-FFF2-40B4-BE49-F238E27FC236}">
                <a16:creationId xmlns:a16="http://schemas.microsoft.com/office/drawing/2014/main" id="{D0997A54-7920-D924-C096-C062B9E14409}"/>
              </a:ext>
            </a:extLst>
          </p:cNvPr>
          <p:cNvSpPr>
            <a:spLocks noGrp="1"/>
          </p:cNvSpPr>
          <p:nvPr>
            <p:ph type="title"/>
          </p:nvPr>
        </p:nvSpPr>
        <p:spPr/>
        <p:txBody>
          <a:bodyPr/>
          <a:lstStyle/>
          <a:p>
            <a:r>
              <a:rPr lang="en-US" altLang="ja-JP" sz="1700" b="1" baseline="0">
                <a:solidFill>
                  <a:srgbClr val="7F7F7F"/>
                </a:solidFill>
                <a:latin typeface="Meiryo UI"/>
                <a:ea typeface="Meiryo UI"/>
              </a:rPr>
              <a:t>4-4</a:t>
            </a:r>
            <a:r>
              <a:rPr lang="en-US" altLang="ja-JP">
                <a:solidFill>
                  <a:srgbClr val="7F7F7F"/>
                </a:solidFill>
                <a:latin typeface="Meiryo UI"/>
                <a:ea typeface="Meiryo UI"/>
              </a:rPr>
              <a:t>. </a:t>
            </a:r>
            <a:r>
              <a:rPr lang="ja-JP" altLang="en-US" sz="1700" b="1" baseline="0">
                <a:solidFill>
                  <a:srgbClr val="7F7F7F"/>
                </a:solidFill>
                <a:latin typeface="Meiryo UI"/>
                <a:ea typeface="Meiryo UI"/>
              </a:rPr>
              <a:t>背景・目的</a:t>
            </a:r>
            <a:endParaRPr kumimoji="1" lang="en-US">
              <a:latin typeface="Meiryo UI"/>
            </a:endParaRPr>
          </a:p>
        </p:txBody>
      </p:sp>
      <p:sp>
        <p:nvSpPr>
          <p:cNvPr id="6" name="正方形/長方形 3">
            <a:extLst>
              <a:ext uri="{FF2B5EF4-FFF2-40B4-BE49-F238E27FC236}">
                <a16:creationId xmlns:a16="http://schemas.microsoft.com/office/drawing/2014/main" id="{72934253-6514-F777-3BF3-81C99250DB74}"/>
              </a:ext>
            </a:extLst>
          </p:cNvPr>
          <p:cNvSpPr/>
          <p:nvPr/>
        </p:nvSpPr>
        <p:spPr>
          <a:xfrm>
            <a:off x="111777" y="360067"/>
            <a:ext cx="8902783" cy="1102428"/>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defTabSz="718291"/>
            <a:r>
              <a:rPr lang="en-US" altLang="ja-JP" sz="1600">
                <a:solidFill>
                  <a:schemeClr val="tx1"/>
                </a:solidFill>
                <a:latin typeface="Meiryo UI"/>
                <a:ea typeface="Meiryo UI"/>
                <a:cs typeface="+mn-lt"/>
              </a:rPr>
              <a:t>AI</a:t>
            </a:r>
            <a:r>
              <a:rPr lang="ja-JP" altLang="en-US" sz="1600">
                <a:solidFill>
                  <a:schemeClr val="tx1"/>
                </a:solidFill>
                <a:latin typeface="Meiryo UI"/>
                <a:ea typeface="Meiryo UI"/>
                <a:cs typeface="+mn-lt"/>
              </a:rPr>
              <a:t>駆動</a:t>
            </a:r>
            <a:r>
              <a:rPr lang="ja-JP" sz="1600">
                <a:solidFill>
                  <a:schemeClr val="tx1"/>
                </a:solidFill>
                <a:latin typeface="Meiryo UI"/>
                <a:ea typeface="Meiryo UI"/>
                <a:cs typeface="+mn-lt"/>
              </a:rPr>
              <a:t>開発</a:t>
            </a:r>
            <a:r>
              <a:rPr lang="ja-JP" altLang="en-US" sz="1600">
                <a:solidFill>
                  <a:schemeClr val="tx1"/>
                </a:solidFill>
                <a:latin typeface="Meiryo UI"/>
                <a:ea typeface="Meiryo UI"/>
                <a:cs typeface="+mn-lt"/>
              </a:rPr>
              <a:t>について、一般的には「</a:t>
            </a:r>
            <a:r>
              <a:rPr lang="ja-JP" sz="1600" b="1">
                <a:solidFill>
                  <a:schemeClr val="tx1"/>
                </a:solidFill>
                <a:latin typeface="Meiryo UI"/>
                <a:ea typeface="Meiryo UI"/>
                <a:cs typeface="+mn-lt"/>
              </a:rPr>
              <a:t>迅速な価値</a:t>
            </a:r>
            <a:r>
              <a:rPr lang="ja-JP" altLang="en-US" sz="1600" b="1">
                <a:solidFill>
                  <a:schemeClr val="tx1"/>
                </a:solidFill>
                <a:latin typeface="Meiryo UI"/>
                <a:ea typeface="Meiryo UI"/>
                <a:cs typeface="+mn-lt"/>
              </a:rPr>
              <a:t>を</a:t>
            </a:r>
            <a:r>
              <a:rPr lang="ja-JP" sz="1600" b="1">
                <a:solidFill>
                  <a:schemeClr val="tx1"/>
                </a:solidFill>
                <a:latin typeface="Meiryo UI"/>
                <a:ea typeface="Meiryo UI"/>
                <a:cs typeface="+mn-lt"/>
              </a:rPr>
              <a:t>提供可能</a:t>
            </a:r>
            <a:r>
              <a:rPr lang="ja-JP" altLang="en-US" sz="1600">
                <a:solidFill>
                  <a:schemeClr val="tx1"/>
                </a:solidFill>
                <a:latin typeface="Meiryo UI"/>
                <a:ea typeface="Meiryo UI"/>
                <a:cs typeface="+mn-lt"/>
              </a:rPr>
              <a:t>」と考えられているが</a:t>
            </a:r>
            <a:r>
              <a:rPr lang="ja-JP" sz="1600">
                <a:solidFill>
                  <a:schemeClr val="tx1"/>
                </a:solidFill>
                <a:latin typeface="Meiryo UI"/>
                <a:ea typeface="Meiryo UI"/>
                <a:cs typeface="+mn-lt"/>
              </a:rPr>
              <a:t>、多くのチーム</a:t>
            </a:r>
            <a:r>
              <a:rPr lang="ja-JP" altLang="en-US" sz="1600">
                <a:solidFill>
                  <a:schemeClr val="tx1"/>
                </a:solidFill>
                <a:latin typeface="Meiryo UI"/>
                <a:ea typeface="Meiryo UI"/>
                <a:cs typeface="+mn-lt"/>
              </a:rPr>
              <a:t>は一時的な利活用</a:t>
            </a:r>
            <a:r>
              <a:rPr lang="ja-JP" sz="1600">
                <a:solidFill>
                  <a:schemeClr val="tx1"/>
                </a:solidFill>
                <a:latin typeface="Meiryo UI"/>
                <a:ea typeface="Meiryo UI"/>
                <a:cs typeface="+mn-lt"/>
              </a:rPr>
              <a:t>に留まり</a:t>
            </a:r>
            <a:r>
              <a:rPr lang="ja-JP" altLang="en-US" sz="1600">
                <a:solidFill>
                  <a:schemeClr val="tx1"/>
                </a:solidFill>
                <a:latin typeface="Meiryo UI"/>
                <a:ea typeface="Meiryo UI"/>
                <a:cs typeface="+mn-lt"/>
              </a:rPr>
              <a:t>、</a:t>
            </a:r>
            <a:r>
              <a:rPr lang="ja-JP" altLang="en-US" sz="1600" b="1">
                <a:solidFill>
                  <a:schemeClr val="tx1"/>
                </a:solidFill>
                <a:latin typeface="Meiryo UI"/>
                <a:ea typeface="Meiryo UI"/>
                <a:cs typeface="+mn-lt"/>
              </a:rPr>
              <a:t>持続的な運用は</a:t>
            </a:r>
            <a:r>
              <a:rPr lang="ja-JP" sz="1600" b="1">
                <a:solidFill>
                  <a:schemeClr val="tx1"/>
                </a:solidFill>
                <a:latin typeface="Meiryo UI"/>
                <a:ea typeface="Meiryo UI"/>
                <a:cs typeface="+mn-lt"/>
              </a:rPr>
              <a:t>でき</a:t>
            </a:r>
            <a:r>
              <a:rPr lang="ja-JP" altLang="en-US" sz="1600" b="1">
                <a:solidFill>
                  <a:schemeClr val="tx1"/>
                </a:solidFill>
                <a:latin typeface="Meiryo UI"/>
                <a:ea typeface="Meiryo UI"/>
                <a:cs typeface="+mn-lt"/>
              </a:rPr>
              <a:t>てい</a:t>
            </a:r>
            <a:r>
              <a:rPr lang="ja-JP" sz="1600" b="1">
                <a:solidFill>
                  <a:schemeClr val="tx1"/>
                </a:solidFill>
                <a:latin typeface="Meiryo UI"/>
                <a:ea typeface="Meiryo UI"/>
                <a:cs typeface="+mn-lt"/>
              </a:rPr>
              <a:t>ない。</a:t>
            </a:r>
            <a:r>
              <a:rPr lang="ja-JP" sz="1600">
                <a:solidFill>
                  <a:schemeClr val="tx1"/>
                </a:solidFill>
                <a:latin typeface="Meiryo UI"/>
                <a:ea typeface="Meiryo UI"/>
                <a:cs typeface="+mn-lt"/>
              </a:rPr>
              <a:t>その結果、成功事例が蓄積されず</a:t>
            </a:r>
            <a:r>
              <a:rPr lang="en-US" altLang="ja-JP" sz="1600" b="1">
                <a:solidFill>
                  <a:schemeClr val="tx1"/>
                </a:solidFill>
                <a:latin typeface="Meiryo UI"/>
                <a:ea typeface="Meiryo UI"/>
                <a:cs typeface="+mn-lt"/>
              </a:rPr>
              <a:t>AI</a:t>
            </a:r>
            <a:r>
              <a:rPr lang="ja-JP" altLang="en-US" sz="1600" b="1">
                <a:solidFill>
                  <a:schemeClr val="tx1"/>
                </a:solidFill>
                <a:latin typeface="Meiryo UI"/>
                <a:ea typeface="Meiryo UI"/>
                <a:cs typeface="+mn-lt"/>
              </a:rPr>
              <a:t>駆動開発の適応範囲が拡大できないないことが</a:t>
            </a:r>
            <a:r>
              <a:rPr lang="ja-JP" sz="1600" b="1">
                <a:solidFill>
                  <a:schemeClr val="tx1"/>
                </a:solidFill>
                <a:latin typeface="Meiryo UI"/>
                <a:ea typeface="Meiryo UI"/>
                <a:cs typeface="+mn-lt"/>
              </a:rPr>
              <a:t>課題</a:t>
            </a:r>
            <a:r>
              <a:rPr lang="ja-JP" sz="1600">
                <a:solidFill>
                  <a:schemeClr val="tx1"/>
                </a:solidFill>
                <a:latin typeface="Meiryo UI"/>
                <a:ea typeface="Meiryo UI"/>
                <a:cs typeface="+mn-lt"/>
              </a:rPr>
              <a:t>である。</a:t>
            </a:r>
            <a:r>
              <a:rPr lang="ja-JP" altLang="en-US" sz="1600">
                <a:solidFill>
                  <a:schemeClr val="tx1"/>
                </a:solidFill>
                <a:latin typeface="Meiryo UI"/>
                <a:ea typeface="Meiryo UI"/>
                <a:cs typeface="+mn-lt"/>
              </a:rPr>
              <a:t>本研究では、既存のウォーターフォール・アジャイル開発との比較や、</a:t>
            </a:r>
            <a:r>
              <a:rPr lang="ja-JP" sz="1600">
                <a:solidFill>
                  <a:schemeClr val="tx1"/>
                </a:solidFill>
                <a:latin typeface="Meiryo UI"/>
                <a:ea typeface="Meiryo UI"/>
                <a:cs typeface="+mn-lt"/>
              </a:rPr>
              <a:t>先進企業への</a:t>
            </a:r>
            <a:r>
              <a:rPr lang="ja-JP" altLang="en-US" sz="1600">
                <a:solidFill>
                  <a:schemeClr val="tx1"/>
                </a:solidFill>
                <a:latin typeface="Meiryo UI"/>
                <a:ea typeface="Meiryo UI"/>
                <a:cs typeface="+mn-lt"/>
              </a:rPr>
              <a:t>ヒアリング</a:t>
            </a:r>
            <a:r>
              <a:rPr lang="ja-JP" sz="1600">
                <a:solidFill>
                  <a:schemeClr val="tx1"/>
                </a:solidFill>
                <a:latin typeface="Meiryo UI"/>
                <a:ea typeface="Meiryo UI"/>
                <a:cs typeface="+mn-lt"/>
              </a:rPr>
              <a:t>を通じて、</a:t>
            </a:r>
            <a:r>
              <a:rPr lang="en-US" altLang="ja-JP" sz="1600" b="1">
                <a:solidFill>
                  <a:schemeClr val="tx1"/>
                </a:solidFill>
                <a:latin typeface="Meiryo UI"/>
                <a:ea typeface="Meiryo UI"/>
                <a:cs typeface="+mn-lt"/>
              </a:rPr>
              <a:t>AI</a:t>
            </a:r>
            <a:r>
              <a:rPr lang="ja-JP" altLang="en-US" sz="1600" b="1">
                <a:solidFill>
                  <a:schemeClr val="tx1"/>
                </a:solidFill>
                <a:latin typeface="Meiryo UI"/>
                <a:ea typeface="Meiryo UI"/>
                <a:cs typeface="+mn-lt"/>
              </a:rPr>
              <a:t>駆動開発を行う上での適切な組織図及び必要なスキル</a:t>
            </a:r>
            <a:r>
              <a:rPr lang="ja-JP" sz="1600">
                <a:solidFill>
                  <a:schemeClr val="tx1"/>
                </a:solidFill>
                <a:latin typeface="Meiryo UI"/>
                <a:ea typeface="Meiryo UI"/>
                <a:cs typeface="+mn-lt"/>
              </a:rPr>
              <a:t>を</a:t>
            </a:r>
            <a:r>
              <a:rPr lang="ja-JP" altLang="en-US" sz="1600">
                <a:solidFill>
                  <a:schemeClr val="tx1"/>
                </a:solidFill>
                <a:latin typeface="Meiryo UI"/>
                <a:ea typeface="Meiryo UI"/>
                <a:cs typeface="+mn-lt"/>
              </a:rPr>
              <a:t>明らか</a:t>
            </a:r>
            <a:r>
              <a:rPr lang="ja-JP" sz="1600">
                <a:solidFill>
                  <a:schemeClr val="tx1"/>
                </a:solidFill>
                <a:latin typeface="Meiryo UI"/>
                <a:ea typeface="Meiryo UI"/>
                <a:cs typeface="+mn-lt"/>
              </a:rPr>
              <a:t>に</a:t>
            </a:r>
            <a:r>
              <a:rPr lang="ja-JP" altLang="en-US" sz="1600">
                <a:solidFill>
                  <a:schemeClr val="tx1"/>
                </a:solidFill>
                <a:latin typeface="Meiryo UI"/>
                <a:ea typeface="Meiryo UI"/>
                <a:cs typeface="+mn-lt"/>
              </a:rPr>
              <a:t>する</a:t>
            </a:r>
            <a:r>
              <a:rPr lang="ja-JP" sz="1600">
                <a:solidFill>
                  <a:schemeClr val="tx1"/>
                </a:solidFill>
                <a:latin typeface="Meiryo UI"/>
                <a:ea typeface="Meiryo UI"/>
                <a:cs typeface="+mn-lt"/>
              </a:rPr>
              <a:t>。</a:t>
            </a:r>
            <a:endParaRPr lang="en-US" altLang="ja-JP">
              <a:solidFill>
                <a:schemeClr val="tx1"/>
              </a:solidFill>
              <a:latin typeface="Meiryo UI"/>
              <a:ea typeface="Meiryo UI"/>
              <a:cs typeface="+mn-lt"/>
            </a:endParaRPr>
          </a:p>
        </p:txBody>
      </p:sp>
      <p:sp>
        <p:nvSpPr>
          <p:cNvPr id="12" name="テキスト ボックス 11">
            <a:extLst>
              <a:ext uri="{FF2B5EF4-FFF2-40B4-BE49-F238E27FC236}">
                <a16:creationId xmlns:a16="http://schemas.microsoft.com/office/drawing/2014/main" id="{3A927910-672B-0641-FED7-A8527BE41529}"/>
              </a:ext>
            </a:extLst>
          </p:cNvPr>
          <p:cNvSpPr txBox="1"/>
          <p:nvPr/>
        </p:nvSpPr>
        <p:spPr>
          <a:xfrm>
            <a:off x="342077" y="2379679"/>
            <a:ext cx="8801924" cy="830997"/>
          </a:xfrm>
          <a:prstGeom prst="rect">
            <a:avLst/>
          </a:prstGeom>
          <a:solidFill>
            <a:schemeClr val="bg1">
              <a:alpha val="20000"/>
            </a:schemeClr>
          </a:solidFill>
          <a:ln>
            <a:solidFill>
              <a:schemeClr val="bg1"/>
            </a:solidFill>
          </a:ln>
        </p:spPr>
        <p:txBody>
          <a:bodyPr wrap="square" lIns="91440" tIns="45720" rIns="91440" bIns="45720" anchor="t">
            <a:spAutoFit/>
          </a:bodyPr>
          <a:lstStyle/>
          <a:p>
            <a:pPr defTabSz="718291"/>
            <a:r>
              <a:rPr lang="ja-JP" altLang="en-US" sz="1600" b="1">
                <a:solidFill>
                  <a:schemeClr val="accent1">
                    <a:lumMod val="75000"/>
                  </a:schemeClr>
                </a:solidFill>
                <a:latin typeface="Meiryo UI"/>
                <a:ea typeface="Meiryo UI"/>
              </a:rPr>
              <a:t>■定義　「サステナブルな組織モデル」とは・・・</a:t>
            </a:r>
            <a:endParaRPr lang="ja-JP" altLang="ja-JP" sz="1600" b="1">
              <a:solidFill>
                <a:schemeClr val="accent1">
                  <a:lumMod val="75000"/>
                </a:schemeClr>
              </a:solidFill>
              <a:latin typeface="Meiryo UI"/>
              <a:ea typeface="Meiryo UI"/>
            </a:endParaRPr>
          </a:p>
          <a:p>
            <a:pPr defTabSz="718291"/>
            <a:r>
              <a:rPr lang="ja-JP" altLang="en-US" sz="1600">
                <a:latin typeface="Meiryo UI"/>
                <a:ea typeface="Meiryo UI"/>
              </a:rPr>
              <a:t>　　　</a:t>
            </a:r>
            <a:r>
              <a:rPr lang="en-US" altLang="ja-JP" sz="1600">
                <a:latin typeface="Meiryo UI"/>
                <a:ea typeface="Meiryo UI"/>
              </a:rPr>
              <a:t>AI</a:t>
            </a:r>
            <a:r>
              <a:rPr lang="ja-JP" altLang="en-US" sz="1600">
                <a:latin typeface="Meiryo UI"/>
                <a:ea typeface="Meiryo UI"/>
              </a:rPr>
              <a:t>駆動開発に対応したシステム開発体制及び各担当者における必要スキルを明らかにし</a:t>
            </a:r>
            <a:r>
              <a:rPr lang="ja-JP" altLang="ja-JP" sz="1600">
                <a:latin typeface="Meiryo UI"/>
                <a:ea typeface="Meiryo UI"/>
              </a:rPr>
              <a:t>、</a:t>
            </a:r>
            <a:endParaRPr lang="en-US" altLang="ja-JP" sz="1600">
              <a:latin typeface="Meiryo UI"/>
              <a:ea typeface="Meiryo UI"/>
            </a:endParaRPr>
          </a:p>
          <a:p>
            <a:pPr defTabSz="718291"/>
            <a:r>
              <a:rPr lang="ja-JP" altLang="en-US" sz="1600" b="1">
                <a:latin typeface="Meiryo UI"/>
                <a:ea typeface="Meiryo UI"/>
              </a:rPr>
              <a:t>　　　経験に囚われずプロジェクトを進めることを可能とし、継続的な改善サイクルを実行できている状態。</a:t>
            </a:r>
            <a:endParaRPr lang="en-US" altLang="ja-JP" sz="1600" b="1">
              <a:latin typeface="Meiryo UI"/>
              <a:ea typeface="Meiryo UI"/>
            </a:endParaRPr>
          </a:p>
        </p:txBody>
      </p:sp>
      <p:sp>
        <p:nvSpPr>
          <p:cNvPr id="22" name="テキスト ボックス 21">
            <a:extLst>
              <a:ext uri="{FF2B5EF4-FFF2-40B4-BE49-F238E27FC236}">
                <a16:creationId xmlns:a16="http://schemas.microsoft.com/office/drawing/2014/main" id="{54EC706D-632B-1154-C001-0AD3FE3EA28D}"/>
              </a:ext>
            </a:extLst>
          </p:cNvPr>
          <p:cNvSpPr txBox="1"/>
          <p:nvPr/>
        </p:nvSpPr>
        <p:spPr>
          <a:xfrm>
            <a:off x="342077" y="3212699"/>
            <a:ext cx="8533114" cy="1077218"/>
          </a:xfrm>
          <a:prstGeom prst="rect">
            <a:avLst/>
          </a:prstGeom>
          <a:solidFill>
            <a:schemeClr val="bg1">
              <a:alpha val="20000"/>
            </a:schemeClr>
          </a:solidFill>
          <a:ln>
            <a:solidFill>
              <a:schemeClr val="bg1"/>
            </a:solidFill>
          </a:ln>
        </p:spPr>
        <p:txBody>
          <a:bodyPr wrap="square" lIns="91440" tIns="45720" rIns="91440" bIns="45720" anchor="t">
            <a:spAutoFit/>
          </a:bodyPr>
          <a:lstStyle/>
          <a:p>
            <a:pPr defTabSz="718291"/>
            <a:r>
              <a:rPr lang="ja-JP" altLang="en-US" sz="1600" b="1">
                <a:solidFill>
                  <a:schemeClr val="accent1">
                    <a:lumMod val="75000"/>
                  </a:schemeClr>
                </a:solidFill>
                <a:latin typeface="Meiryo UI"/>
                <a:ea typeface="Meiryo UI"/>
              </a:rPr>
              <a:t>■成果物</a:t>
            </a:r>
            <a:endParaRPr lang="en-US" altLang="ja-JP" sz="1600" b="1">
              <a:solidFill>
                <a:schemeClr val="accent1">
                  <a:lumMod val="75000"/>
                </a:schemeClr>
              </a:solidFill>
              <a:latin typeface="Meiryo UI"/>
              <a:ea typeface="Meiryo UI"/>
            </a:endParaRPr>
          </a:p>
          <a:p>
            <a:pPr defTabSz="718291"/>
            <a:r>
              <a:rPr lang="ja-JP" altLang="en-US" sz="1600">
                <a:latin typeface="Meiryo UI"/>
                <a:ea typeface="Meiryo UI"/>
              </a:rPr>
              <a:t>　</a:t>
            </a:r>
            <a:r>
              <a:rPr lang="ja-JP" altLang="en-US" sz="1600">
                <a:solidFill>
                  <a:srgbClr val="FF0000"/>
                </a:solidFill>
                <a:latin typeface="Meiryo UI"/>
                <a:ea typeface="Meiryo UI"/>
              </a:rPr>
              <a:t>　　</a:t>
            </a:r>
            <a:r>
              <a:rPr lang="ja-JP" altLang="en-US" sz="1600">
                <a:latin typeface="Meiryo UI"/>
                <a:ea typeface="Meiryo UI"/>
              </a:rPr>
              <a:t>①　汎用的な組織図　</a:t>
            </a:r>
            <a:r>
              <a:rPr lang="en-US" altLang="ja-JP" sz="1600">
                <a:latin typeface="Meiryo UI"/>
                <a:ea typeface="Meiryo UI"/>
              </a:rPr>
              <a:t>(ASIS-TOBE)</a:t>
            </a:r>
          </a:p>
          <a:p>
            <a:pPr defTabSz="718291"/>
            <a:r>
              <a:rPr lang="ja-JP" altLang="en-US" sz="1600">
                <a:latin typeface="Meiryo UI"/>
                <a:ea typeface="Meiryo UI"/>
              </a:rPr>
              <a:t>　　　②　各担当者に求められるスキルリスト </a:t>
            </a:r>
            <a:r>
              <a:rPr lang="en-US" altLang="ja-JP" sz="1600">
                <a:latin typeface="Meiryo UI"/>
                <a:ea typeface="Meiryo UI"/>
              </a:rPr>
              <a:t>(ASIS-TOBE)</a:t>
            </a:r>
            <a:endParaRPr lang="ja-JP" altLang="en-US" sz="1600">
              <a:latin typeface="Meiryo UI"/>
              <a:ea typeface="Meiryo UI"/>
            </a:endParaRPr>
          </a:p>
          <a:p>
            <a:pPr defTabSz="718291"/>
            <a:r>
              <a:rPr lang="ja-JP" altLang="en-US" sz="1600">
                <a:latin typeface="Meiryo UI"/>
                <a:ea typeface="Meiryo UI"/>
              </a:rPr>
              <a:t>　　　③　</a:t>
            </a:r>
            <a:r>
              <a:rPr lang="en-US" altLang="ja-JP" sz="1600">
                <a:latin typeface="Meiryo UI"/>
                <a:ea typeface="Meiryo UI"/>
              </a:rPr>
              <a:t>ROI</a:t>
            </a:r>
            <a:r>
              <a:rPr lang="ja-JP" altLang="en-US" sz="1600">
                <a:latin typeface="Meiryo UI"/>
                <a:ea typeface="Meiryo UI"/>
              </a:rPr>
              <a:t>方法の提言</a:t>
            </a:r>
            <a:endParaRPr lang="ja-JP" altLang="en-US"/>
          </a:p>
        </p:txBody>
      </p:sp>
      <p:sp>
        <p:nvSpPr>
          <p:cNvPr id="9" name="正方形/長方形 8">
            <a:extLst>
              <a:ext uri="{FF2B5EF4-FFF2-40B4-BE49-F238E27FC236}">
                <a16:creationId xmlns:a16="http://schemas.microsoft.com/office/drawing/2014/main" id="{54DDE1CC-0568-EF6F-FE9D-3552007C535E}"/>
              </a:ext>
            </a:extLst>
          </p:cNvPr>
          <p:cNvSpPr/>
          <p:nvPr/>
        </p:nvSpPr>
        <p:spPr bwMode="auto">
          <a:xfrm>
            <a:off x="111777" y="4325190"/>
            <a:ext cx="8902783" cy="619867"/>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defTabSz="718291"/>
            <a:r>
              <a:rPr lang="ja-JP" altLang="en-US" sz="1600">
                <a:latin typeface="Meiryo UI"/>
                <a:ea typeface="Meiryo UI"/>
              </a:rPr>
              <a:t>これらの成果物を利用することで、現状との対比を行うことが可能となり</a:t>
            </a:r>
          </a:p>
          <a:p>
            <a:pPr defTabSz="718291"/>
            <a:r>
              <a:rPr lang="en-US" altLang="ja-JP" sz="1600" b="1">
                <a:latin typeface="Meiryo UI"/>
                <a:ea typeface="Meiryo UI"/>
              </a:rPr>
              <a:t>AI</a:t>
            </a:r>
            <a:r>
              <a:rPr lang="ja-JP" altLang="en-US" sz="1600" b="1">
                <a:latin typeface="Meiryo UI"/>
                <a:ea typeface="Meiryo UI"/>
              </a:rPr>
              <a:t>駆動開発の継続について、各人が何をすればよいかの道筋を知ることができる。</a:t>
            </a:r>
            <a:endParaRPr lang="ja-JP" altLang="en-US" sz="1600">
              <a:latin typeface="Meiryo UI"/>
              <a:ea typeface="Meiryo UI"/>
            </a:endParaRPr>
          </a:p>
        </p:txBody>
      </p:sp>
      <p:sp>
        <p:nvSpPr>
          <p:cNvPr id="13" name="正方形/長方形 7">
            <a:extLst>
              <a:ext uri="{FF2B5EF4-FFF2-40B4-BE49-F238E27FC236}">
                <a16:creationId xmlns:a16="http://schemas.microsoft.com/office/drawing/2014/main" id="{8A034014-3723-7A0B-5B0E-1A0264BD24AF}"/>
              </a:ext>
            </a:extLst>
          </p:cNvPr>
          <p:cNvSpPr/>
          <p:nvPr/>
        </p:nvSpPr>
        <p:spPr>
          <a:xfrm>
            <a:off x="205205" y="1737846"/>
            <a:ext cx="8714500" cy="625536"/>
          </a:xfrm>
          <a:prstGeom prst="rect">
            <a:avLst/>
          </a:prstGeom>
          <a:noFill/>
          <a:ln w="19050" cap="flat" cmpd="sng" algn="ctr">
            <a:solidFill>
              <a:srgbClr val="4472C4"/>
            </a:solidFill>
            <a:prstDash val="solid"/>
            <a:miter lim="800000"/>
          </a:ln>
          <a:effectLst/>
        </p:spPr>
        <p:txBody>
          <a:bodyPr vert="horz" wrap="none" lIns="108000" tIns="91439" rIns="0" bIns="0" rtlCol="0" anchor="t"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defTabSz="718291"/>
            <a:r>
              <a:rPr lang="ja-JP" altLang="en-US" sz="1600">
                <a:latin typeface="Meiryo UI"/>
                <a:ea typeface="Meiryo UI"/>
              </a:rPr>
              <a:t>　</a:t>
            </a:r>
            <a:r>
              <a:rPr lang="en-US" altLang="ja-JP" sz="1600">
                <a:latin typeface="Meiryo UI"/>
                <a:ea typeface="Meiryo UI"/>
              </a:rPr>
              <a:t>AI</a:t>
            </a:r>
            <a:r>
              <a:rPr lang="ja-JP" altLang="en-US" sz="1600">
                <a:latin typeface="Meiryo UI"/>
                <a:ea typeface="Meiryo UI"/>
              </a:rPr>
              <a:t>駆動時代の実践的でサステナブルな組織モデルを作成する。</a:t>
            </a:r>
            <a:endParaRPr lang="en-US" altLang="ja-JP" sz="1600">
              <a:latin typeface="Meiryo UI"/>
              <a:ea typeface="Meiryo UI"/>
            </a:endParaRPr>
          </a:p>
        </p:txBody>
      </p:sp>
      <p:sp>
        <p:nvSpPr>
          <p:cNvPr id="15" name="四角形: 角を丸くする 16">
            <a:extLst>
              <a:ext uri="{FF2B5EF4-FFF2-40B4-BE49-F238E27FC236}">
                <a16:creationId xmlns:a16="http://schemas.microsoft.com/office/drawing/2014/main" id="{B478000A-6E70-050B-5B93-82FC537883A8}"/>
              </a:ext>
            </a:extLst>
          </p:cNvPr>
          <p:cNvSpPr/>
          <p:nvPr/>
        </p:nvSpPr>
        <p:spPr>
          <a:xfrm>
            <a:off x="326630" y="1551814"/>
            <a:ext cx="4294344" cy="297368"/>
          </a:xfrm>
          <a:prstGeom prst="roundRect">
            <a:avLst>
              <a:gd name="adj" fmla="val 50000"/>
            </a:avLst>
          </a:prstGeom>
          <a:solidFill>
            <a:srgbClr val="4A66AC"/>
          </a:solidFill>
          <a:ln w="19050" cap="flat" cmpd="sng" algn="ctr">
            <a:noFill/>
            <a:prstDash val="solid"/>
            <a:miter lim="800000"/>
          </a:ln>
          <a:effectLst/>
        </p:spPr>
        <p:txBody>
          <a:bodyPr vert="horz" wrap="none" lIns="0" tIns="0" rIns="0" bIns="0" rtlCol="0" anchor="ctr" anchorCtr="0">
            <a:noAutofit/>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ctr" defTabSz="914400">
              <a:defRPr/>
            </a:pPr>
            <a:r>
              <a:rPr lang="ja-JP" sz="1600" b="1" kern="0">
                <a:solidFill>
                  <a:schemeClr val="bg1"/>
                </a:solidFill>
                <a:latin typeface="Meiryo UI"/>
                <a:ea typeface="Meiryo UI"/>
              </a:rPr>
              <a:t>当分科会の目的</a:t>
            </a:r>
            <a:r>
              <a:rPr lang="ja-JP" sz="1600" kern="0">
                <a:solidFill>
                  <a:schemeClr val="bg1"/>
                </a:solidFill>
                <a:latin typeface="Meiryo UI"/>
                <a:ea typeface="Meiryo UI"/>
              </a:rPr>
              <a:t>（われわれはなぜここにいるのか）</a:t>
            </a:r>
            <a:endParaRPr lang="en-US">
              <a:solidFill>
                <a:schemeClr val="bg1"/>
              </a:solidFill>
            </a:endParaRPr>
          </a:p>
        </p:txBody>
      </p:sp>
      <p:sp>
        <p:nvSpPr>
          <p:cNvPr id="17" name="Minus Sign 16">
            <a:extLst>
              <a:ext uri="{FF2B5EF4-FFF2-40B4-BE49-F238E27FC236}">
                <a16:creationId xmlns:a16="http://schemas.microsoft.com/office/drawing/2014/main" id="{6AAF473E-228E-6C7D-FC2B-FDAC17DC4FC2}"/>
              </a:ext>
            </a:extLst>
          </p:cNvPr>
          <p:cNvSpPr/>
          <p:nvPr/>
        </p:nvSpPr>
        <p:spPr bwMode="auto">
          <a:xfrm rot="5400000">
            <a:off x="402392" y="2660286"/>
            <a:ext cx="656756" cy="553699"/>
          </a:xfrm>
          <a:prstGeom prst="mathMinus">
            <a:avLst/>
          </a:prstGeom>
          <a:solidFill>
            <a:schemeClr val="accent1">
              <a:lumMod val="20000"/>
              <a:lumOff val="80000"/>
            </a:schemeClr>
          </a:solidFill>
          <a:ln>
            <a:noFill/>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Minus Sign 17">
            <a:extLst>
              <a:ext uri="{FF2B5EF4-FFF2-40B4-BE49-F238E27FC236}">
                <a16:creationId xmlns:a16="http://schemas.microsoft.com/office/drawing/2014/main" id="{60EA2B2E-08B9-2E20-C0B0-5ECB524628CA}"/>
              </a:ext>
            </a:extLst>
          </p:cNvPr>
          <p:cNvSpPr/>
          <p:nvPr/>
        </p:nvSpPr>
        <p:spPr bwMode="auto">
          <a:xfrm rot="5400000">
            <a:off x="266543" y="3615907"/>
            <a:ext cx="942505" cy="539646"/>
          </a:xfrm>
          <a:prstGeom prst="mathMinus">
            <a:avLst/>
          </a:prstGeom>
          <a:solidFill>
            <a:schemeClr val="accent1">
              <a:lumMod val="20000"/>
              <a:lumOff val="80000"/>
            </a:schemeClr>
          </a:solidFill>
          <a:ln>
            <a:noFill/>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吹き出し: 角を丸めた四角形 3">
            <a:extLst>
              <a:ext uri="{FF2B5EF4-FFF2-40B4-BE49-F238E27FC236}">
                <a16:creationId xmlns:a16="http://schemas.microsoft.com/office/drawing/2014/main" id="{0FB1843D-E31C-F911-B632-09BE50B3A807}"/>
              </a:ext>
            </a:extLst>
          </p:cNvPr>
          <p:cNvSpPr/>
          <p:nvPr/>
        </p:nvSpPr>
        <p:spPr bwMode="auto">
          <a:xfrm>
            <a:off x="5494842" y="3296523"/>
            <a:ext cx="3736543" cy="619867"/>
          </a:xfrm>
          <a:prstGeom prst="wedgeRoundRectCallout">
            <a:avLst>
              <a:gd name="adj1" fmla="val -40418"/>
              <a:gd name="adj2" fmla="val -67031"/>
              <a:gd name="adj3" fmla="val 16667"/>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成果物とニュアンスが異なる気がする。</a:t>
            </a: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その役割で得られる知見・スキルもまとめた方がいいかも</a:t>
            </a: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658424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研究の背景</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研究の目的</a:t>
            </a:r>
            <a:endParaRPr lang="en-US" altLang="ja-JP" sz="2400" b="1">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a:solidFill>
                  <a:schemeClr val="bg1">
                    <a:lumMod val="65000"/>
                  </a:schemeClr>
                </a:solidFill>
                <a:latin typeface="Meiryo UI"/>
                <a:ea typeface="Meiryo UI"/>
              </a:rPr>
              <a:t> 活動実績</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altLang="en-US" sz="2400" b="1">
                <a:solidFill>
                  <a:schemeClr val="bg1">
                    <a:lumMod val="65000"/>
                  </a:schemeClr>
                </a:solidFill>
                <a:latin typeface="Meiryo UI"/>
                <a:ea typeface="Meiryo UI"/>
              </a:rPr>
              <a:t>-1.</a:t>
            </a:r>
            <a:r>
              <a:rPr lang="en-US" altLang="ja-JP" sz="2400" b="1">
                <a:solidFill>
                  <a:schemeClr val="bg1">
                    <a:lumMod val="65000"/>
                  </a:schemeClr>
                </a:solidFill>
                <a:latin typeface="Meiryo UI"/>
                <a:ea typeface="Meiryo UI"/>
              </a:rPr>
              <a:t> AI-</a:t>
            </a:r>
            <a:r>
              <a:rPr lang="en-US" altLang="ja-JP" sz="2400" b="1" err="1">
                <a:solidFill>
                  <a:schemeClr val="bg1">
                    <a:lumMod val="65000"/>
                  </a:schemeClr>
                </a:solidFill>
                <a:latin typeface="Meiryo UI"/>
                <a:ea typeface="Meiryo UI"/>
              </a:rPr>
              <a:t>Readyコンテキスト</a:t>
            </a:r>
            <a:r>
              <a:rPr lang="ja-JP" altLang="en-US" sz="2400" b="1">
                <a:solidFill>
                  <a:schemeClr val="bg1">
                    <a:lumMod val="65000"/>
                  </a:schemeClr>
                </a:solidFill>
                <a:latin typeface="Meiryo UI"/>
                <a:ea typeface="Meiryo UI"/>
              </a:rPr>
              <a:t>基盤</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-2</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駆動開発</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a:t>
            </a:r>
            <a:r>
              <a:rPr lang="ja-JP" sz="2400" b="1">
                <a:solidFill>
                  <a:schemeClr val="bg1">
                    <a:lumMod val="65000"/>
                  </a:schemeClr>
                </a:solidFill>
                <a:latin typeface="Meiryo UI"/>
                <a:ea typeface="Meiryo UI"/>
              </a:rPr>
              <a:t>-3</a:t>
            </a:r>
            <a:r>
              <a:rPr lang="ja-JP" altLang="en-US" sz="2400" b="1">
                <a:solidFill>
                  <a:schemeClr val="bg1">
                    <a:lumMod val="65000"/>
                  </a:schemeClr>
                </a:solidFill>
                <a:latin typeface="Meiryo UI"/>
                <a:ea typeface="Meiryo UI"/>
              </a:rPr>
              <a:t>.</a:t>
            </a:r>
            <a:r>
              <a:rPr lang="en-US" altLang="ja-JP" sz="2400" b="1">
                <a:solidFill>
                  <a:schemeClr val="bg1">
                    <a:lumMod val="65000"/>
                  </a:schemeClr>
                </a:solidFill>
                <a:latin typeface="Meiryo UI"/>
                <a:ea typeface="Meiryo UI"/>
              </a:rPr>
              <a:t> AI</a:t>
            </a:r>
            <a:r>
              <a:rPr lang="ja-JP" altLang="en-US" sz="2400" b="1">
                <a:solidFill>
                  <a:schemeClr val="bg1">
                    <a:lumMod val="65000"/>
                  </a:schemeClr>
                </a:solidFill>
                <a:latin typeface="Meiryo UI"/>
                <a:ea typeface="Meiryo UI"/>
              </a:rPr>
              <a:t>品質保証</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bg1">
                    <a:lumMod val="65000"/>
                  </a:schemeClr>
                </a:solidFill>
                <a:latin typeface="Meiryo UI"/>
                <a:ea typeface="Meiryo UI"/>
              </a:rPr>
              <a:t>　</a:t>
            </a:r>
            <a:r>
              <a:rPr lang="en-US" altLang="ja-JP" sz="2400" b="1">
                <a:solidFill>
                  <a:schemeClr val="bg1">
                    <a:lumMod val="65000"/>
                  </a:schemeClr>
                </a:solidFill>
                <a:latin typeface="Meiryo UI"/>
                <a:ea typeface="Meiryo UI"/>
              </a:rPr>
              <a:t>4-4. AI</a:t>
            </a:r>
            <a:r>
              <a:rPr lang="ja-JP" altLang="en-US" sz="2400" b="1">
                <a:solidFill>
                  <a:schemeClr val="bg1">
                    <a:lumMod val="65000"/>
                  </a:schemeClr>
                </a:solidFill>
                <a:latin typeface="Meiryo UI"/>
                <a:ea typeface="Meiryo UI"/>
              </a:rPr>
              <a:t>開発マネジメント</a:t>
            </a:r>
            <a:endParaRPr lang="en-US" altLang="ja-JP" sz="2400" b="1">
              <a:solidFill>
                <a:schemeClr val="bg1">
                  <a:lumMod val="65000"/>
                </a:schemeClr>
              </a:solidFill>
              <a:latin typeface="Meiryo UI"/>
              <a:ea typeface="Meiryo UI"/>
            </a:endParaRPr>
          </a:p>
          <a:p>
            <a:pPr defTabSz="718291">
              <a:spcBef>
                <a:spcPts val="511"/>
              </a:spcBef>
              <a:spcAft>
                <a:spcPct val="0"/>
              </a:spcAft>
            </a:pPr>
            <a:r>
              <a:rPr lang="ja-JP" altLang="en-US" sz="2400" b="1">
                <a:solidFill>
                  <a:schemeClr val="tx1"/>
                </a:solidFill>
                <a:latin typeface="Meiryo UI"/>
                <a:ea typeface="Meiryo UI"/>
              </a:rPr>
              <a:t>５</a:t>
            </a:r>
            <a:r>
              <a:rPr lang="en-US" altLang="ja-JP" sz="2400" b="1">
                <a:solidFill>
                  <a:schemeClr val="tx1"/>
                </a:solidFill>
                <a:latin typeface="Meiryo UI"/>
                <a:ea typeface="Meiryo UI"/>
              </a:rPr>
              <a:t>. </a:t>
            </a:r>
            <a:r>
              <a:rPr lang="ja-JP" altLang="en-US" sz="2400" b="1">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23</a:t>
            </a:fld>
            <a:endParaRPr lang="en-US" altLang="ja-JP">
              <a:solidFill>
                <a:srgbClr val="FFFFFF"/>
              </a:solidFill>
            </a:endParaRPr>
          </a:p>
        </p:txBody>
      </p:sp>
    </p:spTree>
    <p:extLst>
      <p:ext uri="{BB962C8B-B14F-4D97-AF65-F5344CB8AC3E}">
        <p14:creationId xmlns:p14="http://schemas.microsoft.com/office/powerpoint/2010/main" val="1041134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D6806-3881-9677-A1AB-F52E812D2233}"/>
            </a:ext>
          </a:extLst>
        </p:cNvPr>
        <p:cNvGrpSpPr/>
        <p:nvPr/>
      </p:nvGrpSpPr>
      <p:grpSpPr>
        <a:xfrm>
          <a:off x="0" y="0"/>
          <a:ext cx="0" cy="0"/>
          <a:chOff x="0" y="0"/>
          <a:chExt cx="0" cy="0"/>
        </a:xfrm>
      </p:grpSpPr>
      <p:graphicFrame>
        <p:nvGraphicFramePr>
          <p:cNvPr id="24" name="表 23">
            <a:extLst>
              <a:ext uri="{FF2B5EF4-FFF2-40B4-BE49-F238E27FC236}">
                <a16:creationId xmlns:a16="http://schemas.microsoft.com/office/drawing/2014/main" id="{63EF7961-CB2C-FA8E-B7EF-9A5009CA7C46}"/>
              </a:ext>
            </a:extLst>
          </p:cNvPr>
          <p:cNvGraphicFramePr>
            <a:graphicFrameLocks noGrp="1"/>
          </p:cNvGraphicFramePr>
          <p:nvPr/>
        </p:nvGraphicFramePr>
        <p:xfrm>
          <a:off x="266401" y="1121360"/>
          <a:ext cx="8604690" cy="3465084"/>
        </p:xfrm>
        <a:graphic>
          <a:graphicData uri="http://schemas.openxmlformats.org/drawingml/2006/table">
            <a:tbl>
              <a:tblPr firstRow="1" bandRow="1">
                <a:tableStyleId>{93296810-A885-4BE3-A3E7-6D5BEEA58F35}</a:tableStyleId>
              </a:tblPr>
              <a:tblGrid>
                <a:gridCol w="1555472">
                  <a:extLst>
                    <a:ext uri="{9D8B030D-6E8A-4147-A177-3AD203B41FA5}">
                      <a16:colId xmlns:a16="http://schemas.microsoft.com/office/drawing/2014/main" val="3201149595"/>
                    </a:ext>
                  </a:extLst>
                </a:gridCol>
                <a:gridCol w="640838">
                  <a:extLst>
                    <a:ext uri="{9D8B030D-6E8A-4147-A177-3AD203B41FA5}">
                      <a16:colId xmlns:a16="http://schemas.microsoft.com/office/drawing/2014/main" val="3989599733"/>
                    </a:ext>
                  </a:extLst>
                </a:gridCol>
                <a:gridCol w="640838">
                  <a:extLst>
                    <a:ext uri="{9D8B030D-6E8A-4147-A177-3AD203B41FA5}">
                      <a16:colId xmlns:a16="http://schemas.microsoft.com/office/drawing/2014/main" val="2762766989"/>
                    </a:ext>
                  </a:extLst>
                </a:gridCol>
                <a:gridCol w="640838">
                  <a:extLst>
                    <a:ext uri="{9D8B030D-6E8A-4147-A177-3AD203B41FA5}">
                      <a16:colId xmlns:a16="http://schemas.microsoft.com/office/drawing/2014/main" val="3758623080"/>
                    </a:ext>
                  </a:extLst>
                </a:gridCol>
                <a:gridCol w="640838">
                  <a:extLst>
                    <a:ext uri="{9D8B030D-6E8A-4147-A177-3AD203B41FA5}">
                      <a16:colId xmlns:a16="http://schemas.microsoft.com/office/drawing/2014/main" val="631799153"/>
                    </a:ext>
                  </a:extLst>
                </a:gridCol>
                <a:gridCol w="640838">
                  <a:extLst>
                    <a:ext uri="{9D8B030D-6E8A-4147-A177-3AD203B41FA5}">
                      <a16:colId xmlns:a16="http://schemas.microsoft.com/office/drawing/2014/main" val="2001099361"/>
                    </a:ext>
                  </a:extLst>
                </a:gridCol>
                <a:gridCol w="640838">
                  <a:extLst>
                    <a:ext uri="{9D8B030D-6E8A-4147-A177-3AD203B41FA5}">
                      <a16:colId xmlns:a16="http://schemas.microsoft.com/office/drawing/2014/main" val="860281465"/>
                    </a:ext>
                  </a:extLst>
                </a:gridCol>
                <a:gridCol w="640838">
                  <a:extLst>
                    <a:ext uri="{9D8B030D-6E8A-4147-A177-3AD203B41FA5}">
                      <a16:colId xmlns:a16="http://schemas.microsoft.com/office/drawing/2014/main" val="3712145226"/>
                    </a:ext>
                  </a:extLst>
                </a:gridCol>
                <a:gridCol w="640838">
                  <a:extLst>
                    <a:ext uri="{9D8B030D-6E8A-4147-A177-3AD203B41FA5}">
                      <a16:colId xmlns:a16="http://schemas.microsoft.com/office/drawing/2014/main" val="3404431892"/>
                    </a:ext>
                  </a:extLst>
                </a:gridCol>
                <a:gridCol w="640838">
                  <a:extLst>
                    <a:ext uri="{9D8B030D-6E8A-4147-A177-3AD203B41FA5}">
                      <a16:colId xmlns:a16="http://schemas.microsoft.com/office/drawing/2014/main" val="3525961113"/>
                    </a:ext>
                  </a:extLst>
                </a:gridCol>
                <a:gridCol w="640838">
                  <a:extLst>
                    <a:ext uri="{9D8B030D-6E8A-4147-A177-3AD203B41FA5}">
                      <a16:colId xmlns:a16="http://schemas.microsoft.com/office/drawing/2014/main" val="1165446763"/>
                    </a:ext>
                  </a:extLst>
                </a:gridCol>
                <a:gridCol w="640838">
                  <a:extLst>
                    <a:ext uri="{9D8B030D-6E8A-4147-A177-3AD203B41FA5}">
                      <a16:colId xmlns:a16="http://schemas.microsoft.com/office/drawing/2014/main" val="3959755864"/>
                    </a:ext>
                  </a:extLst>
                </a:gridCol>
              </a:tblGrid>
              <a:tr h="276886">
                <a:tc>
                  <a:txBody>
                    <a:bodyPr/>
                    <a:lstStyle/>
                    <a:p>
                      <a:pPr algn="ctr"/>
                      <a:endParaRPr kumimoji="1" lang="ja-JP" altLang="en-US">
                        <a:solidFill>
                          <a:schemeClr val="tx1"/>
                        </a:solidFill>
                        <a:latin typeface="Meiryo UI"/>
                        <a:ea typeface="Meiryo UI"/>
                      </a:endParaRPr>
                    </a:p>
                  </a:txBody>
                  <a:tcPr anchor="ctr">
                    <a:solidFill>
                      <a:srgbClr val="4472C4"/>
                    </a:solidFill>
                  </a:tcPr>
                </a:tc>
                <a:tc>
                  <a:txBody>
                    <a:bodyPr/>
                    <a:lstStyle/>
                    <a:p>
                      <a:pPr algn="ctr"/>
                      <a:r>
                        <a:rPr kumimoji="1" lang="en-US" altLang="ja-JP" sz="1400">
                          <a:solidFill>
                            <a:schemeClr val="bg1"/>
                          </a:solidFill>
                          <a:latin typeface="Meiryo UI"/>
                          <a:ea typeface="Meiryo UI"/>
                        </a:rPr>
                        <a:t>5</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6</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7</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8</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9</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10</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11</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12</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1</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2</a:t>
                      </a:r>
                      <a:r>
                        <a:rPr kumimoji="1" lang="ja-JP" altLang="en-US" sz="1400">
                          <a:solidFill>
                            <a:schemeClr val="bg1"/>
                          </a:solidFill>
                          <a:latin typeface="Meiryo UI"/>
                          <a:ea typeface="Meiryo UI"/>
                        </a:rPr>
                        <a:t>月</a:t>
                      </a:r>
                    </a:p>
                  </a:txBody>
                  <a:tcPr anchor="ctr">
                    <a:solidFill>
                      <a:srgbClr val="4472C4"/>
                    </a:solidFill>
                  </a:tcPr>
                </a:tc>
                <a:tc>
                  <a:txBody>
                    <a:bodyPr/>
                    <a:lstStyle/>
                    <a:p>
                      <a:pPr algn="ctr"/>
                      <a:r>
                        <a:rPr kumimoji="1" lang="en-US" altLang="ja-JP" sz="1400">
                          <a:solidFill>
                            <a:schemeClr val="bg1"/>
                          </a:solidFill>
                          <a:latin typeface="Meiryo UI"/>
                          <a:ea typeface="Meiryo UI"/>
                        </a:rPr>
                        <a:t>3</a:t>
                      </a:r>
                      <a:r>
                        <a:rPr kumimoji="1" lang="ja-JP" altLang="en-US" sz="1400">
                          <a:solidFill>
                            <a:schemeClr val="bg1"/>
                          </a:solidFill>
                          <a:latin typeface="Meiryo UI"/>
                          <a:ea typeface="Meiryo UI"/>
                        </a:rPr>
                        <a:t>月</a:t>
                      </a:r>
                    </a:p>
                  </a:txBody>
                  <a:tcPr anchor="ctr">
                    <a:solidFill>
                      <a:srgbClr val="4472C4"/>
                    </a:solidFill>
                  </a:tcPr>
                </a:tc>
                <a:extLst>
                  <a:ext uri="{0D108BD9-81ED-4DB2-BD59-A6C34878D82A}">
                    <a16:rowId xmlns:a16="http://schemas.microsoft.com/office/drawing/2014/main" val="2593806178"/>
                  </a:ext>
                </a:extLst>
              </a:tr>
              <a:tr h="448360">
                <a:tc>
                  <a:txBody>
                    <a:bodyPr/>
                    <a:lstStyle/>
                    <a:p>
                      <a:pPr lvl="0" algn="l">
                        <a:buNone/>
                      </a:pPr>
                      <a:r>
                        <a:rPr lang="ja-JP" altLang="en-US" sz="1600" b="0">
                          <a:latin typeface="Meiryo UI"/>
                          <a:ea typeface="Meiryo UI"/>
                        </a:rPr>
                        <a:t>マイルストーン</a:t>
                      </a:r>
                    </a:p>
                  </a:txBody>
                  <a:tcPr anchor="ct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extLst>
                  <a:ext uri="{0D108BD9-81ED-4DB2-BD59-A6C34878D82A}">
                    <a16:rowId xmlns:a16="http://schemas.microsoft.com/office/drawing/2014/main" val="1837537314"/>
                  </a:ext>
                </a:extLst>
              </a:tr>
              <a:tr h="674171">
                <a:tc>
                  <a:txBody>
                    <a:bodyPr/>
                    <a:lstStyle/>
                    <a:p>
                      <a:pPr algn="l"/>
                      <a:r>
                        <a:rPr kumimoji="1" lang="en-US" altLang="ja-JP" sz="1600" b="0">
                          <a:latin typeface="Meiryo UI"/>
                          <a:ea typeface="Meiryo UI"/>
                        </a:rPr>
                        <a:t>AI-Ready</a:t>
                      </a:r>
                      <a:r>
                        <a:rPr kumimoji="1" lang="ja-JP" altLang="en-US" sz="1600" b="0">
                          <a:latin typeface="Meiryo UI"/>
                          <a:ea typeface="Meiryo UI"/>
                        </a:rPr>
                        <a:t>基盤</a:t>
                      </a:r>
                    </a:p>
                  </a:txBody>
                  <a:tcPr anchor="ct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AE3F3"/>
                    </a:solidFill>
                  </a:tcPr>
                </a:tc>
                <a:extLst>
                  <a:ext uri="{0D108BD9-81ED-4DB2-BD59-A6C34878D82A}">
                    <a16:rowId xmlns:a16="http://schemas.microsoft.com/office/drawing/2014/main" val="3015313312"/>
                  </a:ext>
                </a:extLst>
              </a:tr>
              <a:tr h="674171">
                <a:tc>
                  <a:txBody>
                    <a:bodyPr/>
                    <a:lstStyle/>
                    <a:p>
                      <a:pPr lvl="0" algn="l">
                        <a:buNone/>
                      </a:pPr>
                      <a:r>
                        <a:rPr kumimoji="1" lang="en-US" altLang="ja-JP" sz="1600" b="0">
                          <a:latin typeface="Meiryo UI"/>
                          <a:ea typeface="Meiryo UI"/>
                        </a:rPr>
                        <a:t>AI</a:t>
                      </a:r>
                      <a:r>
                        <a:rPr kumimoji="1" lang="ja-JP" altLang="en-US" sz="1600" b="0">
                          <a:latin typeface="Meiryo UI"/>
                          <a:ea typeface="Meiryo UI"/>
                        </a:rPr>
                        <a:t>駆動開発</a:t>
                      </a:r>
                    </a:p>
                  </a:txBody>
                  <a:tcPr anchor="ct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extLst>
                  <a:ext uri="{0D108BD9-81ED-4DB2-BD59-A6C34878D82A}">
                    <a16:rowId xmlns:a16="http://schemas.microsoft.com/office/drawing/2014/main" val="1443082704"/>
                  </a:ext>
                </a:extLst>
              </a:tr>
              <a:tr h="674171">
                <a:tc>
                  <a:txBody>
                    <a:bodyPr/>
                    <a:lstStyle/>
                    <a:p>
                      <a:pPr lvl="0" algn="l">
                        <a:buNone/>
                      </a:pPr>
                      <a:r>
                        <a:rPr kumimoji="1" lang="en-US" altLang="ja-JP" sz="1600" b="0">
                          <a:latin typeface="Meiryo UI"/>
                          <a:ea typeface="Meiryo UI"/>
                        </a:rPr>
                        <a:t>AI</a:t>
                      </a:r>
                      <a:r>
                        <a:rPr kumimoji="1" lang="ja-JP" altLang="en-US" sz="1600" b="0">
                          <a:latin typeface="Meiryo UI"/>
                          <a:ea typeface="Meiryo UI"/>
                        </a:rPr>
                        <a:t>品質保証</a:t>
                      </a:r>
                    </a:p>
                  </a:txBody>
                  <a:tcPr anchor="ct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extLst>
                  <a:ext uri="{0D108BD9-81ED-4DB2-BD59-A6C34878D82A}">
                    <a16:rowId xmlns:a16="http://schemas.microsoft.com/office/drawing/2014/main" val="4287724322"/>
                  </a:ext>
                </a:extLst>
              </a:tr>
              <a:tr h="674171">
                <a:tc>
                  <a:txBody>
                    <a:bodyPr/>
                    <a:lstStyle/>
                    <a:p>
                      <a:pPr lvl="0" algn="l">
                        <a:buNone/>
                      </a:pPr>
                      <a:r>
                        <a:rPr kumimoji="1" lang="en-US" altLang="ja-JP" sz="1600" b="0">
                          <a:latin typeface="Meiryo UI"/>
                          <a:ea typeface="Meiryo UI"/>
                        </a:rPr>
                        <a:t>AI</a:t>
                      </a:r>
                      <a:r>
                        <a:rPr kumimoji="1" lang="ja-JP" altLang="en-US" sz="1600" b="0">
                          <a:latin typeface="Meiryo UI"/>
                          <a:ea typeface="Meiryo UI"/>
                        </a:rPr>
                        <a:t>開発</a:t>
                      </a:r>
                      <a:endParaRPr kumimoji="1" lang="en-US" altLang="ja-JP" sz="1600" b="0">
                        <a:latin typeface="Meiryo UI"/>
                        <a:ea typeface="Meiryo UI"/>
                      </a:endParaRPr>
                    </a:p>
                    <a:p>
                      <a:pPr lvl="0" algn="l">
                        <a:buNone/>
                      </a:pPr>
                      <a:r>
                        <a:rPr kumimoji="1" lang="ja-JP" altLang="en-US" sz="1600" b="0">
                          <a:latin typeface="Meiryo UI"/>
                          <a:ea typeface="Meiryo UI"/>
                        </a:rPr>
                        <a:t>マネジメント</a:t>
                      </a:r>
                    </a:p>
                  </a:txBody>
                  <a:tcPr anchor="ct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tc>
                  <a:txBody>
                    <a:bodyPr/>
                    <a:lstStyle/>
                    <a:p>
                      <a:pPr lvl="0">
                        <a:buNone/>
                      </a:pPr>
                      <a:endParaRPr kumimoji="1" lang="ja-JP" altLang="en-US">
                        <a:latin typeface="Meiryo UI"/>
                        <a:ea typeface="Meiryo UI"/>
                      </a:endParaRPr>
                    </a:p>
                  </a:txBody>
                  <a:tcPr>
                    <a:solidFill>
                      <a:srgbClr val="DAE3F3"/>
                    </a:solidFill>
                  </a:tcPr>
                </a:tc>
                <a:extLst>
                  <a:ext uri="{0D108BD9-81ED-4DB2-BD59-A6C34878D82A}">
                    <a16:rowId xmlns:a16="http://schemas.microsoft.com/office/drawing/2014/main" val="1964436853"/>
                  </a:ext>
                </a:extLst>
              </a:tr>
            </a:tbl>
          </a:graphicData>
        </a:graphic>
      </p:graphicFrame>
      <p:sp>
        <p:nvSpPr>
          <p:cNvPr id="63" name="矢印: 五方向 62">
            <a:extLst>
              <a:ext uri="{FF2B5EF4-FFF2-40B4-BE49-F238E27FC236}">
                <a16:creationId xmlns:a16="http://schemas.microsoft.com/office/drawing/2014/main" id="{3515F8DB-66B7-DCB4-7843-A7D7538522EB}"/>
              </a:ext>
            </a:extLst>
          </p:cNvPr>
          <p:cNvSpPr/>
          <p:nvPr/>
        </p:nvSpPr>
        <p:spPr bwMode="auto">
          <a:xfrm>
            <a:off x="6914375" y="1929404"/>
            <a:ext cx="1468669" cy="2612334"/>
          </a:xfrm>
          <a:prstGeom prst="homePlate">
            <a:avLst>
              <a:gd name="adj" fmla="val 30249"/>
            </a:avLst>
          </a:prstGeom>
          <a:solidFill>
            <a:srgbClr val="D6F5F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　　資料作成</a:t>
            </a:r>
            <a:endParaRPr lang="ja-JP"/>
          </a:p>
        </p:txBody>
      </p:sp>
      <p:cxnSp>
        <p:nvCxnSpPr>
          <p:cNvPr id="26" name="直線コネクタ 25">
            <a:extLst>
              <a:ext uri="{FF2B5EF4-FFF2-40B4-BE49-F238E27FC236}">
                <a16:creationId xmlns:a16="http://schemas.microsoft.com/office/drawing/2014/main" id="{5D924768-52A3-CCC7-7D35-C38D47CC47BE}"/>
              </a:ext>
            </a:extLst>
          </p:cNvPr>
          <p:cNvCxnSpPr>
            <a:cxnSpLocks/>
          </p:cNvCxnSpPr>
          <p:nvPr/>
        </p:nvCxnSpPr>
        <p:spPr bwMode="auto">
          <a:xfrm>
            <a:off x="5063809" y="1817322"/>
            <a:ext cx="7027" cy="2736000"/>
          </a:xfrm>
          <a:prstGeom prst="line">
            <a:avLst/>
          </a:prstGeom>
          <a:solidFill>
            <a:schemeClr val="bg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a:extLst>
              <a:ext uri="{FF2B5EF4-FFF2-40B4-BE49-F238E27FC236}">
                <a16:creationId xmlns:a16="http://schemas.microsoft.com/office/drawing/2014/main" id="{67192B83-8C50-496B-BFCB-90F00DD06133}"/>
              </a:ext>
            </a:extLst>
          </p:cNvPr>
          <p:cNvSpPr>
            <a:spLocks noGrp="1"/>
          </p:cNvSpPr>
          <p:nvPr>
            <p:ph type="title"/>
          </p:nvPr>
        </p:nvSpPr>
        <p:spPr>
          <a:xfrm>
            <a:off x="113386" y="14869"/>
            <a:ext cx="7281603" cy="316706"/>
          </a:xfrm>
        </p:spPr>
        <p:txBody>
          <a:bodyPr/>
          <a:lstStyle/>
          <a:p>
            <a:r>
              <a:rPr lang="ja-JP" altLang="en-US">
                <a:solidFill>
                  <a:srgbClr val="7F7F7F"/>
                </a:solidFill>
                <a:latin typeface="Meiryo UI"/>
                <a:ea typeface="Meiryo UI"/>
              </a:rPr>
              <a:t>５</a:t>
            </a:r>
            <a:r>
              <a:rPr lang="en-US" altLang="ja-JP">
                <a:solidFill>
                  <a:srgbClr val="7F7F7F"/>
                </a:solidFill>
                <a:latin typeface="Meiryo UI"/>
                <a:ea typeface="Meiryo UI"/>
              </a:rPr>
              <a:t>. </a:t>
            </a:r>
            <a:r>
              <a:rPr lang="ja-JP" altLang="en-US">
                <a:solidFill>
                  <a:srgbClr val="7F7F7F"/>
                </a:solidFill>
                <a:latin typeface="Meiryo UI"/>
                <a:ea typeface="Meiryo UI"/>
              </a:rPr>
              <a:t>今後の活動計画</a:t>
            </a:r>
          </a:p>
        </p:txBody>
      </p:sp>
      <p:sp>
        <p:nvSpPr>
          <p:cNvPr id="42" name="矢印: 五方向 41">
            <a:extLst>
              <a:ext uri="{FF2B5EF4-FFF2-40B4-BE49-F238E27FC236}">
                <a16:creationId xmlns:a16="http://schemas.microsoft.com/office/drawing/2014/main" id="{3E0686D5-718A-1B08-B685-F946E8AF6A73}"/>
              </a:ext>
            </a:extLst>
          </p:cNvPr>
          <p:cNvSpPr/>
          <p:nvPr/>
        </p:nvSpPr>
        <p:spPr bwMode="auto">
          <a:xfrm>
            <a:off x="3778931" y="3938160"/>
            <a:ext cx="1201658" cy="599284"/>
          </a:xfrm>
          <a:prstGeom prst="homePlate">
            <a:avLst>
              <a:gd name="adj" fmla="val 24052"/>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課題洗い出し</a:t>
            </a:r>
            <a:endParaRPr lang="en-US" altLang="ja-JP" sz="1400" b="1">
              <a:latin typeface="Meiryo UI"/>
              <a:ea typeface="Meiryo UI"/>
            </a:endParaRPr>
          </a:p>
        </p:txBody>
      </p:sp>
      <p:sp>
        <p:nvSpPr>
          <p:cNvPr id="5" name="矢印: 五方向 4">
            <a:extLst>
              <a:ext uri="{FF2B5EF4-FFF2-40B4-BE49-F238E27FC236}">
                <a16:creationId xmlns:a16="http://schemas.microsoft.com/office/drawing/2014/main" id="{A91FDA4D-43D0-CD1A-2F78-41AC297B4E48}"/>
              </a:ext>
            </a:extLst>
          </p:cNvPr>
          <p:cNvSpPr/>
          <p:nvPr/>
        </p:nvSpPr>
        <p:spPr bwMode="auto">
          <a:xfrm>
            <a:off x="1939205" y="1929404"/>
            <a:ext cx="1114218" cy="2612334"/>
          </a:xfrm>
          <a:prstGeom prst="homePlate">
            <a:avLst>
              <a:gd name="adj" fmla="val 30249"/>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テーマ選定</a:t>
            </a:r>
          </a:p>
          <a:p>
            <a:pPr algn="ctr" defTabSz="914400">
              <a:spcBef>
                <a:spcPct val="0"/>
              </a:spcBef>
              <a:spcAft>
                <a:spcPct val="0"/>
              </a:spcAft>
            </a:pPr>
            <a:r>
              <a:rPr lang="ja-JP" altLang="en-US" sz="1400" b="1">
                <a:latin typeface="Meiryo UI"/>
                <a:ea typeface="Meiryo UI"/>
                <a:cs typeface="Meiryo UI" panose="020B0604030504040204" pitchFamily="50" charset="-128"/>
              </a:rPr>
              <a:t>（OST形式）</a:t>
            </a:r>
            <a:endParaRPr lang="ja-JP"/>
          </a:p>
        </p:txBody>
      </p:sp>
      <p:sp>
        <p:nvSpPr>
          <p:cNvPr id="13" name="テキスト ボックス 12">
            <a:extLst>
              <a:ext uri="{FF2B5EF4-FFF2-40B4-BE49-F238E27FC236}">
                <a16:creationId xmlns:a16="http://schemas.microsoft.com/office/drawing/2014/main" id="{45DB125F-D6D1-692D-76F7-1B992668032B}"/>
              </a:ext>
            </a:extLst>
          </p:cNvPr>
          <p:cNvSpPr txBox="1"/>
          <p:nvPr/>
        </p:nvSpPr>
        <p:spPr>
          <a:xfrm>
            <a:off x="288457" y="457125"/>
            <a:ext cx="8558981" cy="610838"/>
          </a:xfrm>
          <a:prstGeom prst="rect">
            <a:avLst/>
          </a:prstGeom>
          <a:noFill/>
        </p:spPr>
        <p:txBody>
          <a:bodyPr wrap="none" lIns="77916" tIns="38958" rIns="77916" bIns="38958" rtlCol="0" anchor="t">
            <a:noAutofit/>
          </a:bodyPr>
          <a:lstStyle/>
          <a:p>
            <a:r>
              <a:rPr kumimoji="1" lang="ja-JP" altLang="en-US" sz="1800">
                <a:latin typeface="Meiryo UI"/>
                <a:ea typeface="Meiryo UI"/>
                <a:cs typeface="Meiryo UI" panose="020B0604030504040204" pitchFamily="50" charset="-128"/>
              </a:rPr>
              <a:t>・</a:t>
            </a:r>
            <a:r>
              <a:rPr lang="ja-JP" altLang="en-US" sz="1800">
                <a:latin typeface="Meiryo UI"/>
                <a:ea typeface="Meiryo UI"/>
                <a:cs typeface="Meiryo UI" panose="020B0604030504040204" pitchFamily="50" charset="-128"/>
              </a:rPr>
              <a:t>年内に各分科会毎に成果物を作成</a:t>
            </a:r>
            <a:endParaRPr lang="en-US" altLang="ja-JP" sz="1800">
              <a:latin typeface="Meiryo UI"/>
              <a:ea typeface="Meiryo UI"/>
              <a:cs typeface="Meiryo UI" panose="020B0604030504040204" pitchFamily="50" charset="-128"/>
            </a:endParaRPr>
          </a:p>
          <a:p>
            <a:r>
              <a:rPr lang="ja-JP" altLang="en-US" sz="1800">
                <a:latin typeface="Meiryo UI"/>
                <a:ea typeface="Meiryo UI"/>
                <a:cs typeface="Meiryo UI" panose="020B0604030504040204" pitchFamily="50" charset="-128"/>
              </a:rPr>
              <a:t>・研究内容が重複しないよう、各分科会毎に都度内容共有を実施</a:t>
            </a:r>
            <a:endParaRPr lang="en-US" altLang="ja-JP" sz="1800">
              <a:latin typeface="Meiryo UI"/>
              <a:ea typeface="Meiryo UI"/>
              <a:cs typeface="Meiryo UI" panose="020B0604030504040204" pitchFamily="50" charset="-128"/>
            </a:endParaRPr>
          </a:p>
        </p:txBody>
      </p:sp>
      <p:sp>
        <p:nvSpPr>
          <p:cNvPr id="4" name="Rectangle 12">
            <a:extLst>
              <a:ext uri="{FF2B5EF4-FFF2-40B4-BE49-F238E27FC236}">
                <a16:creationId xmlns:a16="http://schemas.microsoft.com/office/drawing/2014/main" id="{CD8C4193-0230-A3B7-4C08-58046D1C24D5}"/>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24</a:t>
            </a:fld>
            <a:endParaRPr lang="en-US" altLang="ja-JP">
              <a:solidFill>
                <a:srgbClr val="FFFFFF"/>
              </a:solidFill>
            </a:endParaRPr>
          </a:p>
        </p:txBody>
      </p:sp>
      <p:sp>
        <p:nvSpPr>
          <p:cNvPr id="17" name="矢印: 五方向 41">
            <a:extLst>
              <a:ext uri="{FF2B5EF4-FFF2-40B4-BE49-F238E27FC236}">
                <a16:creationId xmlns:a16="http://schemas.microsoft.com/office/drawing/2014/main" id="{01FB34DB-22EF-6BAB-827D-2E4099E99652}"/>
              </a:ext>
            </a:extLst>
          </p:cNvPr>
          <p:cNvSpPr/>
          <p:nvPr/>
        </p:nvSpPr>
        <p:spPr bwMode="auto">
          <a:xfrm>
            <a:off x="5123359" y="3862192"/>
            <a:ext cx="2160000" cy="609996"/>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en-US" altLang="ja-JP" sz="1400" b="1">
                <a:latin typeface="Meiryo UI"/>
                <a:ea typeface="Meiryo UI"/>
                <a:cs typeface="Meiryo UI" panose="020B0604030504040204" pitchFamily="50" charset="-128"/>
              </a:rPr>
              <a:t>AI</a:t>
            </a:r>
            <a:r>
              <a:rPr lang="ja-JP" altLang="en-US" sz="1400" b="1">
                <a:latin typeface="Meiryo UI"/>
                <a:ea typeface="Meiryo UI"/>
                <a:cs typeface="Meiryo UI" panose="020B0604030504040204" pitchFamily="50" charset="-128"/>
              </a:rPr>
              <a:t>開発向け組織図作成</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3" name="矢印: 五方向 4">
            <a:extLst>
              <a:ext uri="{FF2B5EF4-FFF2-40B4-BE49-F238E27FC236}">
                <a16:creationId xmlns:a16="http://schemas.microsoft.com/office/drawing/2014/main" id="{9DB2B4C0-610E-E6A1-6B7B-489441D67C56}"/>
              </a:ext>
            </a:extLst>
          </p:cNvPr>
          <p:cNvSpPr/>
          <p:nvPr/>
        </p:nvSpPr>
        <p:spPr bwMode="auto">
          <a:xfrm>
            <a:off x="3064543" y="1924626"/>
            <a:ext cx="597109" cy="2612818"/>
          </a:xfrm>
          <a:prstGeom prst="homePlate">
            <a:avLst>
              <a:gd name="adj" fmla="val 30249"/>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イン</a:t>
            </a:r>
          </a:p>
          <a:p>
            <a:pPr algn="ctr" defTabSz="914400">
              <a:spcBef>
                <a:spcPct val="0"/>
              </a:spcBef>
              <a:spcAft>
                <a:spcPct val="0"/>
              </a:spcAft>
            </a:pPr>
            <a:r>
              <a:rPr lang="ja-JP" altLang="en-US" sz="1400" b="1">
                <a:latin typeface="Meiryo UI"/>
                <a:ea typeface="Meiryo UI"/>
              </a:rPr>
              <a:t>セプ</a:t>
            </a:r>
          </a:p>
          <a:p>
            <a:pPr algn="ctr" defTabSz="914400">
              <a:spcBef>
                <a:spcPct val="0"/>
              </a:spcBef>
              <a:spcAft>
                <a:spcPct val="0"/>
              </a:spcAft>
            </a:pPr>
            <a:r>
              <a:rPr lang="ja-JP" altLang="en-US" sz="1400" b="1">
                <a:latin typeface="Meiryo UI"/>
                <a:ea typeface="Meiryo UI"/>
              </a:rPr>
              <a:t>ション</a:t>
            </a:r>
            <a:endParaRPr lang="ja-JP">
              <a:latin typeface="ＭＳ Ｐゴシック"/>
              <a:ea typeface="ＭＳ Ｐゴシック"/>
            </a:endParaRPr>
          </a:p>
          <a:p>
            <a:pPr algn="ctr" defTabSz="914400">
              <a:spcBef>
                <a:spcPct val="0"/>
              </a:spcBef>
              <a:spcAft>
                <a:spcPct val="0"/>
              </a:spcAft>
            </a:pPr>
            <a:r>
              <a:rPr lang="ja-JP" altLang="en-US" sz="1400" b="1">
                <a:latin typeface="Meiryo UI"/>
                <a:ea typeface="Meiryo UI"/>
              </a:rPr>
              <a:t>デッキ</a:t>
            </a:r>
            <a:endParaRPr lang="ja-JP"/>
          </a:p>
          <a:p>
            <a:pPr marL="0" marR="0" indent="0" algn="ctr" defTabSz="914400">
              <a:lnSpc>
                <a:spcPct val="100000"/>
              </a:lnSpc>
              <a:spcBef>
                <a:spcPct val="0"/>
              </a:spcBef>
              <a:spcAft>
                <a:spcPct val="0"/>
              </a:spcAft>
              <a:buClrTx/>
              <a:buSzTx/>
              <a:buFontTx/>
              <a:buNone/>
              <a:tabLst/>
            </a:pPr>
            <a:r>
              <a:rPr lang="ja-JP" altLang="en-US" sz="1400" b="1">
                <a:latin typeface="Meiryo UI"/>
                <a:ea typeface="Meiryo UI"/>
              </a:rPr>
              <a:t>作成</a:t>
            </a:r>
          </a:p>
        </p:txBody>
      </p:sp>
      <p:grpSp>
        <p:nvGrpSpPr>
          <p:cNvPr id="12" name="グループ化 11">
            <a:extLst>
              <a:ext uri="{FF2B5EF4-FFF2-40B4-BE49-F238E27FC236}">
                <a16:creationId xmlns:a16="http://schemas.microsoft.com/office/drawing/2014/main" id="{9E5D8931-27C7-B4B7-ABDB-74C0B3EAF407}"/>
              </a:ext>
            </a:extLst>
          </p:cNvPr>
          <p:cNvGrpSpPr/>
          <p:nvPr/>
        </p:nvGrpSpPr>
        <p:grpSpPr>
          <a:xfrm>
            <a:off x="1849582" y="1412281"/>
            <a:ext cx="465130" cy="338163"/>
            <a:chOff x="1849582" y="1759097"/>
            <a:chExt cx="465130" cy="338163"/>
          </a:xfrm>
        </p:grpSpPr>
        <p:sp>
          <p:nvSpPr>
            <p:cNvPr id="7" name="二等辺三角形 6">
              <a:extLst>
                <a:ext uri="{FF2B5EF4-FFF2-40B4-BE49-F238E27FC236}">
                  <a16:creationId xmlns:a16="http://schemas.microsoft.com/office/drawing/2014/main" id="{4B6460D5-C229-21C0-50AA-7C21A648BB72}"/>
                </a:ext>
              </a:extLst>
            </p:cNvPr>
            <p:cNvSpPr/>
            <p:nvPr/>
          </p:nvSpPr>
          <p:spPr bwMode="auto">
            <a:xfrm rot="10800000">
              <a:off x="2016513" y="1984098"/>
              <a:ext cx="131270" cy="113162"/>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テキスト ボックス 10">
              <a:extLst>
                <a:ext uri="{FF2B5EF4-FFF2-40B4-BE49-F238E27FC236}">
                  <a16:creationId xmlns:a16="http://schemas.microsoft.com/office/drawing/2014/main" id="{7EDB31C6-45AD-BEA1-91A1-35E04CFA2BA7}"/>
                </a:ext>
              </a:extLst>
            </p:cNvPr>
            <p:cNvSpPr txBox="1"/>
            <p:nvPr/>
          </p:nvSpPr>
          <p:spPr>
            <a:xfrm>
              <a:off x="1849582" y="1759097"/>
              <a:ext cx="465130" cy="263343"/>
            </a:xfrm>
            <a:prstGeom prst="rect">
              <a:avLst/>
            </a:prstGeom>
            <a:solidFill>
              <a:schemeClr val="bg1">
                <a:alpha val="20000"/>
              </a:schemeClr>
            </a:solidFill>
            <a:ln>
              <a:noFill/>
            </a:ln>
          </p:spPr>
          <p:txBody>
            <a:bodyPr wrap="none" lIns="77916" tIns="38958" rIns="77916" bIns="38958" rtlCol="0" anchor="ctr">
              <a:spAutoFit/>
            </a:bodyPr>
            <a:lstStyle/>
            <a:p>
              <a:pPr algn="ctr"/>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初回</a:t>
              </a:r>
            </a:p>
          </p:txBody>
        </p:sp>
      </p:grpSp>
      <p:grpSp>
        <p:nvGrpSpPr>
          <p:cNvPr id="34" name="グループ化 33">
            <a:extLst>
              <a:ext uri="{FF2B5EF4-FFF2-40B4-BE49-F238E27FC236}">
                <a16:creationId xmlns:a16="http://schemas.microsoft.com/office/drawing/2014/main" id="{FD193545-C4E0-39C2-460A-8377C9659AB6}"/>
              </a:ext>
            </a:extLst>
          </p:cNvPr>
          <p:cNvGrpSpPr/>
          <p:nvPr/>
        </p:nvGrpSpPr>
        <p:grpSpPr>
          <a:xfrm>
            <a:off x="2747854" y="1412281"/>
            <a:ext cx="926795" cy="338163"/>
            <a:chOff x="1618749" y="1759097"/>
            <a:chExt cx="926795" cy="338163"/>
          </a:xfrm>
        </p:grpSpPr>
        <p:sp>
          <p:nvSpPr>
            <p:cNvPr id="36" name="二等辺三角形 35">
              <a:extLst>
                <a:ext uri="{FF2B5EF4-FFF2-40B4-BE49-F238E27FC236}">
                  <a16:creationId xmlns:a16="http://schemas.microsoft.com/office/drawing/2014/main" id="{7E36E856-0B4D-DE57-0D25-359AC1A822AC}"/>
                </a:ext>
              </a:extLst>
            </p:cNvPr>
            <p:cNvSpPr/>
            <p:nvPr/>
          </p:nvSpPr>
          <p:spPr bwMode="auto">
            <a:xfrm rot="10800000">
              <a:off x="2016512" y="1984098"/>
              <a:ext cx="131270" cy="113162"/>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テキスト ボックス 39">
              <a:extLst>
                <a:ext uri="{FF2B5EF4-FFF2-40B4-BE49-F238E27FC236}">
                  <a16:creationId xmlns:a16="http://schemas.microsoft.com/office/drawing/2014/main" id="{598984BA-FCD4-6405-7A4D-98926F421B55}"/>
                </a:ext>
              </a:extLst>
            </p:cNvPr>
            <p:cNvSpPr txBox="1"/>
            <p:nvPr/>
          </p:nvSpPr>
          <p:spPr>
            <a:xfrm>
              <a:off x="1618749" y="1759097"/>
              <a:ext cx="926795" cy="263343"/>
            </a:xfrm>
            <a:prstGeom prst="rect">
              <a:avLst/>
            </a:prstGeom>
            <a:solidFill>
              <a:schemeClr val="bg1">
                <a:alpha val="20000"/>
              </a:schemeClr>
            </a:solidFill>
            <a:ln>
              <a:noFill/>
            </a:ln>
          </p:spPr>
          <p:txBody>
            <a:bodyPr wrap="none" lIns="77916" tIns="38958" rIns="77916" bIns="38958" rtlCol="0" anchor="ctr">
              <a:spAutoFit/>
            </a:bodyPr>
            <a:lstStyle/>
            <a:p>
              <a:pPr algn="ctr"/>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集中検討会</a:t>
              </a:r>
            </a:p>
          </p:txBody>
        </p:sp>
      </p:grpSp>
      <p:grpSp>
        <p:nvGrpSpPr>
          <p:cNvPr id="43" name="グループ化 42">
            <a:extLst>
              <a:ext uri="{FF2B5EF4-FFF2-40B4-BE49-F238E27FC236}">
                <a16:creationId xmlns:a16="http://schemas.microsoft.com/office/drawing/2014/main" id="{8DE187F5-E99E-8897-18BE-09838E1F4BD2}"/>
              </a:ext>
            </a:extLst>
          </p:cNvPr>
          <p:cNvGrpSpPr/>
          <p:nvPr/>
        </p:nvGrpSpPr>
        <p:grpSpPr>
          <a:xfrm>
            <a:off x="4600412" y="1412281"/>
            <a:ext cx="926795" cy="338163"/>
            <a:chOff x="1618749" y="1759097"/>
            <a:chExt cx="926795" cy="338163"/>
          </a:xfrm>
        </p:grpSpPr>
        <p:sp>
          <p:nvSpPr>
            <p:cNvPr id="44" name="二等辺三角形 43">
              <a:extLst>
                <a:ext uri="{FF2B5EF4-FFF2-40B4-BE49-F238E27FC236}">
                  <a16:creationId xmlns:a16="http://schemas.microsoft.com/office/drawing/2014/main" id="{8EB1075B-72A8-3C29-C936-8A881050ACBE}"/>
                </a:ext>
              </a:extLst>
            </p:cNvPr>
            <p:cNvSpPr/>
            <p:nvPr/>
          </p:nvSpPr>
          <p:spPr bwMode="auto">
            <a:xfrm rot="10800000">
              <a:off x="2016511" y="1984098"/>
              <a:ext cx="131270" cy="113162"/>
            </a:xfrm>
            <a:prstGeom prst="triangl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テキスト ボックス 46">
              <a:extLst>
                <a:ext uri="{FF2B5EF4-FFF2-40B4-BE49-F238E27FC236}">
                  <a16:creationId xmlns:a16="http://schemas.microsoft.com/office/drawing/2014/main" id="{12E7A43D-4D85-D5B3-BDB2-D1555A2AF3ED}"/>
                </a:ext>
              </a:extLst>
            </p:cNvPr>
            <p:cNvSpPr txBox="1"/>
            <p:nvPr/>
          </p:nvSpPr>
          <p:spPr>
            <a:xfrm>
              <a:off x="1618749" y="1759097"/>
              <a:ext cx="926795" cy="263343"/>
            </a:xfrm>
            <a:prstGeom prst="rect">
              <a:avLst/>
            </a:prstGeom>
            <a:solidFill>
              <a:schemeClr val="bg1">
                <a:alpha val="20000"/>
              </a:schemeClr>
            </a:solidFill>
            <a:ln>
              <a:noFill/>
            </a:ln>
          </p:spPr>
          <p:txBody>
            <a:bodyPr wrap="none" lIns="77916" tIns="38958" rIns="77916" bIns="38958" rtlCol="0" anchor="ctr">
              <a:spAutoFit/>
            </a:bodyPr>
            <a:lstStyle/>
            <a:p>
              <a:pPr algn="ctr"/>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中間報告会</a:t>
              </a:r>
            </a:p>
          </p:txBody>
        </p:sp>
      </p:grpSp>
      <p:grpSp>
        <p:nvGrpSpPr>
          <p:cNvPr id="53" name="グループ化 52">
            <a:extLst>
              <a:ext uri="{FF2B5EF4-FFF2-40B4-BE49-F238E27FC236}">
                <a16:creationId xmlns:a16="http://schemas.microsoft.com/office/drawing/2014/main" id="{FC6A3CE6-E5BB-73F9-7C29-6C79E3E9C893}"/>
              </a:ext>
            </a:extLst>
          </p:cNvPr>
          <p:cNvGrpSpPr/>
          <p:nvPr/>
        </p:nvGrpSpPr>
        <p:grpSpPr>
          <a:xfrm>
            <a:off x="5091331" y="1590680"/>
            <a:ext cx="1231366" cy="338163"/>
            <a:chOff x="1466464" y="1759097"/>
            <a:chExt cx="1231366" cy="338163"/>
          </a:xfrm>
        </p:grpSpPr>
        <p:sp>
          <p:nvSpPr>
            <p:cNvPr id="54" name="二等辺三角形 53">
              <a:extLst>
                <a:ext uri="{FF2B5EF4-FFF2-40B4-BE49-F238E27FC236}">
                  <a16:creationId xmlns:a16="http://schemas.microsoft.com/office/drawing/2014/main" id="{64466359-C526-057D-D4F0-0AA00F64A722}"/>
                </a:ext>
              </a:extLst>
            </p:cNvPr>
            <p:cNvSpPr/>
            <p:nvPr/>
          </p:nvSpPr>
          <p:spPr bwMode="auto">
            <a:xfrm rot="10800000">
              <a:off x="2016511" y="1984098"/>
              <a:ext cx="131270" cy="113162"/>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テキスト ボックス 54">
              <a:extLst>
                <a:ext uri="{FF2B5EF4-FFF2-40B4-BE49-F238E27FC236}">
                  <a16:creationId xmlns:a16="http://schemas.microsoft.com/office/drawing/2014/main" id="{AC31F8D9-8EBD-9D9C-4802-0B7C2526464F}"/>
                </a:ext>
              </a:extLst>
            </p:cNvPr>
            <p:cNvSpPr txBox="1"/>
            <p:nvPr/>
          </p:nvSpPr>
          <p:spPr>
            <a:xfrm>
              <a:off x="1466464" y="1759097"/>
              <a:ext cx="1231366" cy="263343"/>
            </a:xfrm>
            <a:prstGeom prst="rect">
              <a:avLst/>
            </a:prstGeom>
            <a:solidFill>
              <a:schemeClr val="bg1">
                <a:alpha val="20000"/>
              </a:schemeClr>
            </a:solidFill>
            <a:ln>
              <a:noFill/>
            </a:ln>
          </p:spPr>
          <p:txBody>
            <a:bodyPr wrap="none" lIns="77916" tIns="38958" rIns="77916" bIns="38958" rtlCol="0" anchor="ctr">
              <a:spAutoFit/>
            </a:bodyPr>
            <a:lstStyle/>
            <a:p>
              <a:pPr algn="ctr"/>
              <a:r>
                <a:rPr lang="ja-JP" altLang="en-US" sz="1200" b="1">
                  <a:latin typeface="Meiryo UI" panose="020B0604030504040204" pitchFamily="50" charset="-128"/>
                  <a:ea typeface="Meiryo UI" panose="020B0604030504040204" pitchFamily="50" charset="-128"/>
                  <a:cs typeface="Meiryo UI" panose="020B0604030504040204" pitchFamily="50" charset="-128"/>
                </a:rPr>
                <a:t>企業訪問</a:t>
              </a:r>
              <a:r>
                <a:rPr lang="en-US" altLang="ja-JP" sz="1200" b="1">
                  <a:latin typeface="Meiryo UI" panose="020B0604030504040204" pitchFamily="50" charset="-128"/>
                  <a:ea typeface="Meiryo UI" panose="020B0604030504040204" pitchFamily="50" charset="-128"/>
                  <a:cs typeface="Meiryo UI" panose="020B0604030504040204" pitchFamily="50" charset="-128"/>
                </a:rPr>
                <a:t>(</a:t>
              </a:r>
              <a:r>
                <a:rPr lang="ja-JP" altLang="en-US" sz="1200" b="1">
                  <a:latin typeface="Meiryo UI" panose="020B0604030504040204" pitchFamily="50" charset="-128"/>
                  <a:ea typeface="Meiryo UI" panose="020B0604030504040204" pitchFamily="50" charset="-128"/>
                  <a:cs typeface="Meiryo UI" panose="020B0604030504040204" pitchFamily="50" charset="-128"/>
                </a:rPr>
                <a:t>合宿</a:t>
              </a:r>
              <a:r>
                <a:rPr lang="en-US" altLang="ja-JP" sz="1200" b="1">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56" name="直線コネクタ 55">
            <a:extLst>
              <a:ext uri="{FF2B5EF4-FFF2-40B4-BE49-F238E27FC236}">
                <a16:creationId xmlns:a16="http://schemas.microsoft.com/office/drawing/2014/main" id="{E8B8161B-82A1-1A61-8B6B-22DE57A15915}"/>
              </a:ext>
            </a:extLst>
          </p:cNvPr>
          <p:cNvCxnSpPr>
            <a:cxnSpLocks/>
          </p:cNvCxnSpPr>
          <p:nvPr/>
        </p:nvCxnSpPr>
        <p:spPr bwMode="auto">
          <a:xfrm>
            <a:off x="8318201" y="1817322"/>
            <a:ext cx="7027" cy="2736000"/>
          </a:xfrm>
          <a:prstGeom prst="line">
            <a:avLst/>
          </a:prstGeom>
          <a:solidFill>
            <a:schemeClr val="bg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7" name="グループ化 56">
            <a:extLst>
              <a:ext uri="{FF2B5EF4-FFF2-40B4-BE49-F238E27FC236}">
                <a16:creationId xmlns:a16="http://schemas.microsoft.com/office/drawing/2014/main" id="{BB71F99C-4127-EBBA-5700-9C9F7F77E1AA}"/>
              </a:ext>
            </a:extLst>
          </p:cNvPr>
          <p:cNvGrpSpPr/>
          <p:nvPr/>
        </p:nvGrpSpPr>
        <p:grpSpPr>
          <a:xfrm>
            <a:off x="7854804" y="1412281"/>
            <a:ext cx="926795" cy="338163"/>
            <a:chOff x="1618749" y="1759097"/>
            <a:chExt cx="926795" cy="338163"/>
          </a:xfrm>
        </p:grpSpPr>
        <p:sp>
          <p:nvSpPr>
            <p:cNvPr id="58" name="二等辺三角形 57">
              <a:extLst>
                <a:ext uri="{FF2B5EF4-FFF2-40B4-BE49-F238E27FC236}">
                  <a16:creationId xmlns:a16="http://schemas.microsoft.com/office/drawing/2014/main" id="{817F117A-CB3A-02A8-4E28-CC51B4C8BF53}"/>
                </a:ext>
              </a:extLst>
            </p:cNvPr>
            <p:cNvSpPr/>
            <p:nvPr/>
          </p:nvSpPr>
          <p:spPr bwMode="auto">
            <a:xfrm rot="10800000">
              <a:off x="2016511" y="1984098"/>
              <a:ext cx="131270" cy="113162"/>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テキスト ボックス 58">
              <a:extLst>
                <a:ext uri="{FF2B5EF4-FFF2-40B4-BE49-F238E27FC236}">
                  <a16:creationId xmlns:a16="http://schemas.microsoft.com/office/drawing/2014/main" id="{156D9CA0-EB97-4655-5755-0FDE2B907B0B}"/>
                </a:ext>
              </a:extLst>
            </p:cNvPr>
            <p:cNvSpPr txBox="1"/>
            <p:nvPr/>
          </p:nvSpPr>
          <p:spPr>
            <a:xfrm>
              <a:off x="1618749" y="1759097"/>
              <a:ext cx="926795" cy="263343"/>
            </a:xfrm>
            <a:prstGeom prst="rect">
              <a:avLst/>
            </a:prstGeom>
            <a:solidFill>
              <a:schemeClr val="bg1">
                <a:alpha val="20000"/>
              </a:schemeClr>
            </a:solidFill>
            <a:ln>
              <a:noFill/>
            </a:ln>
          </p:spPr>
          <p:txBody>
            <a:bodyPr wrap="none" lIns="77916" tIns="38958" rIns="77916" bIns="38958" rtlCol="0" anchor="ctr">
              <a:spAutoFit/>
            </a:bodyPr>
            <a:lstStyle/>
            <a:p>
              <a:pPr algn="ctr"/>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最終報告会</a:t>
              </a:r>
            </a:p>
          </p:txBody>
        </p:sp>
      </p:grpSp>
      <p:grpSp>
        <p:nvGrpSpPr>
          <p:cNvPr id="64" name="グループ化 63">
            <a:extLst>
              <a:ext uri="{FF2B5EF4-FFF2-40B4-BE49-F238E27FC236}">
                <a16:creationId xmlns:a16="http://schemas.microsoft.com/office/drawing/2014/main" id="{258EC0EF-D368-0701-522A-358CE1FD4224}"/>
              </a:ext>
            </a:extLst>
          </p:cNvPr>
          <p:cNvGrpSpPr/>
          <p:nvPr/>
        </p:nvGrpSpPr>
        <p:grpSpPr>
          <a:xfrm>
            <a:off x="6324898" y="1412281"/>
            <a:ext cx="1542348" cy="338163"/>
            <a:chOff x="1310974" y="1759097"/>
            <a:chExt cx="1542348" cy="338163"/>
          </a:xfrm>
        </p:grpSpPr>
        <p:sp>
          <p:nvSpPr>
            <p:cNvPr id="65" name="二等辺三角形 64">
              <a:extLst>
                <a:ext uri="{FF2B5EF4-FFF2-40B4-BE49-F238E27FC236}">
                  <a16:creationId xmlns:a16="http://schemas.microsoft.com/office/drawing/2014/main" id="{080406AB-FDBD-4330-B7AF-FBAD42FFB0C9}"/>
                </a:ext>
              </a:extLst>
            </p:cNvPr>
            <p:cNvSpPr/>
            <p:nvPr/>
          </p:nvSpPr>
          <p:spPr bwMode="auto">
            <a:xfrm rot="10800000">
              <a:off x="2016511" y="1984098"/>
              <a:ext cx="131270" cy="113162"/>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テキスト ボックス 65">
              <a:extLst>
                <a:ext uri="{FF2B5EF4-FFF2-40B4-BE49-F238E27FC236}">
                  <a16:creationId xmlns:a16="http://schemas.microsoft.com/office/drawing/2014/main" id="{1392DA1E-2DB2-09E5-A2EE-4F74A4D44927}"/>
                </a:ext>
              </a:extLst>
            </p:cNvPr>
            <p:cNvSpPr txBox="1"/>
            <p:nvPr/>
          </p:nvSpPr>
          <p:spPr>
            <a:xfrm>
              <a:off x="1310974" y="1759097"/>
              <a:ext cx="1542348" cy="263343"/>
            </a:xfrm>
            <a:prstGeom prst="rect">
              <a:avLst/>
            </a:prstGeom>
            <a:solidFill>
              <a:schemeClr val="bg1">
                <a:alpha val="20000"/>
              </a:schemeClr>
            </a:solidFill>
            <a:ln>
              <a:noFill/>
            </a:ln>
          </p:spPr>
          <p:txBody>
            <a:bodyPr wrap="none" lIns="77916" tIns="38958" rIns="77916" bIns="38958" rtlCol="0" anchor="ctr">
              <a:spAutoFit/>
            </a:bodyPr>
            <a:lstStyle/>
            <a:p>
              <a:pPr algn="ctr"/>
              <a:r>
                <a:rPr lang="ja-JP" altLang="en-US" sz="1200" b="1">
                  <a:latin typeface="Meiryo UI" panose="020B0604030504040204" pitchFamily="50" charset="-128"/>
                  <a:ea typeface="Meiryo UI" panose="020B0604030504040204" pitchFamily="50" charset="-128"/>
                  <a:cs typeface="Meiryo UI" panose="020B0604030504040204" pitchFamily="50" charset="-128"/>
                </a:rPr>
                <a:t>部会内成果物確認会</a:t>
              </a: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67" name="正方形/長方形 66">
            <a:extLst>
              <a:ext uri="{FF2B5EF4-FFF2-40B4-BE49-F238E27FC236}">
                <a16:creationId xmlns:a16="http://schemas.microsoft.com/office/drawing/2014/main" id="{AF56CD7D-4693-E07F-2548-169CE87C5258}"/>
              </a:ext>
            </a:extLst>
          </p:cNvPr>
          <p:cNvSpPr/>
          <p:nvPr/>
        </p:nvSpPr>
        <p:spPr bwMode="auto">
          <a:xfrm>
            <a:off x="4744725" y="4544404"/>
            <a:ext cx="667635" cy="263342"/>
          </a:xfrm>
          <a:prstGeom prst="rect">
            <a:avLst/>
          </a:prstGeom>
          <a:solidFill>
            <a:schemeClr val="bg1"/>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本日</a:t>
            </a:r>
          </a:p>
        </p:txBody>
      </p:sp>
      <p:sp>
        <p:nvSpPr>
          <p:cNvPr id="69" name="矢印: 五方向 68">
            <a:extLst>
              <a:ext uri="{FF2B5EF4-FFF2-40B4-BE49-F238E27FC236}">
                <a16:creationId xmlns:a16="http://schemas.microsoft.com/office/drawing/2014/main" id="{A7E43BB8-6574-B11C-62A0-0357E62EE1EA}"/>
              </a:ext>
            </a:extLst>
          </p:cNvPr>
          <p:cNvSpPr/>
          <p:nvPr/>
        </p:nvSpPr>
        <p:spPr bwMode="auto">
          <a:xfrm>
            <a:off x="3778931" y="3250586"/>
            <a:ext cx="1201658" cy="599284"/>
          </a:xfrm>
          <a:prstGeom prst="homePlate">
            <a:avLst>
              <a:gd name="adj" fmla="val 24052"/>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品質基準収集</a:t>
            </a:r>
            <a:endParaRPr lang="en-US" altLang="ja-JP" sz="1400" b="1">
              <a:latin typeface="Meiryo UI"/>
              <a:ea typeface="Meiryo UI"/>
            </a:endParaRPr>
          </a:p>
          <a:p>
            <a:pPr algn="ctr" defTabSz="914400" fontAlgn="base">
              <a:spcBef>
                <a:spcPct val="0"/>
              </a:spcBef>
              <a:spcAft>
                <a:spcPct val="0"/>
              </a:spcAft>
            </a:pPr>
            <a:r>
              <a:rPr lang="ja-JP" altLang="en-US" sz="1400" b="1">
                <a:latin typeface="Meiryo UI"/>
                <a:ea typeface="Meiryo UI"/>
              </a:rPr>
              <a:t>共通観点集約</a:t>
            </a:r>
            <a:endParaRPr lang="en-US" altLang="ja-JP" sz="1400" b="1">
              <a:latin typeface="Meiryo UI"/>
              <a:ea typeface="Meiryo UI"/>
            </a:endParaRPr>
          </a:p>
        </p:txBody>
      </p:sp>
      <p:sp>
        <p:nvSpPr>
          <p:cNvPr id="70" name="矢印: 五方向 69">
            <a:extLst>
              <a:ext uri="{FF2B5EF4-FFF2-40B4-BE49-F238E27FC236}">
                <a16:creationId xmlns:a16="http://schemas.microsoft.com/office/drawing/2014/main" id="{A9ADD6EA-C6E3-2078-39B2-E848606445A6}"/>
              </a:ext>
            </a:extLst>
          </p:cNvPr>
          <p:cNvSpPr/>
          <p:nvPr/>
        </p:nvSpPr>
        <p:spPr bwMode="auto">
          <a:xfrm>
            <a:off x="5105268" y="3250586"/>
            <a:ext cx="609077" cy="599284"/>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検証</a:t>
            </a:r>
            <a:endParaRPr lang="en-US" altLang="ja-JP" sz="1400" b="1">
              <a:latin typeface="Meiryo UI"/>
              <a:ea typeface="Meiryo UI"/>
            </a:endParaRPr>
          </a:p>
          <a:p>
            <a:pPr algn="ctr" defTabSz="914400" fontAlgn="base">
              <a:spcBef>
                <a:spcPct val="0"/>
              </a:spcBef>
              <a:spcAft>
                <a:spcPct val="0"/>
              </a:spcAft>
            </a:pPr>
            <a:r>
              <a:rPr lang="ja-JP" altLang="en-US" sz="1400" b="1">
                <a:latin typeface="Meiryo UI"/>
                <a:ea typeface="Meiryo UI"/>
              </a:rPr>
              <a:t>準備</a:t>
            </a:r>
          </a:p>
        </p:txBody>
      </p:sp>
      <p:sp>
        <p:nvSpPr>
          <p:cNvPr id="71" name="矢印: 五方向 70">
            <a:extLst>
              <a:ext uri="{FF2B5EF4-FFF2-40B4-BE49-F238E27FC236}">
                <a16:creationId xmlns:a16="http://schemas.microsoft.com/office/drawing/2014/main" id="{7D3C24D7-EBF1-38F3-951A-C3627A9A793C}"/>
              </a:ext>
            </a:extLst>
          </p:cNvPr>
          <p:cNvSpPr/>
          <p:nvPr/>
        </p:nvSpPr>
        <p:spPr bwMode="auto">
          <a:xfrm>
            <a:off x="5706097" y="3250586"/>
            <a:ext cx="1565176" cy="599284"/>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ギャップ抽出</a:t>
            </a:r>
            <a:endParaRPr lang="en-US" altLang="ja-JP" sz="1400" b="1">
              <a:latin typeface="Meiryo UI"/>
              <a:ea typeface="Meiryo UI"/>
            </a:endParaRPr>
          </a:p>
          <a:p>
            <a:pPr algn="ctr" defTabSz="914400" fontAlgn="base">
              <a:spcBef>
                <a:spcPct val="0"/>
              </a:spcBef>
              <a:spcAft>
                <a:spcPct val="0"/>
              </a:spcAft>
            </a:pPr>
            <a:r>
              <a:rPr lang="ja-JP" altLang="en-US" sz="1400" b="1">
                <a:latin typeface="Meiryo UI"/>
                <a:ea typeface="Meiryo UI"/>
              </a:rPr>
              <a:t>ハーネス設計</a:t>
            </a:r>
          </a:p>
        </p:txBody>
      </p:sp>
      <p:sp>
        <p:nvSpPr>
          <p:cNvPr id="72" name="矢印: 五方向 71">
            <a:extLst>
              <a:ext uri="{FF2B5EF4-FFF2-40B4-BE49-F238E27FC236}">
                <a16:creationId xmlns:a16="http://schemas.microsoft.com/office/drawing/2014/main" id="{8320D208-0983-1F00-277D-A5E25D46C643}"/>
              </a:ext>
            </a:extLst>
          </p:cNvPr>
          <p:cNvSpPr/>
          <p:nvPr/>
        </p:nvSpPr>
        <p:spPr bwMode="auto">
          <a:xfrm>
            <a:off x="5123359" y="4167190"/>
            <a:ext cx="1080000" cy="311958"/>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スキル検証①</a:t>
            </a:r>
          </a:p>
        </p:txBody>
      </p:sp>
      <p:sp>
        <p:nvSpPr>
          <p:cNvPr id="74" name="矢印: 五方向 73">
            <a:extLst>
              <a:ext uri="{FF2B5EF4-FFF2-40B4-BE49-F238E27FC236}">
                <a16:creationId xmlns:a16="http://schemas.microsoft.com/office/drawing/2014/main" id="{0F41DC40-A93D-981D-EA8E-61BE6C79E0D0}"/>
              </a:ext>
            </a:extLst>
          </p:cNvPr>
          <p:cNvSpPr/>
          <p:nvPr/>
        </p:nvSpPr>
        <p:spPr bwMode="auto">
          <a:xfrm>
            <a:off x="6203359" y="4167190"/>
            <a:ext cx="1080000" cy="311958"/>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スキル検証②</a:t>
            </a:r>
            <a:endParaRPr lang="en-US" altLang="ja-JP" sz="1400" b="1">
              <a:latin typeface="Meiryo UI"/>
              <a:ea typeface="Meiryo UI"/>
            </a:endParaRPr>
          </a:p>
        </p:txBody>
      </p:sp>
      <p:sp>
        <p:nvSpPr>
          <p:cNvPr id="6" name="矢印: 五方向 5">
            <a:extLst>
              <a:ext uri="{FF2B5EF4-FFF2-40B4-BE49-F238E27FC236}">
                <a16:creationId xmlns:a16="http://schemas.microsoft.com/office/drawing/2014/main" id="{8F108D14-96C6-E4D4-9BA4-9BB4680F954F}"/>
              </a:ext>
            </a:extLst>
          </p:cNvPr>
          <p:cNvSpPr/>
          <p:nvPr/>
        </p:nvSpPr>
        <p:spPr bwMode="auto">
          <a:xfrm>
            <a:off x="3778931" y="1933003"/>
            <a:ext cx="1201658" cy="599284"/>
          </a:xfrm>
          <a:prstGeom prst="homePlate">
            <a:avLst>
              <a:gd name="adj" fmla="val 24052"/>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先行事例調査</a:t>
            </a:r>
          </a:p>
        </p:txBody>
      </p:sp>
      <p:sp>
        <p:nvSpPr>
          <p:cNvPr id="8" name="矢印: 五方向 41">
            <a:extLst>
              <a:ext uri="{FF2B5EF4-FFF2-40B4-BE49-F238E27FC236}">
                <a16:creationId xmlns:a16="http://schemas.microsoft.com/office/drawing/2014/main" id="{15299D74-8345-5FA5-4965-18C94C6219CA}"/>
              </a:ext>
            </a:extLst>
          </p:cNvPr>
          <p:cNvSpPr/>
          <p:nvPr/>
        </p:nvSpPr>
        <p:spPr bwMode="auto">
          <a:xfrm>
            <a:off x="5123359" y="1928843"/>
            <a:ext cx="2160000" cy="609996"/>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i="0" u="none" strike="noStrike" cap="none" normalizeH="0" baseline="0">
                <a:ln>
                  <a:noFill/>
                </a:ln>
                <a:effectLst/>
                <a:latin typeface="Meiryo UI"/>
                <a:ea typeface="Meiryo UI"/>
                <a:cs typeface="Meiryo UI" panose="020B0604030504040204" pitchFamily="50" charset="-128"/>
              </a:rPr>
              <a:t>実機検証</a:t>
            </a:r>
          </a:p>
        </p:txBody>
      </p:sp>
      <p:sp>
        <p:nvSpPr>
          <p:cNvPr id="10" name="矢印: 五方向 9">
            <a:extLst>
              <a:ext uri="{FF2B5EF4-FFF2-40B4-BE49-F238E27FC236}">
                <a16:creationId xmlns:a16="http://schemas.microsoft.com/office/drawing/2014/main" id="{7D57DDF1-3A5B-EE52-31FA-2B688B6E5149}"/>
              </a:ext>
            </a:extLst>
          </p:cNvPr>
          <p:cNvSpPr/>
          <p:nvPr/>
        </p:nvSpPr>
        <p:spPr bwMode="auto">
          <a:xfrm>
            <a:off x="5123359" y="2233841"/>
            <a:ext cx="1080000" cy="311958"/>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仮説設定</a:t>
            </a:r>
          </a:p>
        </p:txBody>
      </p:sp>
      <p:sp>
        <p:nvSpPr>
          <p:cNvPr id="14" name="矢印: 五方向 13">
            <a:extLst>
              <a:ext uri="{FF2B5EF4-FFF2-40B4-BE49-F238E27FC236}">
                <a16:creationId xmlns:a16="http://schemas.microsoft.com/office/drawing/2014/main" id="{21600021-ED5E-D8E0-09D4-94437BFD923E}"/>
              </a:ext>
            </a:extLst>
          </p:cNvPr>
          <p:cNvSpPr/>
          <p:nvPr/>
        </p:nvSpPr>
        <p:spPr bwMode="auto">
          <a:xfrm>
            <a:off x="6203359" y="2233841"/>
            <a:ext cx="1080000" cy="311958"/>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結果分析</a:t>
            </a:r>
            <a:endParaRPr lang="en-US" altLang="ja-JP" sz="1400" b="1">
              <a:latin typeface="Meiryo UI"/>
              <a:ea typeface="Meiryo UI"/>
            </a:endParaRPr>
          </a:p>
        </p:txBody>
      </p:sp>
      <p:sp>
        <p:nvSpPr>
          <p:cNvPr id="16" name="矢印: 五方向 15">
            <a:extLst>
              <a:ext uri="{FF2B5EF4-FFF2-40B4-BE49-F238E27FC236}">
                <a16:creationId xmlns:a16="http://schemas.microsoft.com/office/drawing/2014/main" id="{6DE1AE76-27AB-5E87-E2BA-CC64DA14DF0D}"/>
              </a:ext>
            </a:extLst>
          </p:cNvPr>
          <p:cNvSpPr/>
          <p:nvPr/>
        </p:nvSpPr>
        <p:spPr bwMode="auto">
          <a:xfrm>
            <a:off x="3796516" y="2597543"/>
            <a:ext cx="1201658" cy="599284"/>
          </a:xfrm>
          <a:prstGeom prst="homePlate">
            <a:avLst>
              <a:gd name="adj" fmla="val 24052"/>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en-US" altLang="ja-JP" sz="1200" b="1">
                <a:latin typeface="Meiryo UI"/>
                <a:ea typeface="Meiryo UI"/>
              </a:rPr>
              <a:t>AI</a:t>
            </a:r>
            <a:r>
              <a:rPr lang="ja-JP" altLang="en-US" sz="1200" b="1">
                <a:latin typeface="Meiryo UI"/>
                <a:ea typeface="Meiryo UI"/>
              </a:rPr>
              <a:t>駆動開発定義</a:t>
            </a:r>
            <a:endParaRPr lang="en-US" altLang="ja-JP" sz="1200" b="1">
              <a:latin typeface="Meiryo UI"/>
              <a:ea typeface="Meiryo UI"/>
            </a:endParaRPr>
          </a:p>
          <a:p>
            <a:pPr algn="ctr" defTabSz="914400" fontAlgn="base">
              <a:spcBef>
                <a:spcPct val="0"/>
              </a:spcBef>
              <a:spcAft>
                <a:spcPct val="0"/>
              </a:spcAft>
            </a:pPr>
            <a:r>
              <a:rPr lang="ja-JP" altLang="en-US" sz="1200" b="1">
                <a:latin typeface="Meiryo UI"/>
                <a:ea typeface="Meiryo UI"/>
              </a:rPr>
              <a:t>先行事例・</a:t>
            </a:r>
            <a:endParaRPr lang="en-US" altLang="ja-JP" sz="1200" b="1">
              <a:latin typeface="Meiryo UI"/>
              <a:ea typeface="Meiryo UI"/>
            </a:endParaRPr>
          </a:p>
          <a:p>
            <a:pPr algn="ctr" defTabSz="914400" fontAlgn="base">
              <a:spcBef>
                <a:spcPct val="0"/>
              </a:spcBef>
              <a:spcAft>
                <a:spcPct val="0"/>
              </a:spcAft>
            </a:pPr>
            <a:r>
              <a:rPr lang="ja-JP" altLang="en-US" sz="1200" b="1">
                <a:latin typeface="Meiryo UI"/>
                <a:ea typeface="Meiryo UI"/>
              </a:rPr>
              <a:t>手法調査</a:t>
            </a:r>
          </a:p>
        </p:txBody>
      </p:sp>
      <p:sp>
        <p:nvSpPr>
          <p:cNvPr id="18" name="矢印: 五方向 17">
            <a:extLst>
              <a:ext uri="{FF2B5EF4-FFF2-40B4-BE49-F238E27FC236}">
                <a16:creationId xmlns:a16="http://schemas.microsoft.com/office/drawing/2014/main" id="{B2DED40A-0D98-5C72-71DE-6B7CCE49078E}"/>
              </a:ext>
            </a:extLst>
          </p:cNvPr>
          <p:cNvSpPr/>
          <p:nvPr/>
        </p:nvSpPr>
        <p:spPr bwMode="auto">
          <a:xfrm>
            <a:off x="5117156" y="2592236"/>
            <a:ext cx="1183632" cy="311958"/>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プロセス分析</a:t>
            </a:r>
          </a:p>
        </p:txBody>
      </p:sp>
      <p:sp>
        <p:nvSpPr>
          <p:cNvPr id="19" name="矢印: 五方向 18">
            <a:extLst>
              <a:ext uri="{FF2B5EF4-FFF2-40B4-BE49-F238E27FC236}">
                <a16:creationId xmlns:a16="http://schemas.microsoft.com/office/drawing/2014/main" id="{5E685A1F-143F-32D3-2A00-DAA279FE2F34}"/>
              </a:ext>
            </a:extLst>
          </p:cNvPr>
          <p:cNvSpPr/>
          <p:nvPr/>
        </p:nvSpPr>
        <p:spPr bwMode="auto">
          <a:xfrm>
            <a:off x="5126451" y="2926306"/>
            <a:ext cx="1196245" cy="311958"/>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標準モデル選定</a:t>
            </a:r>
          </a:p>
        </p:txBody>
      </p:sp>
      <p:sp>
        <p:nvSpPr>
          <p:cNvPr id="20" name="矢印: 五方向 19">
            <a:extLst>
              <a:ext uri="{FF2B5EF4-FFF2-40B4-BE49-F238E27FC236}">
                <a16:creationId xmlns:a16="http://schemas.microsoft.com/office/drawing/2014/main" id="{73E72DB6-88A6-8C2F-9538-C22E0BA70762}"/>
              </a:ext>
            </a:extLst>
          </p:cNvPr>
          <p:cNvSpPr/>
          <p:nvPr/>
        </p:nvSpPr>
        <p:spPr bwMode="auto">
          <a:xfrm>
            <a:off x="6331783" y="2592236"/>
            <a:ext cx="932463" cy="623362"/>
          </a:xfrm>
          <a:prstGeom prst="homePlate">
            <a:avLst>
              <a:gd name="adj" fmla="val 24052"/>
            </a:avLst>
          </a:prstGeom>
          <a:solidFill>
            <a:srgbClr val="D6F5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導入ロード</a:t>
            </a:r>
            <a:endParaRPr lang="en-US" altLang="ja-JP" sz="1400" b="1">
              <a:latin typeface="Meiryo UI"/>
              <a:ea typeface="Meiryo UI"/>
            </a:endParaRPr>
          </a:p>
          <a:p>
            <a:pPr algn="ctr" defTabSz="914400" fontAlgn="base">
              <a:spcBef>
                <a:spcPct val="0"/>
              </a:spcBef>
              <a:spcAft>
                <a:spcPct val="0"/>
              </a:spcAft>
            </a:pPr>
            <a:r>
              <a:rPr lang="ja-JP" altLang="en-US" sz="1400" b="1">
                <a:latin typeface="Meiryo UI"/>
                <a:ea typeface="Meiryo UI"/>
              </a:rPr>
              <a:t>マップ作成</a:t>
            </a:r>
          </a:p>
        </p:txBody>
      </p:sp>
    </p:spTree>
    <p:extLst>
      <p:ext uri="{BB962C8B-B14F-4D97-AF65-F5344CB8AC3E}">
        <p14:creationId xmlns:p14="http://schemas.microsoft.com/office/powerpoint/2010/main" val="1791646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4BF0-DBFF-15C4-8555-EC3475865C8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2C0FDA4-9178-4587-0B47-837A05CDF044}"/>
              </a:ext>
            </a:extLst>
          </p:cNvPr>
          <p:cNvSpPr txBox="1"/>
          <p:nvPr/>
        </p:nvSpPr>
        <p:spPr>
          <a:xfrm>
            <a:off x="127894" y="2363062"/>
            <a:ext cx="8895578" cy="468000"/>
          </a:xfrm>
          <a:prstGeom prst="rect">
            <a:avLst/>
          </a:prstGeom>
          <a:noFill/>
        </p:spPr>
        <p:txBody>
          <a:bodyPr wrap="none" lIns="77916" tIns="38958" rIns="77916" bIns="38958" rtlCol="0" anchor="t">
            <a:noAutofit/>
          </a:bodyPr>
          <a:lstStyle/>
          <a:p>
            <a:pPr algn="ctr"/>
            <a:r>
              <a:rPr lang="en-US" altLang="ja-JP" sz="2800" b="1">
                <a:latin typeface="Meiryo UI"/>
                <a:ea typeface="Meiryo UI"/>
              </a:rPr>
              <a:t>Appendix</a:t>
            </a:r>
          </a:p>
        </p:txBody>
      </p:sp>
    </p:spTree>
    <p:extLst>
      <p:ext uri="{BB962C8B-B14F-4D97-AF65-F5344CB8AC3E}">
        <p14:creationId xmlns:p14="http://schemas.microsoft.com/office/powerpoint/2010/main" val="1426061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F8747-D234-988A-5FDA-9645D6F7CB13}"/>
            </a:ext>
          </a:extLst>
        </p:cNvPr>
        <p:cNvGrpSpPr/>
        <p:nvPr/>
      </p:nvGrpSpPr>
      <p:grpSpPr>
        <a:xfrm>
          <a:off x="0" y="0"/>
          <a:ext cx="0" cy="0"/>
          <a:chOff x="0" y="0"/>
          <a:chExt cx="0" cy="0"/>
        </a:xfrm>
      </p:grpSpPr>
      <p:graphicFrame>
        <p:nvGraphicFramePr>
          <p:cNvPr id="2" name="Table 1"/>
          <p:cNvGraphicFramePr>
            <a:graphicFrameLocks noGrp="1"/>
          </p:cNvGraphicFramePr>
          <p:nvPr/>
        </p:nvGraphicFramePr>
        <p:xfrm>
          <a:off x="109728" y="502920"/>
          <a:ext cx="8915400" cy="4005072"/>
        </p:xfrm>
        <a:graphic>
          <a:graphicData uri="http://schemas.openxmlformats.org/drawingml/2006/table">
            <a:tbl>
              <a:tblPr firstRow="1" bandRow="1">
                <a:tableStyleId>{2D5ABB26-0587-4C30-8999-92F81FD0307C}</a:tableStyleId>
              </a:tblPr>
              <a:tblGrid>
                <a:gridCol w="384048">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347472">
                <a:tc>
                  <a:txBody>
                    <a:bodyPr/>
                    <a:lstStyle/>
                    <a:p>
                      <a:r>
                        <a:rPr sz="1100" b="1">
                          <a:latin typeface="Meiryo UI"/>
                          <a:ea typeface="Meiryo UI"/>
                        </a:rPr>
                        <a:t>#</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100" b="1" err="1">
                          <a:latin typeface="Meiryo UI"/>
                          <a:ea typeface="Meiryo UI"/>
                        </a:rPr>
                        <a:t>カテゴリ</a:t>
                      </a:r>
                      <a:endParaRPr sz="1100" b="1">
                        <a:latin typeface="Meiryo UI"/>
                        <a:ea typeface="Meiryo UI"/>
                      </a:endParaRP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100" b="1">
                          <a:latin typeface="Meiryo UI"/>
                          <a:ea typeface="Meiryo UI"/>
                        </a:rPr>
                        <a:t>現行の要件（原資料に記述あり）</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100" b="1">
                          <a:latin typeface="Meiryo UI"/>
                          <a:ea typeface="Meiryo UI"/>
                        </a:rPr>
                        <a:t>AI駆動開発で問題になる点</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extLst>
                  <a:ext uri="{0D108BD9-81ED-4DB2-BD59-A6C34878D82A}">
                    <a16:rowId xmlns:a16="http://schemas.microsoft.com/office/drawing/2014/main" val="10000"/>
                  </a:ext>
                </a:extLst>
              </a:tr>
              <a:tr h="731520">
                <a:tc>
                  <a:txBody>
                    <a:bodyPr/>
                    <a:lstStyle/>
                    <a:p>
                      <a:r>
                        <a:rPr sz="1000">
                          <a:latin typeface="Meiryo UI"/>
                          <a:ea typeface="Meiryo UI"/>
                        </a:rPr>
                        <a:t>A</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責任の帰属</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成果物に作成者・レビューア・承認者を明示</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AI生成物の「作成者」を誰にするか。利用者・検証者・承認者の役割が定義されていない</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1"/>
                  </a:ext>
                </a:extLst>
              </a:tr>
              <a:tr h="731520">
                <a:tc>
                  <a:txBody>
                    <a:bodyPr/>
                    <a:lstStyle/>
                    <a:p>
                      <a:r>
                        <a:rPr sz="1000">
                          <a:latin typeface="Meiryo UI"/>
                          <a:ea typeface="Meiryo UI"/>
                        </a:rPr>
                        <a:t>B</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追跡性・証跡の形式</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判定と確認資料の紐付け。要件→設計→コード→テスト→結果の追跡</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プロンプト・参照情報・生成条件が対応表に含まれない。ハーネスの実行ログを証跡として認めるかが未定義</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2"/>
                  </a:ext>
                </a:extLst>
              </a:tr>
              <a:tr h="731520">
                <a:tc>
                  <a:txBody>
                    <a:bodyPr/>
                    <a:lstStyle/>
                    <a:p>
                      <a:r>
                        <a:rPr sz="1000">
                          <a:latin typeface="Meiryo UI"/>
                          <a:ea typeface="Meiryo UI"/>
                        </a:rPr>
                        <a:t>C</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チェックの時間粒度</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工程の節目・週次／隔週でチェック</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AI駆動で反復が高速化すると、チェックの粒度が合わなくなる</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3"/>
                  </a:ext>
                </a:extLst>
              </a:tr>
              <a:tr h="731520">
                <a:tc>
                  <a:txBody>
                    <a:bodyPr/>
                    <a:lstStyle/>
                    <a:p>
                      <a:r>
                        <a:rPr sz="1000">
                          <a:latin typeface="Meiryo UI"/>
                          <a:ea typeface="Meiryo UI"/>
                        </a:rPr>
                        <a:t>D</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網羅性の説明責任</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網羅性は最終的に人が「漏れなし」と判断。修正機能以外への無影響確認</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AI生成テストの網羅性を誰がどう説明するか。影響範囲が読みにくく、無影響確認を説明しにくくなる</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4"/>
                  </a:ext>
                </a:extLst>
              </a:tr>
              <a:tr h="731520">
                <a:tc>
                  <a:txBody>
                    <a:bodyPr/>
                    <a:lstStyle/>
                    <a:p>
                      <a:r>
                        <a:rPr sz="1000">
                          <a:latin typeface="Meiryo UI"/>
                          <a:ea typeface="Meiryo UI"/>
                        </a:rPr>
                        <a:t>E</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人の作業量を前提とした指標</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レビュー工数、レビュー実施密度、テストケース数、STEP数・工数・金額</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AIは短時間で大量生成できるため、量や投入時間だけでは品質を説明できない</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5"/>
                  </a:ext>
                </a:extLst>
              </a:tr>
            </a:tbl>
          </a:graphicData>
        </a:graphic>
      </p:graphicFrame>
      <p:sp>
        <p:nvSpPr>
          <p:cNvPr id="3" name="TextBox 2"/>
          <p:cNvSpPr txBox="1"/>
          <p:nvPr/>
        </p:nvSpPr>
        <p:spPr>
          <a:xfrm>
            <a:off x="109728" y="4754880"/>
            <a:ext cx="8778240" cy="201168"/>
          </a:xfrm>
          <a:prstGeom prst="rect">
            <a:avLst/>
          </a:prstGeom>
          <a:noFill/>
        </p:spPr>
        <p:txBody>
          <a:bodyPr wrap="square" lIns="18288" tIns="0" rIns="18288" bIns="0">
            <a:spAutoFit/>
          </a:bodyPr>
          <a:lstStyle/>
          <a:p>
            <a:r>
              <a:rPr sz="900">
                <a:solidFill>
                  <a:srgbClr val="595959"/>
                </a:solidFill>
                <a:latin typeface="Meiryo UI"/>
                <a:ea typeface="Meiryo UI"/>
              </a:rPr>
              <a:t>※ 本表は各社の現行制度の記述から導いた仮説であり、各社が公式に認定した課題ではない。出典: 各社の品質評価 5社提出資料の横断整理</a:t>
            </a:r>
          </a:p>
        </p:txBody>
      </p:sp>
      <p:sp>
        <p:nvSpPr>
          <p:cNvPr id="4" name="タイトル 1">
            <a:extLst>
              <a:ext uri="{FF2B5EF4-FFF2-40B4-BE49-F238E27FC236}">
                <a16:creationId xmlns:a16="http://schemas.microsoft.com/office/drawing/2014/main" id="{58A1B89B-DDA4-4250-9F6F-979A87B5822D}"/>
              </a:ext>
            </a:extLst>
          </p:cNvPr>
          <p:cNvSpPr>
            <a:spLocks noGrp="1"/>
          </p:cNvSpPr>
          <p:nvPr>
            <p:ph type="title"/>
          </p:nvPr>
        </p:nvSpPr>
        <p:spPr>
          <a:xfrm>
            <a:off x="113386" y="14869"/>
            <a:ext cx="7281603" cy="316706"/>
          </a:xfrm>
        </p:spPr>
        <p:txBody>
          <a:bodyPr/>
          <a:lstStyle/>
          <a:p>
            <a:r>
              <a:rPr kumimoji="1" lang="ja-JP" altLang="en-US">
                <a:solidFill>
                  <a:schemeClr val="tx1"/>
                </a:solidFill>
              </a:rPr>
              <a:t>Appendix：適用課題 A〜E</a:t>
            </a:r>
          </a:p>
        </p:txBody>
      </p:sp>
      <p:sp>
        <p:nvSpPr>
          <p:cNvPr id="9" name="Rectangle 12">
            <a:extLst>
              <a:ext uri="{FF2B5EF4-FFF2-40B4-BE49-F238E27FC236}">
                <a16:creationId xmlns:a16="http://schemas.microsoft.com/office/drawing/2014/main" id="{5B3BFAA2-7E5C-9862-68DD-D3484435880D}"/>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26</a:t>
            </a:fld>
            <a:endParaRPr lang="en-US" altLang="ja-JP">
              <a:solidFill>
                <a:srgbClr val="FFFFFF"/>
              </a:solidFill>
            </a:endParaRPr>
          </a:p>
        </p:txBody>
      </p:sp>
    </p:spTree>
    <p:extLst>
      <p:ext uri="{BB962C8B-B14F-4D97-AF65-F5344CB8AC3E}">
        <p14:creationId xmlns:p14="http://schemas.microsoft.com/office/powerpoint/2010/main" val="1102123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1A3C-BC94-7087-F14A-F370DC76B6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A1B89B-DDA4-4250-9F6F-979A87B5822D}"/>
              </a:ext>
            </a:extLst>
          </p:cNvPr>
          <p:cNvSpPr>
            <a:spLocks noGrp="1"/>
          </p:cNvSpPr>
          <p:nvPr>
            <p:ph type="title"/>
          </p:nvPr>
        </p:nvSpPr>
        <p:spPr>
          <a:xfrm>
            <a:off x="113386" y="14869"/>
            <a:ext cx="7281603" cy="316706"/>
          </a:xfrm>
        </p:spPr>
        <p:txBody>
          <a:bodyPr/>
          <a:lstStyle/>
          <a:p>
            <a:r>
              <a:rPr kumimoji="1" lang="ja-JP" altLang="en-US">
                <a:solidFill>
                  <a:schemeClr val="tx1"/>
                </a:solidFill>
              </a:rPr>
              <a:t>Appendix：適用課題 F〜J</a:t>
            </a:r>
          </a:p>
        </p:txBody>
      </p:sp>
      <p:sp>
        <p:nvSpPr>
          <p:cNvPr id="9" name="Rectangle 12">
            <a:extLst>
              <a:ext uri="{FF2B5EF4-FFF2-40B4-BE49-F238E27FC236}">
                <a16:creationId xmlns:a16="http://schemas.microsoft.com/office/drawing/2014/main" id="{5B3BFAA2-7E5C-9862-68DD-D3484435880D}"/>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27</a:t>
            </a:fld>
            <a:endParaRPr lang="en-US" altLang="ja-JP">
              <a:solidFill>
                <a:srgbClr val="FFFFFF"/>
              </a:solidFill>
            </a:endParaRPr>
          </a:p>
        </p:txBody>
      </p:sp>
      <p:graphicFrame>
        <p:nvGraphicFramePr>
          <p:cNvPr id="10" name="Table 9"/>
          <p:cNvGraphicFramePr>
            <a:graphicFrameLocks noGrp="1"/>
          </p:cNvGraphicFramePr>
          <p:nvPr/>
        </p:nvGraphicFramePr>
        <p:xfrm>
          <a:off x="109728" y="502920"/>
          <a:ext cx="8915400" cy="4005072"/>
        </p:xfrm>
        <a:graphic>
          <a:graphicData uri="http://schemas.openxmlformats.org/drawingml/2006/table">
            <a:tbl>
              <a:tblPr firstRow="1" bandRow="1">
                <a:tableStyleId>{2D5ABB26-0587-4C30-8999-92F81FD0307C}</a:tableStyleId>
              </a:tblPr>
              <a:tblGrid>
                <a:gridCol w="384048">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347472">
                <a:tc>
                  <a:txBody>
                    <a:bodyPr/>
                    <a:lstStyle/>
                    <a:p>
                      <a:r>
                        <a:rPr sz="1100" b="1">
                          <a:latin typeface="Meiryo UI"/>
                          <a:ea typeface="Meiryo UI"/>
                        </a:rPr>
                        <a:t>#</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100" b="1">
                          <a:latin typeface="Meiryo UI"/>
                          <a:ea typeface="Meiryo UI"/>
                        </a:rPr>
                        <a:t>カテゴリ</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100" b="1">
                          <a:latin typeface="Meiryo UI"/>
                          <a:ea typeface="Meiryo UI"/>
                        </a:rPr>
                        <a:t>現行の要件（原資料に記述あり）</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100" b="1">
                          <a:latin typeface="Meiryo UI"/>
                          <a:ea typeface="Meiryo UI"/>
                        </a:rPr>
                        <a:t>AI駆動開発で問題になる点</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extLst>
                  <a:ext uri="{0D108BD9-81ED-4DB2-BD59-A6C34878D82A}">
                    <a16:rowId xmlns:a16="http://schemas.microsoft.com/office/drawing/2014/main" val="10000"/>
                  </a:ext>
                </a:extLst>
              </a:tr>
              <a:tr h="731520">
                <a:tc>
                  <a:txBody>
                    <a:bodyPr/>
                    <a:lstStyle/>
                    <a:p>
                      <a:r>
                        <a:rPr sz="1000">
                          <a:latin typeface="Meiryo UI"/>
                          <a:ea typeface="Meiryo UI"/>
                        </a:rPr>
                        <a:t>F</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障害数の異常判定</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障害数とテスト量のバランスから過多・過少を分析。過去実績も踏まえて妥当性を評価</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障害が減った場合、品質向上と異常のどちらとして扱うかの基準がない。過去実績＝人が作業していた時代の実績</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1"/>
                  </a:ext>
                </a:extLst>
              </a:tr>
              <a:tr h="731520">
                <a:tc>
                  <a:txBody>
                    <a:bodyPr/>
                    <a:lstStyle/>
                    <a:p>
                      <a:r>
                        <a:rPr sz="1000">
                          <a:latin typeface="Meiryo UI"/>
                          <a:ea typeface="Meiryo UI"/>
                        </a:rPr>
                        <a:t>G</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判定基準側でのAI出力の扱い</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会議体での承認、リスク受容の意思決定、条件付き合格の合理的根拠</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AI出力を判定根拠・証跡としてどこまで採用できるかが基準側で未定義</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2"/>
                  </a:ext>
                </a:extLst>
              </a:tr>
              <a:tr h="731520">
                <a:tc>
                  <a:txBody>
                    <a:bodyPr/>
                    <a:lstStyle/>
                    <a:p>
                      <a:r>
                        <a:rPr sz="1000">
                          <a:latin typeface="Meiryo UI"/>
                          <a:ea typeface="Meiryo UI"/>
                        </a:rPr>
                        <a:t>H</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レビュー工程への位置づけ</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セルフ→チーム内→主管部署→…の段階的レビュー、上流の第三者レビュー</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AIレビューを制度上のどの工程に位置づけるか</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3"/>
                  </a:ext>
                </a:extLst>
              </a:tr>
              <a:tr h="731520">
                <a:tc>
                  <a:txBody>
                    <a:bodyPr/>
                    <a:lstStyle/>
                    <a:p>
                      <a:r>
                        <a:rPr sz="1000">
                          <a:latin typeface="Meiryo UI"/>
                          <a:ea typeface="Meiryo UI"/>
                        </a:rPr>
                        <a:t>I</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再現性</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（現行基準に該当項目なし）</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同じ依頼でも結果が変わりうるが、モデル・版・設定・プロンプト等の記録項目がない。不具合再現・原因調査・監査説明が難化</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4"/>
                  </a:ext>
                </a:extLst>
              </a:tr>
              <a:tr h="731520">
                <a:tc>
                  <a:txBody>
                    <a:bodyPr/>
                    <a:lstStyle/>
                    <a:p>
                      <a:r>
                        <a:rPr sz="1000">
                          <a:latin typeface="Meiryo UI"/>
                          <a:ea typeface="Meiryo UI"/>
                        </a:rPr>
                        <a:t>J</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障害の原因分類</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誤りの混入工程・原因別の分類と水平展開</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1000">
                          <a:latin typeface="Meiryo UI"/>
                          <a:ea typeface="Meiryo UI"/>
                        </a:rPr>
                        <a:t>原因分類にAI利用工程・生成方法の区分がなく、AI由来か人手由来かを判別しにくい</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5"/>
                  </a:ext>
                </a:extLst>
              </a:tr>
            </a:tbl>
          </a:graphicData>
        </a:graphic>
      </p:graphicFrame>
      <p:sp>
        <p:nvSpPr>
          <p:cNvPr id="11" name="TextBox 10"/>
          <p:cNvSpPr txBox="1"/>
          <p:nvPr/>
        </p:nvSpPr>
        <p:spPr>
          <a:xfrm>
            <a:off x="109728" y="4754880"/>
            <a:ext cx="8778240" cy="201168"/>
          </a:xfrm>
          <a:prstGeom prst="rect">
            <a:avLst/>
          </a:prstGeom>
          <a:noFill/>
        </p:spPr>
        <p:txBody>
          <a:bodyPr wrap="square" lIns="18288" tIns="0" rIns="18288" bIns="0">
            <a:spAutoFit/>
          </a:bodyPr>
          <a:lstStyle/>
          <a:p>
            <a:r>
              <a:rPr sz="900">
                <a:solidFill>
                  <a:srgbClr val="595959"/>
                </a:solidFill>
                <a:latin typeface="Meiryo UI"/>
                <a:ea typeface="Meiryo UI"/>
              </a:rPr>
              <a:t>※ 本表は各社の現行制度の記述から導いた仮説であり、各社が公式に認定した課題ではない。出典: 各社の品質評価 5社提出資料の横断整理</a:t>
            </a:r>
          </a:p>
        </p:txBody>
      </p:sp>
    </p:spTree>
    <p:extLst>
      <p:ext uri="{BB962C8B-B14F-4D97-AF65-F5344CB8AC3E}">
        <p14:creationId xmlns:p14="http://schemas.microsoft.com/office/powerpoint/2010/main" val="166655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1A3C-BC94-7087-F14A-F370DC76B6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A1B89B-DDA4-4250-9F6F-979A87B5822D}"/>
              </a:ext>
            </a:extLst>
          </p:cNvPr>
          <p:cNvSpPr>
            <a:spLocks noGrp="1"/>
          </p:cNvSpPr>
          <p:nvPr>
            <p:ph type="title"/>
          </p:nvPr>
        </p:nvSpPr>
        <p:spPr>
          <a:xfrm>
            <a:off x="113386" y="14869"/>
            <a:ext cx="7281603" cy="316706"/>
          </a:xfrm>
        </p:spPr>
        <p:txBody>
          <a:bodyPr/>
          <a:lstStyle/>
          <a:p>
            <a:r>
              <a:rPr kumimoji="1" lang="ja-JP" altLang="en-US">
                <a:solidFill>
                  <a:schemeClr val="tx1"/>
                </a:solidFill>
              </a:rPr>
              <a:t>Appendix：インセプションデッキ（7/23発表版）</a:t>
            </a:r>
          </a:p>
        </p:txBody>
      </p:sp>
      <p:sp>
        <p:nvSpPr>
          <p:cNvPr id="9" name="Rectangle 12">
            <a:extLst>
              <a:ext uri="{FF2B5EF4-FFF2-40B4-BE49-F238E27FC236}">
                <a16:creationId xmlns:a16="http://schemas.microsoft.com/office/drawing/2014/main" id="{5B3BFAA2-7E5C-9862-68DD-D3484435880D}"/>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28</a:t>
            </a:fld>
            <a:endParaRPr lang="en-US" altLang="ja-JP">
              <a:solidFill>
                <a:srgbClr val="FFFFFF"/>
              </a:solidFill>
            </a:endParaRPr>
          </a:p>
        </p:txBody>
      </p:sp>
      <p:graphicFrame>
        <p:nvGraphicFramePr>
          <p:cNvPr id="10" name="Table 9"/>
          <p:cNvGraphicFramePr>
            <a:graphicFrameLocks noGrp="1"/>
          </p:cNvGraphicFramePr>
          <p:nvPr/>
        </p:nvGraphicFramePr>
        <p:xfrm>
          <a:off x="109728" y="502920"/>
          <a:ext cx="8915400" cy="4206237"/>
        </p:xfrm>
        <a:graphic>
          <a:graphicData uri="http://schemas.openxmlformats.org/drawingml/2006/table">
            <a:tbl>
              <a:tblPr firstRow="1" bandRow="1">
                <a:tableStyleId>{2D5ABB26-0587-4C30-8999-92F81FD0307C}</a:tableStyleId>
              </a:tblPr>
              <a:tblGrid>
                <a:gridCol w="169164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347472">
                <a:tc>
                  <a:txBody>
                    <a:bodyPr/>
                    <a:lstStyle/>
                    <a:p>
                      <a:r>
                        <a:rPr sz="1000" b="1">
                          <a:latin typeface="Meiryo UI"/>
                          <a:ea typeface="Meiryo UI"/>
                        </a:rPr>
                        <a:t>項目</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tc>
                  <a:txBody>
                    <a:bodyPr/>
                    <a:lstStyle/>
                    <a:p>
                      <a:r>
                        <a:rPr sz="1000" b="1">
                          <a:latin typeface="Meiryo UI"/>
                          <a:ea typeface="Meiryo UI"/>
                        </a:rPr>
                        <a:t>内容（7/23 発表版）</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solidFill>
                      <a:srgbClr val="D9D9D9"/>
                    </a:solidFill>
                  </a:tcPr>
                </a:tc>
                <a:extLst>
                  <a:ext uri="{0D108BD9-81ED-4DB2-BD59-A6C34878D82A}">
                    <a16:rowId xmlns:a16="http://schemas.microsoft.com/office/drawing/2014/main" val="10000"/>
                  </a:ext>
                </a:extLst>
              </a:tr>
              <a:tr h="771753">
                <a:tc>
                  <a:txBody>
                    <a:bodyPr/>
                    <a:lstStyle/>
                    <a:p>
                      <a:r>
                        <a:rPr sz="900">
                          <a:latin typeface="Meiryo UI"/>
                          <a:ea typeface="Meiryo UI"/>
                        </a:rPr>
                        <a:t>エレベーターピッチ</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900">
                          <a:latin typeface="Meiryo UI"/>
                          <a:ea typeface="Meiryo UI"/>
                        </a:rPr>
                        <a:t>AI駆動開発で生成される成果物について、再現性・正確性・信頼性を確保する仕組みを構築する。ハーネス活用等を参考に、品質保証手法の確立を目指す</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1"/>
                  </a:ext>
                </a:extLst>
              </a:tr>
              <a:tr h="771753">
                <a:tc>
                  <a:txBody>
                    <a:bodyPr/>
                    <a:lstStyle/>
                    <a:p>
                      <a:r>
                        <a:rPr sz="900">
                          <a:latin typeface="Meiryo UI"/>
                          <a:ea typeface="Meiryo UI"/>
                        </a:rPr>
                        <a:t>やること</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900">
                          <a:latin typeface="Meiryo UI"/>
                          <a:ea typeface="Meiryo UI"/>
                        </a:rPr>
                        <a:t>品質に直結するハーネスを軸にする／大企業がAI駆動開発を導入する際の品質面の懸念・抵抗を洗い出しギャップを整理／事例調査をCC研企業への示唆・提言まで昇華／各社の現行の品質評価を洗い出す／第1・第2分科会との境界線すり合わせ／評価対象は開発プロセス全体</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2"/>
                  </a:ext>
                </a:extLst>
              </a:tr>
              <a:tr h="771753">
                <a:tc>
                  <a:txBody>
                    <a:bodyPr/>
                    <a:lstStyle/>
                    <a:p>
                      <a:r>
                        <a:rPr sz="900">
                          <a:latin typeface="Meiryo UI"/>
                          <a:ea typeface="Meiryo UI"/>
                        </a:rPr>
                        <a:t>やらないこと</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900">
                          <a:latin typeface="Meiryo UI"/>
                          <a:ea typeface="Meiryo UI"/>
                        </a:rPr>
                        <a:t>特定ベンダーのワークフレームワークをそのまま採用・推奨／品質に直結しない安全側のガードレール／実データの管理方法（第1分科会）／開発プロセスのループ構造の設計（第2分科会）／LLM自体の性能比較／人・組織の品質評価能力／セキュリティ研究領域</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3"/>
                  </a:ext>
                </a:extLst>
              </a:tr>
              <a:tr h="771753">
                <a:tc>
                  <a:txBody>
                    <a:bodyPr/>
                    <a:lstStyle/>
                    <a:p>
                      <a:r>
                        <a:rPr sz="900">
                          <a:latin typeface="Meiryo UI"/>
                          <a:ea typeface="Meiryo UI"/>
                        </a:rPr>
                        <a:t>あとで決めること</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900">
                          <a:latin typeface="Meiryo UI"/>
                          <a:ea typeface="Meiryo UI"/>
                        </a:rPr>
                        <a:t>PoCの実施可否と規模感／ツール利用費用の算出・企画委員会への申請／アカウント運用方法／「ハーネス」という語への依存度／品質を再現性・正確性・責任の3軸に分解して具体化</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4"/>
                  </a:ext>
                </a:extLst>
              </a:tr>
              <a:tr h="771753">
                <a:tc>
                  <a:txBody>
                    <a:bodyPr/>
                    <a:lstStyle/>
                    <a:p>
                      <a:r>
                        <a:rPr sz="900">
                          <a:latin typeface="Meiryo UI"/>
                          <a:ea typeface="Meiryo UI"/>
                        </a:rPr>
                        <a:t>改訂が必要な点</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tc>
                  <a:txBody>
                    <a:bodyPr/>
                    <a:lstStyle/>
                    <a:p>
                      <a:r>
                        <a:rPr sz="900">
                          <a:latin typeface="Meiryo UI"/>
                          <a:ea typeface="Meiryo UI"/>
                        </a:rPr>
                        <a:t>①研究の主軸を「説明責任」として明記　②検証方法を4ステップとして具体化　③中間報告の到達点（何が測れないかの特定まで）を明確化</a:t>
                      </a:r>
                    </a:p>
                  </a:txBody>
                  <a:tcPr anchor="ctr">
                    <a:lnL w="6350" cap="flat" cmpd="sng" algn="ctr">
                      <a:solidFill>
                        <a:srgbClr val="404040"/>
                      </a:solidFill>
                    </a:lnL>
                    <a:lnR w="6350" cap="flat" cmpd="sng" algn="ctr">
                      <a:solidFill>
                        <a:srgbClr val="404040"/>
                      </a:solidFill>
                    </a:lnR>
                    <a:lnT w="6350" cap="flat" cmpd="sng" algn="ctr">
                      <a:solidFill>
                        <a:srgbClr val="404040"/>
                      </a:solidFill>
                    </a:lnT>
                    <a:lnB w="6350" cap="flat" cmpd="sng" algn="ctr">
                      <a:solidFill>
                        <a:srgbClr val="404040"/>
                      </a:solidFill>
                    </a:lnB>
                  </a:tcPr>
                </a:tc>
                <a:extLst>
                  <a:ext uri="{0D108BD9-81ED-4DB2-BD59-A6C34878D82A}">
                    <a16:rowId xmlns:a16="http://schemas.microsoft.com/office/drawing/2014/main" val="10005"/>
                  </a:ext>
                </a:extLst>
              </a:tr>
            </a:tbl>
          </a:graphicData>
        </a:graphic>
      </p:graphicFrame>
      <p:sp>
        <p:nvSpPr>
          <p:cNvPr id="11" name="TextBox 10"/>
          <p:cNvSpPr txBox="1"/>
          <p:nvPr/>
        </p:nvSpPr>
        <p:spPr>
          <a:xfrm>
            <a:off x="109728" y="4773168"/>
            <a:ext cx="8778240" cy="182880"/>
          </a:xfrm>
          <a:prstGeom prst="rect">
            <a:avLst/>
          </a:prstGeom>
          <a:noFill/>
        </p:spPr>
        <p:txBody>
          <a:bodyPr wrap="square" lIns="0" tIns="0" rIns="0" bIns="0">
            <a:spAutoFit/>
          </a:bodyPr>
          <a:lstStyle/>
          <a:p>
            <a:r>
              <a:rPr sz="800">
                <a:solidFill>
                  <a:srgbClr val="595959"/>
                </a:solidFill>
                <a:latin typeface="Meiryo UI"/>
                <a:ea typeface="Meiryo UI"/>
              </a:rPr>
              <a:t>※ 本デッキは7/23発表版であり、8/27時点で未改訂。</a:t>
            </a:r>
          </a:p>
        </p:txBody>
      </p:sp>
    </p:spTree>
    <p:extLst>
      <p:ext uri="{BB962C8B-B14F-4D97-AF65-F5344CB8AC3E}">
        <p14:creationId xmlns:p14="http://schemas.microsoft.com/office/powerpoint/2010/main" val="2420397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1A3C-BC94-7087-F14A-F370DC76B6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A1B89B-DDA4-4250-9F6F-979A87B5822D}"/>
              </a:ext>
            </a:extLst>
          </p:cNvPr>
          <p:cNvSpPr>
            <a:spLocks noGrp="1"/>
          </p:cNvSpPr>
          <p:nvPr>
            <p:ph type="title"/>
          </p:nvPr>
        </p:nvSpPr>
        <p:spPr>
          <a:xfrm>
            <a:off x="113386" y="14869"/>
            <a:ext cx="7281603" cy="316706"/>
          </a:xfrm>
        </p:spPr>
        <p:txBody>
          <a:bodyPr/>
          <a:lstStyle/>
          <a:p>
            <a:r>
              <a:rPr kumimoji="1" lang="ja-JP" altLang="en-US">
                <a:solidFill>
                  <a:schemeClr val="tx1"/>
                </a:solidFill>
              </a:rPr>
              <a:t>参考文献</a:t>
            </a:r>
          </a:p>
        </p:txBody>
      </p:sp>
      <p:sp>
        <p:nvSpPr>
          <p:cNvPr id="9" name="Rectangle 12">
            <a:extLst>
              <a:ext uri="{FF2B5EF4-FFF2-40B4-BE49-F238E27FC236}">
                <a16:creationId xmlns:a16="http://schemas.microsoft.com/office/drawing/2014/main" id="{5B3BFAA2-7E5C-9862-68DD-D3484435880D}"/>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29</a:t>
            </a:fld>
            <a:endParaRPr lang="en-US" altLang="ja-JP">
              <a:solidFill>
                <a:srgbClr val="FFFFFF"/>
              </a:solidFill>
            </a:endParaRPr>
          </a:p>
        </p:txBody>
      </p:sp>
      <p:graphicFrame>
        <p:nvGraphicFramePr>
          <p:cNvPr id="6" name="表 5">
            <a:extLst>
              <a:ext uri="{FF2B5EF4-FFF2-40B4-BE49-F238E27FC236}">
                <a16:creationId xmlns:a16="http://schemas.microsoft.com/office/drawing/2014/main" id="{A8D57CB2-3FB8-350B-2A76-AB28ACF735FB}"/>
              </a:ext>
            </a:extLst>
          </p:cNvPr>
          <p:cNvGraphicFramePr>
            <a:graphicFrameLocks noGrp="1"/>
          </p:cNvGraphicFramePr>
          <p:nvPr/>
        </p:nvGraphicFramePr>
        <p:xfrm>
          <a:off x="113384" y="415179"/>
          <a:ext cx="8917230" cy="2388000"/>
        </p:xfrm>
        <a:graphic>
          <a:graphicData uri="http://schemas.openxmlformats.org/drawingml/2006/table">
            <a:tbl>
              <a:tblPr firstRow="1" bandRow="1">
                <a:tableStyleId>{2D5ABB26-0587-4C30-8999-92F81FD0307C}</a:tableStyleId>
              </a:tblPr>
              <a:tblGrid>
                <a:gridCol w="7566340">
                  <a:extLst>
                    <a:ext uri="{9D8B030D-6E8A-4147-A177-3AD203B41FA5}">
                      <a16:colId xmlns:a16="http://schemas.microsoft.com/office/drawing/2014/main" val="2314150751"/>
                    </a:ext>
                  </a:extLst>
                </a:gridCol>
                <a:gridCol w="1350890">
                  <a:extLst>
                    <a:ext uri="{9D8B030D-6E8A-4147-A177-3AD203B41FA5}">
                      <a16:colId xmlns:a16="http://schemas.microsoft.com/office/drawing/2014/main" val="1558504701"/>
                    </a:ext>
                  </a:extLst>
                </a:gridCol>
              </a:tblGrid>
              <a:tr h="144000">
                <a:tc>
                  <a:txBody>
                    <a:bodyPr/>
                    <a:lstStyle/>
                    <a:p>
                      <a:pPr algn="ctr"/>
                      <a:r>
                        <a:rPr kumimoji="1" lang="ja-JP" altLang="en-US" sz="1000" b="1">
                          <a:solidFill>
                            <a:schemeClr val="tx1"/>
                          </a:solidFill>
                          <a:latin typeface="Meiryo UI"/>
                          <a:ea typeface="Meiryo UI"/>
                        </a:rPr>
                        <a:t>参考文献</a:t>
                      </a:r>
                    </a:p>
                  </a:txBody>
                  <a:tcPr marL="0" marR="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AEAEA"/>
                    </a:solidFill>
                  </a:tcPr>
                </a:tc>
                <a:tc>
                  <a:txBody>
                    <a:bodyPr/>
                    <a:lstStyle/>
                    <a:p>
                      <a:pPr algn="ctr"/>
                      <a:r>
                        <a:rPr kumimoji="1" lang="ja-JP" altLang="en-US" sz="1000" b="1">
                          <a:solidFill>
                            <a:schemeClr val="tx1"/>
                          </a:solidFill>
                          <a:latin typeface="Meiryo UI" panose="020B0604030504040204" pitchFamily="50" charset="-128"/>
                          <a:ea typeface="Meiryo UI" panose="020B0604030504040204" pitchFamily="50" charset="-128"/>
                        </a:rPr>
                        <a:t>分科会名称</a:t>
                      </a:r>
                      <a:endParaRPr kumimoji="1" lang="ja-JP" altLang="en-US" sz="1000" b="1">
                        <a:solidFill>
                          <a:schemeClr val="tx1"/>
                        </a:solidFill>
                        <a:latin typeface="Meiryo UI"/>
                        <a:ea typeface="Meiryo UI"/>
                      </a:endParaRPr>
                    </a:p>
                  </a:txBody>
                  <a:tcPr marL="0" marR="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AEAEA"/>
                    </a:solidFill>
                  </a:tcPr>
                </a:tc>
                <a:extLst>
                  <a:ext uri="{0D108BD9-81ED-4DB2-BD59-A6C34878D82A}">
                    <a16:rowId xmlns:a16="http://schemas.microsoft.com/office/drawing/2014/main" val="2363052248"/>
                  </a:ext>
                </a:extLst>
              </a:tr>
              <a:tr h="396000">
                <a:tc>
                  <a:txBody>
                    <a:bodyPr/>
                    <a:lstStyle/>
                    <a:p>
                      <a:pPr marL="0" lvl="0" indent="0" algn="l">
                        <a:lnSpc>
                          <a:spcPct val="100000"/>
                        </a:lnSpc>
                        <a:buNone/>
                      </a:pPr>
                      <a:r>
                        <a:rPr lang="ja-JP" sz="1200" i="0" u="none" strike="noStrike" baseline="0" noProof="0">
                          <a:solidFill>
                            <a:schemeClr val="tx1"/>
                          </a:solidFill>
                          <a:latin typeface="Meiryo UI"/>
                          <a:ea typeface="Meiryo UI"/>
                        </a:rPr>
                        <a:t>株式会社三菱UFJ銀行「三菱UFJ銀行におけるエンタープライズAI駆動開発のリアル」 https://speakerdeck.com/muit/enterprise-ai-driven-development-at-mufg-bank-the-real-story</a:t>
                      </a:r>
                      <a:endParaRPr lang="en-US" altLang="ja-JP">
                        <a:solidFill>
                          <a:schemeClr val="tx1"/>
                        </a:solidFill>
                      </a:endParaRP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noFill/>
                  </a:tcPr>
                </a:tc>
                <a:tc>
                  <a:txBody>
                    <a:bodyPr/>
                    <a:lstStyle/>
                    <a:p>
                      <a:pPr lvl="0" algn="ctr">
                        <a:buNone/>
                      </a:pPr>
                      <a:r>
                        <a:rPr sz="1200">
                          <a:latin typeface="Meiryo UI"/>
                          <a:ea typeface="Meiryo UI"/>
                        </a:rPr>
                        <a:t>AI品質保証</a:t>
                      </a:r>
                      <a:endParaRPr kumimoji="1" lang="ja-JP" altLang="en-US" sz="1000">
                        <a:solidFill>
                          <a:schemeClr val="tx1"/>
                        </a:solidFill>
                        <a:latin typeface="Meiryo UI"/>
                        <a:ea typeface="Meiryo UI"/>
                      </a:endParaRPr>
                    </a:p>
                  </a:txBody>
                  <a:tcPr anchor="ct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tcPr>
                </a:tc>
                <a:extLst>
                  <a:ext uri="{0D108BD9-81ED-4DB2-BD59-A6C34878D82A}">
                    <a16:rowId xmlns:a16="http://schemas.microsoft.com/office/drawing/2014/main" val="3181180853"/>
                  </a:ext>
                </a:extLst>
              </a:tr>
              <a:tr h="396000">
                <a:tc>
                  <a:txBody>
                    <a:bodyPr/>
                    <a:lstStyle/>
                    <a:p>
                      <a:pPr marL="0" lvl="0" indent="0" algn="l">
                        <a:lnSpc>
                          <a:spcPct val="100000"/>
                        </a:lnSpc>
                        <a:buNone/>
                      </a:pPr>
                      <a:r>
                        <a:rPr lang="ja-JP" sz="1200" i="0" u="none" strike="noStrike" baseline="0" noProof="0">
                          <a:solidFill>
                            <a:schemeClr val="tx1"/>
                          </a:solidFill>
                          <a:latin typeface="Meiryo UI"/>
                          <a:ea typeface="Meiryo UI"/>
                        </a:rPr>
                        <a:t>株式会社アイスリーデザイン「経営がAIネイティブにならなければAI駆動開発は浸透しない」講演 2026</a:t>
                      </a:r>
                      <a:endParaRPr lang="ja-JP">
                        <a:solidFill>
                          <a:schemeClr val="tx1"/>
                        </a:solidFill>
                      </a:endParaRPr>
                    </a:p>
                  </a:txBody>
                  <a:tcPr>
                    <a:lnL w="3174">
                      <a:solidFill>
                        <a:schemeClr val="tx1"/>
                      </a:solidFill>
                    </a:lnL>
                    <a:lnR w="3174">
                      <a:solidFill>
                        <a:schemeClr val="tx1"/>
                      </a:solidFill>
                    </a:lnR>
                    <a:lnT w="3174">
                      <a:solidFill>
                        <a:schemeClr val="tx1"/>
                      </a:solidFill>
                    </a:lnT>
                    <a:lnB w="3174">
                      <a:solidFill>
                        <a:schemeClr val="tx1"/>
                      </a:solidFill>
                    </a:lnB>
                    <a:noFill/>
                  </a:tcPr>
                </a:tc>
                <a:tc>
                  <a:txBody>
                    <a:bodyPr/>
                    <a:lstStyle/>
                    <a:p>
                      <a:pPr lvl="0" algn="ctr">
                        <a:buNone/>
                      </a:pPr>
                      <a:r>
                        <a:rPr sz="1200">
                          <a:latin typeface="Meiryo UI"/>
                          <a:ea typeface="Meiryo UI"/>
                        </a:rPr>
                        <a:t>AI品質保証</a:t>
                      </a:r>
                      <a:endParaRPr kumimoji="1" lang="ja-JP" altLang="en-US" sz="1000">
                        <a:solidFill>
                          <a:schemeClr val="tx1"/>
                        </a:solidFill>
                        <a:latin typeface="Meiryo UI"/>
                        <a:ea typeface="Meiryo UI"/>
                      </a:endParaRPr>
                    </a:p>
                  </a:txBody>
                  <a:tcPr anchor="ctr">
                    <a:lnL w="3174">
                      <a:solidFill>
                        <a:schemeClr val="tx1"/>
                      </a:solidFill>
                    </a:lnL>
                    <a:lnR w="3174">
                      <a:solidFill>
                        <a:schemeClr val="tx1"/>
                      </a:solidFill>
                    </a:lnR>
                    <a:lnT w="3174">
                      <a:solidFill>
                        <a:schemeClr val="tx1"/>
                      </a:solidFill>
                    </a:lnT>
                    <a:lnB w="3174">
                      <a:solidFill>
                        <a:schemeClr val="tx1"/>
                      </a:solidFill>
                    </a:lnB>
                  </a:tcPr>
                </a:tc>
                <a:extLst>
                  <a:ext uri="{0D108BD9-81ED-4DB2-BD59-A6C34878D82A}">
                    <a16:rowId xmlns:a16="http://schemas.microsoft.com/office/drawing/2014/main" val="2843573988"/>
                  </a:ext>
                </a:extLst>
              </a:tr>
              <a:tr h="396000">
                <a:tc>
                  <a:txBody>
                    <a:bodyPr/>
                    <a:lstStyle/>
                    <a:p>
                      <a:pPr marL="0" lvl="0" indent="0" algn="l">
                        <a:lnSpc>
                          <a:spcPct val="100000"/>
                        </a:lnSpc>
                        <a:buNone/>
                      </a:pPr>
                      <a:r>
                        <a:rPr lang="ja-JP" sz="1200" i="0" u="none" strike="noStrike" baseline="0" noProof="0">
                          <a:solidFill>
                            <a:schemeClr val="tx1"/>
                          </a:solidFill>
                          <a:latin typeface="Meiryo UI"/>
                          <a:ea typeface="Meiryo UI"/>
                        </a:rPr>
                        <a:t>AWS Summit Japan 2026 セッション資料（AIM203／AIM213／AIM221 ほか） 2026</a:t>
                      </a:r>
                      <a:endParaRPr lang="ja-JP">
                        <a:solidFill>
                          <a:schemeClr val="tx1"/>
                        </a:solidFill>
                      </a:endParaRPr>
                    </a:p>
                  </a:txBody>
                  <a:tcPr>
                    <a:lnL w="3174">
                      <a:solidFill>
                        <a:schemeClr val="tx1"/>
                      </a:solidFill>
                    </a:lnL>
                    <a:lnR w="3174">
                      <a:solidFill>
                        <a:schemeClr val="tx1"/>
                      </a:solidFill>
                    </a:lnR>
                    <a:lnT w="3174">
                      <a:solidFill>
                        <a:schemeClr val="tx1"/>
                      </a:solidFill>
                    </a:lnT>
                    <a:lnB w="3174">
                      <a:solidFill>
                        <a:schemeClr val="tx1"/>
                      </a:solidFill>
                    </a:lnB>
                    <a:noFill/>
                  </a:tcPr>
                </a:tc>
                <a:tc>
                  <a:txBody>
                    <a:bodyPr/>
                    <a:lstStyle/>
                    <a:p>
                      <a:pPr lvl="0" algn="ctr">
                        <a:buNone/>
                      </a:pPr>
                      <a:r>
                        <a:rPr sz="1200">
                          <a:latin typeface="Meiryo UI"/>
                          <a:ea typeface="Meiryo UI"/>
                        </a:rPr>
                        <a:t>AI品質保証</a:t>
                      </a:r>
                      <a:endParaRPr kumimoji="1" lang="ja-JP" altLang="en-US" sz="1000">
                        <a:solidFill>
                          <a:schemeClr val="tx1"/>
                        </a:solidFill>
                        <a:latin typeface="Meiryo UI"/>
                        <a:ea typeface="Meiryo UI"/>
                      </a:endParaRPr>
                    </a:p>
                  </a:txBody>
                  <a:tcPr anchor="ctr">
                    <a:lnL w="3174">
                      <a:solidFill>
                        <a:schemeClr val="tx1"/>
                      </a:solidFill>
                    </a:lnL>
                    <a:lnR w="3174">
                      <a:solidFill>
                        <a:schemeClr val="tx1"/>
                      </a:solidFill>
                    </a:lnR>
                    <a:lnT w="3174">
                      <a:solidFill>
                        <a:schemeClr val="tx1"/>
                      </a:solidFill>
                    </a:lnT>
                    <a:lnB w="3174">
                      <a:solidFill>
                        <a:schemeClr val="tx1"/>
                      </a:solidFill>
                    </a:lnB>
                  </a:tcPr>
                </a:tc>
                <a:extLst>
                  <a:ext uri="{0D108BD9-81ED-4DB2-BD59-A6C34878D82A}">
                    <a16:rowId xmlns:a16="http://schemas.microsoft.com/office/drawing/2014/main" val="616352629"/>
                  </a:ext>
                </a:extLst>
              </a:tr>
              <a:tr h="396000">
                <a:tc>
                  <a:txBody>
                    <a:bodyPr/>
                    <a:lstStyle/>
                    <a:p>
                      <a:pPr marL="0" lvl="0" indent="0" algn="l">
                        <a:lnSpc>
                          <a:spcPct val="100000"/>
                        </a:lnSpc>
                        <a:buNone/>
                      </a:pPr>
                      <a:r>
                        <a:rPr lang="ja-JP" sz="1200" i="0" u="none" strike="noStrike" baseline="0" noProof="0">
                          <a:solidFill>
                            <a:schemeClr val="tx1"/>
                          </a:solidFill>
                          <a:latin typeface="Meiryo UI"/>
                          <a:ea typeface="Meiryo UI"/>
                        </a:rPr>
                        <a:t>サーバーワークス エンジニアブログ https://blog.serverworks.co.jp/spec-driven-development-source-of-truth</a:t>
                      </a:r>
                      <a:endParaRPr lang="ja-JP">
                        <a:solidFill>
                          <a:schemeClr val="tx1"/>
                        </a:solidFill>
                      </a:endParaRPr>
                    </a:p>
                  </a:txBody>
                  <a:tcPr>
                    <a:lnL w="3174">
                      <a:solidFill>
                        <a:schemeClr val="tx1"/>
                      </a:solidFill>
                    </a:lnL>
                    <a:lnR w="3174">
                      <a:solidFill>
                        <a:schemeClr val="tx1"/>
                      </a:solidFill>
                    </a:lnR>
                    <a:lnT w="3174">
                      <a:solidFill>
                        <a:schemeClr val="tx1"/>
                      </a:solidFill>
                    </a:lnT>
                    <a:lnB w="3174" cap="flat" cmpd="sng" algn="ctr">
                      <a:solidFill>
                        <a:schemeClr val="tx1"/>
                      </a:solidFill>
                      <a:prstDash val="solid"/>
                      <a:round/>
                      <a:headEnd type="none" w="med" len="med"/>
                      <a:tailEnd type="none" w="med" len="med"/>
                    </a:lnB>
                    <a:noFill/>
                  </a:tcPr>
                </a:tc>
                <a:tc>
                  <a:txBody>
                    <a:bodyPr/>
                    <a:lstStyle/>
                    <a:p>
                      <a:pPr lvl="0" algn="ctr">
                        <a:buNone/>
                      </a:pPr>
                      <a:r>
                        <a:rPr sz="1200">
                          <a:latin typeface="Meiryo UI"/>
                          <a:ea typeface="Meiryo UI"/>
                        </a:rPr>
                        <a:t>AI品質保証</a:t>
                      </a:r>
                      <a:endParaRPr kumimoji="1" lang="ja-JP" altLang="en-US" sz="1000">
                        <a:solidFill>
                          <a:schemeClr val="tx1"/>
                        </a:solidFill>
                        <a:latin typeface="Meiryo UI"/>
                        <a:ea typeface="Meiryo UI"/>
                      </a:endParaRPr>
                    </a:p>
                  </a:txBody>
                  <a:tcPr anchor="ctr">
                    <a:lnL w="3174">
                      <a:solidFill>
                        <a:schemeClr val="tx1"/>
                      </a:solidFill>
                    </a:lnL>
                    <a:lnR w="3174">
                      <a:solidFill>
                        <a:schemeClr val="tx1"/>
                      </a:solidFill>
                    </a:lnR>
                    <a:lnT w="3174">
                      <a:solidFill>
                        <a:schemeClr val="tx1"/>
                      </a:solidFill>
                    </a:lnT>
                    <a:lnB w="3174"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05802"/>
                  </a:ext>
                </a:extLst>
              </a:tr>
              <a:tr h="396000">
                <a:tc>
                  <a:txBody>
                    <a:bodyPr/>
                    <a:lstStyle/>
                    <a:p>
                      <a:r>
                        <a:rPr lang="en-US" altLang="ja-JP" sz="1200" u="none" err="1">
                          <a:solidFill>
                            <a:schemeClr val="tx1"/>
                          </a:solidFill>
                          <a:latin typeface="Meiryo UI"/>
                          <a:ea typeface="Meiryo UI"/>
                        </a:rPr>
                        <a:t>AWS「AI-Driven Development Life Cycle」 https://aws.amazon.com/blogs/devops/ai-driven-development-life-cycle/</a:t>
                      </a:r>
                      <a:endParaRPr lang="en-US" altLang="ja-JP" sz="1000" u="none">
                        <a:solidFill>
                          <a:schemeClr val="tx1"/>
                        </a:solidFill>
                        <a:latin typeface="Meiryo UI"/>
                        <a:ea typeface="Meiryo UI"/>
                      </a:endParaRPr>
                    </a:p>
                  </a:txBody>
                  <a:tcPr>
                    <a:lnL w="3174">
                      <a:solidFill>
                        <a:schemeClr val="tx1"/>
                      </a:solidFill>
                    </a:lnL>
                    <a:lnR w="3174">
                      <a:solidFill>
                        <a:schemeClr val="tx1"/>
                      </a:solidFill>
                    </a:lnR>
                    <a:lnT w="3174">
                      <a:solidFill>
                        <a:schemeClr val="tx1"/>
                      </a:solidFill>
                    </a:lnT>
                    <a:lnB w="3174">
                      <a:solidFill>
                        <a:schemeClr val="tx1"/>
                      </a:solidFill>
                    </a:lnB>
                    <a:noFill/>
                  </a:tcPr>
                </a:tc>
                <a:tc>
                  <a:txBody>
                    <a:bodyPr/>
                    <a:lstStyle/>
                    <a:p>
                      <a:pPr marL="0" marR="0" lvl="0" indent="0" algn="ctr" defTabSz="779163"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a:ln>
                            <a:noFill/>
                          </a:ln>
                          <a:solidFill>
                            <a:schemeClr val="tx1"/>
                          </a:solidFill>
                          <a:effectLst/>
                          <a:uLnTx/>
                          <a:uFillTx/>
                          <a:latin typeface="Meiryo UI"/>
                          <a:ea typeface="Meiryo UI"/>
                          <a:cs typeface="+mn-cs"/>
                        </a:rPr>
                        <a:t>AI品質保証</a:t>
                      </a:r>
                    </a:p>
                  </a:txBody>
                  <a:tcPr anchor="ctr">
                    <a:lnL w="3174">
                      <a:solidFill>
                        <a:schemeClr val="tx1"/>
                      </a:solidFill>
                    </a:lnL>
                    <a:lnR w="3174">
                      <a:solidFill>
                        <a:schemeClr val="tx1"/>
                      </a:solidFill>
                    </a:lnR>
                    <a:lnT w="3174">
                      <a:solidFill>
                        <a:schemeClr val="tx1"/>
                      </a:solidFill>
                    </a:lnT>
                    <a:lnB w="3174">
                      <a:solidFill>
                        <a:schemeClr val="tx1"/>
                      </a:solidFill>
                    </a:lnB>
                  </a:tcPr>
                </a:tc>
                <a:extLst>
                  <a:ext uri="{0D108BD9-81ED-4DB2-BD59-A6C34878D82A}">
                    <a16:rowId xmlns:a16="http://schemas.microsoft.com/office/drawing/2014/main" val="334787755"/>
                  </a:ext>
                </a:extLst>
              </a:tr>
            </a:tbl>
          </a:graphicData>
        </a:graphic>
      </p:graphicFrame>
      <p:sp>
        <p:nvSpPr>
          <p:cNvPr id="10" name="TextBox 9"/>
          <p:cNvSpPr txBox="1"/>
          <p:nvPr/>
        </p:nvSpPr>
        <p:spPr>
          <a:xfrm>
            <a:off x="109728" y="2889504"/>
            <a:ext cx="8595360" cy="228600"/>
          </a:xfrm>
          <a:prstGeom prst="rect">
            <a:avLst/>
          </a:prstGeom>
          <a:noFill/>
        </p:spPr>
        <p:txBody>
          <a:bodyPr wrap="square" lIns="18288" tIns="9144" rIns="18288" bIns="9144">
            <a:spAutoFit/>
          </a:bodyPr>
          <a:lstStyle/>
          <a:p>
            <a:r>
              <a:rPr sz="1100">
                <a:solidFill>
                  <a:srgbClr val="404040"/>
                </a:solidFill>
                <a:latin typeface="Meiryo UI"/>
                <a:ea typeface="Meiryo UI"/>
              </a:rPr>
              <a:t>本資料のうち 4-3（背景・目的）の記述および参考文献の整理は、生成AIツール（Anthropic, Claude, 2026）を使用して作成した。</a:t>
            </a:r>
          </a:p>
        </p:txBody>
      </p:sp>
    </p:spTree>
    <p:extLst>
      <p:ext uri="{BB962C8B-B14F-4D97-AF65-F5344CB8AC3E}">
        <p14:creationId xmlns:p14="http://schemas.microsoft.com/office/powerpoint/2010/main" val="42264497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pt標準テンプレート(赤)情報化推進部">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標準テンプレート(赤)情報化推進部">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noAutofit/>
      </a:bodyPr>
      <a:lstStyle>
        <a:defPPr marL="0" marR="0" indent="0" algn="ctr" defTabSz="914400" rtl="0" eaLnBrk="1" fontAlgn="base" latinLnBrk="0" hangingPunct="1">
          <a:lnSpc>
            <a:spcPct val="100000"/>
          </a:lnSpc>
          <a:spcBef>
            <a:spcPct val="0"/>
          </a:spcBef>
          <a:spcAft>
            <a:spcPct val="0"/>
          </a:spcAft>
          <a:buClrTx/>
          <a:buSzTx/>
          <a:buFontTx/>
          <a:buNone/>
          <a:tabLst/>
          <a:defRPr kumimoji="1" sz="16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solidFill>
          <a:schemeClr val="bg1">
            <a:alpha val="20000"/>
          </a:schemeClr>
        </a:solidFill>
        <a:ln>
          <a:solidFill>
            <a:schemeClr val="bg1"/>
          </a:solidFill>
        </a:ln>
      </a:spPr>
      <a:bodyPr wrap="square" lIns="77916" tIns="38958" rIns="77916" bIns="38958" rtlCol="0" anchor="ctr">
        <a:spAutoFit/>
      </a:bodyPr>
      <a:lstStyle>
        <a:defPPr algn="l">
          <a:defRPr kumimoji="1" sz="1600" dirty="0" smtClean="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ppt標準テンプレート(赤)情報化推進部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ppt標準テンプレート(赤)情報化推進部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ppt標準テンプレート(赤)情報化推進部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ppt標準テンプレート(赤)情報化推進部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8984ae6-a00c-4d77-a203-a37543749ec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0B33251D137B8F419F195796F2169E44" ma:contentTypeVersion="10" ma:contentTypeDescription="新しいドキュメントを作成します。" ma:contentTypeScope="" ma:versionID="22c346b5f827720d3991aa13f62a4429">
  <xsd:schema xmlns:xsd="http://www.w3.org/2001/XMLSchema" xmlns:xs="http://www.w3.org/2001/XMLSchema" xmlns:p="http://schemas.microsoft.com/office/2006/metadata/properties" xmlns:ns2="f8984ae6-a00c-4d77-a203-a37543749ec0" targetNamespace="http://schemas.microsoft.com/office/2006/metadata/properties" ma:root="true" ma:fieldsID="c9f061bc7bc3b3eda9a995b87fff87f8" ns2:_="">
    <xsd:import namespace="f8984ae6-a00c-4d77-a203-a37543749e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984ae6-a00c-4d77-a203-a37543749e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89c310a7-7b3b-4ec7-b957-b43db972ab6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7EC411-9E2B-4654-84B3-524A78692C35}">
  <ds:schemaRefs>
    <ds:schemaRef ds:uri="f8984ae6-a00c-4d77-a203-a37543749e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D2F67F8-8CF3-4B29-8E32-F0CB57A8AC21}">
  <ds:schemaRefs>
    <ds:schemaRef ds:uri="http://schemas.microsoft.com/sharepoint/v3/contenttype/forms"/>
  </ds:schemaRefs>
</ds:datastoreItem>
</file>

<file path=customXml/itemProps3.xml><?xml version="1.0" encoding="utf-8"?>
<ds:datastoreItem xmlns:ds="http://schemas.openxmlformats.org/officeDocument/2006/customXml" ds:itemID="{7D4BF292-F8A3-424D-AB12-32D33EC9A58F}">
  <ds:schemaRefs>
    <ds:schemaRef ds:uri="f8984ae6-a00c-4d77-a203-a37543749ec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4639</Words>
  <Application>Microsoft Office PowerPoint</Application>
  <PresentationFormat>画面に合わせる (16:9)</PresentationFormat>
  <Paragraphs>593</Paragraphs>
  <Slides>29</Slides>
  <Notes>20</Notes>
  <HiddenSlides>3</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29</vt:i4>
      </vt:variant>
    </vt:vector>
  </HeadingPairs>
  <TitlesOfParts>
    <vt:vector size="37" baseType="lpstr">
      <vt:lpstr>Meiryo UI</vt:lpstr>
      <vt:lpstr>ＭＳ Ｐゴシック</vt:lpstr>
      <vt:lpstr>Arial</vt:lpstr>
      <vt:lpstr>Calibri</vt:lpstr>
      <vt:lpstr>Times New Roman</vt:lpstr>
      <vt:lpstr>Wingdings</vt:lpstr>
      <vt:lpstr>ppt標準テンプレート(赤)情報化推進部</vt:lpstr>
      <vt:lpstr>think-cellスライド</vt:lpstr>
      <vt:lpstr>AI時代の「アジャイルとウォーターフォール」の進化に関する研究 　～AI駆動開発導入の提案～</vt:lpstr>
      <vt:lpstr>目次</vt:lpstr>
      <vt:lpstr>目次</vt:lpstr>
      <vt:lpstr>1. 研究の背景 ～AI Ready・AI 駆動開発・AI Ops～</vt:lpstr>
      <vt:lpstr>1. 研究の背景 ～AI Ready・AI 駆動開発・AI Ops～</vt:lpstr>
      <vt:lpstr>目次</vt:lpstr>
      <vt:lpstr>2. 研究の目的 ～検証する仮説～</vt:lpstr>
      <vt:lpstr>2. 研究の目的 ～前提～</vt:lpstr>
      <vt:lpstr>PowerPoint プレゼンテーション</vt:lpstr>
      <vt:lpstr>目次</vt:lpstr>
      <vt:lpstr>3. 体制</vt:lpstr>
      <vt:lpstr>目次</vt:lpstr>
      <vt:lpstr>目次</vt:lpstr>
      <vt:lpstr>4-1. 背景・目的</vt:lpstr>
      <vt:lpstr>4-1. 進め方</vt:lpstr>
      <vt:lpstr>目次</vt:lpstr>
      <vt:lpstr>4-2. 背景・目的</vt:lpstr>
      <vt:lpstr>目次</vt:lpstr>
      <vt:lpstr>4-3. 背景・目的</vt:lpstr>
      <vt:lpstr>4-3. 背景・目的</vt:lpstr>
      <vt:lpstr>目次</vt:lpstr>
      <vt:lpstr>4-4. 背景・目的</vt:lpstr>
      <vt:lpstr>目次</vt:lpstr>
      <vt:lpstr>５. 今後の活動計画</vt:lpstr>
      <vt:lpstr>PowerPoint プレゼンテーション</vt:lpstr>
      <vt:lpstr>Appendix：適用課題 A〜E</vt:lpstr>
      <vt:lpstr>Appendix：適用課題 F〜J</vt:lpstr>
      <vt:lpstr>Appendix：インセプションデッキ（7/23発表版）</vt:lpstr>
      <vt:lpstr>参考文献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（部会テーマ名）</dc:title>
  <dc:creator>横山　真由</dc:creator>
  <cp:lastModifiedBy>一成 本多</cp:lastModifiedBy>
  <cp:revision>2</cp:revision>
  <cp:lastPrinted>2026-01-29T00:54:29Z</cp:lastPrinted>
  <dcterms:created xsi:type="dcterms:W3CDTF">2017-01-26T05:30:03Z</dcterms:created>
  <dcterms:modified xsi:type="dcterms:W3CDTF">2026-09-09T00:16:06Z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0x0101000B33251D137B8F419F195796F2169E44</vt:lpwstr>
  </property>
  <property fmtid="{D5CDD505-2E9C-101B-9397-08002B2CF9AE}" pid="3" name="_dlc_policyId">
    <vt:lpwstr>0x010100E0910E15E13AF24BA0E7A45A629C9E09|1510891056</vt:lpwstr>
  </property>
  <property fmtid="{D5CDD505-2E9C-101B-9397-08002B2CF9AE}" pid="4" name="ItemRetentionFormula">
    <vt:lpwstr>&lt;formula id="Microsoft.Office.RecordsManagement.PolicyFeatures.Expiration.Formula.BuiltIn"&gt;&lt;number&gt;31&lt;/number&gt;&lt;property&gt;ExpireDate&lt;/property&gt;&lt;propertyId&gt;9bba1231-3713-422f-9a83-61f907924549&lt;/propertyId&gt;&lt;period&gt;days&lt;/period&gt;&lt;/formula&gt;</vt:lpwstr>
  </property>
  <property fmtid="{D5CDD505-2E9C-101B-9397-08002B2CF9AE}" pid="5" name="MediaServiceImageTags">
    <vt:lpwstr/>
  </property>
  <property fmtid="{D5CDD505-2E9C-101B-9397-08002B2CF9AE}" pid="6" name="MSIP_Label_ee4e5477-c4fb-470b-83ce-140d5a4b72e2_SetDate">
    <vt:lpwstr>2025-09-10T06:50:58Z</vt:lpwstr>
  </property>
  <property fmtid="{D5CDD505-2E9C-101B-9397-08002B2CF9AE}" pid="7" name="MSIP_Label_ee4e5477-c4fb-470b-83ce-140d5a4b72e2_ActionId">
    <vt:lpwstr>eb3749d9-dd55-474c-b665-b06eda6d9bc0</vt:lpwstr>
  </property>
  <property fmtid="{D5CDD505-2E9C-101B-9397-08002B2CF9AE}" pid="8" name="MSIP_Label_ee4e5477-c4fb-470b-83ce-140d5a4b72e2_Name">
    <vt:lpwstr>【社内限り】サブラベル</vt:lpwstr>
  </property>
  <property fmtid="{D5CDD505-2E9C-101B-9397-08002B2CF9AE}" pid="9" name="ClassificationContentMarkingHeaderLocations">
    <vt:lpwstr>ppt標準テンプレート(赤)情報化推進部:6</vt:lpwstr>
  </property>
  <property fmtid="{D5CDD505-2E9C-101B-9397-08002B2CF9AE}" pid="10" name="MSIP_Label_ee4e5477-c4fb-470b-83ce-140d5a4b72e2_Tag">
    <vt:lpwstr>10, 3, 0, 1</vt:lpwstr>
  </property>
  <property fmtid="{D5CDD505-2E9C-101B-9397-08002B2CF9AE}" pid="11" name="ClassificationContentMarkingHeaderText">
    <vt:lpwstr>【社内限り】</vt:lpwstr>
  </property>
  <property fmtid="{D5CDD505-2E9C-101B-9397-08002B2CF9AE}" pid="12" name="MSIP_Label_ee4e5477-c4fb-470b-83ce-140d5a4b72e2_SiteId">
    <vt:lpwstr>083b56f6-afc0-41a4-8aa0-de8b7a92e923</vt:lpwstr>
  </property>
  <property fmtid="{D5CDD505-2E9C-101B-9397-08002B2CF9AE}" pid="13" name="MSIP_Label_ee4e5477-c4fb-470b-83ce-140d5a4b72e2_Method">
    <vt:lpwstr>Standard</vt:lpwstr>
  </property>
  <property fmtid="{D5CDD505-2E9C-101B-9397-08002B2CF9AE}" pid="14" name="MSIP_Label_ee4e5477-c4fb-470b-83ce-140d5a4b72e2_Enabled">
    <vt:lpwstr>true</vt:lpwstr>
  </property>
  <property fmtid="{D5CDD505-2E9C-101B-9397-08002B2CF9AE}" pid="15" name="MSIP_Label_ee4e5477-c4fb-470b-83ce-140d5a4b72e2_ContentBits">
    <vt:lpwstr>1</vt:lpwstr>
  </property>
</Properties>
</file>