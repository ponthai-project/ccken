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4"/>
  </p:notesMasterIdLst>
  <p:handoutMasterIdLst>
    <p:handoutMasterId r:id="rId15"/>
  </p:handoutMasterIdLst>
  <p:sldIdLst>
    <p:sldId id="1018" r:id="rId5"/>
    <p:sldId id="471" r:id="rId6"/>
    <p:sldId id="1019" r:id="rId7"/>
    <p:sldId id="962" r:id="rId8"/>
    <p:sldId id="727" r:id="rId9"/>
    <p:sldId id="617" r:id="rId10"/>
    <p:sldId id="1028" r:id="rId11"/>
    <p:sldId id="703" r:id="rId12"/>
    <p:sldId id="885" r:id="rId13"/>
  </p:sldIdLst>
  <p:sldSz cx="9144000" cy="5143500" type="screen16x9"/>
  <p:notesSz cx="6735763" cy="9866313"/>
  <p:defaultTextStyle>
    <a:defPPr>
      <a:defRPr lang="ja-JP"/>
    </a:defPPr>
    <a:lvl1pPr marL="0" algn="l" defTabSz="779163" rtl="0" eaLnBrk="1" latinLnBrk="0" hangingPunct="1">
      <a:defRPr kumimoji="1" sz="1500" kern="1200">
        <a:solidFill>
          <a:schemeClr val="tx1"/>
        </a:solidFill>
        <a:latin typeface="+mn-lt"/>
        <a:ea typeface="+mn-ea"/>
        <a:cs typeface="+mn-cs"/>
      </a:defRPr>
    </a:lvl1pPr>
    <a:lvl2pPr marL="389582" algn="l" defTabSz="779163" rtl="0" eaLnBrk="1" latinLnBrk="0" hangingPunct="1">
      <a:defRPr kumimoji="1" sz="1500" kern="1200">
        <a:solidFill>
          <a:schemeClr val="tx1"/>
        </a:solidFill>
        <a:latin typeface="+mn-lt"/>
        <a:ea typeface="+mn-ea"/>
        <a:cs typeface="+mn-cs"/>
      </a:defRPr>
    </a:lvl2pPr>
    <a:lvl3pPr marL="779163" algn="l" defTabSz="779163" rtl="0" eaLnBrk="1" latinLnBrk="0" hangingPunct="1">
      <a:defRPr kumimoji="1" sz="1500" kern="1200">
        <a:solidFill>
          <a:schemeClr val="tx1"/>
        </a:solidFill>
        <a:latin typeface="+mn-lt"/>
        <a:ea typeface="+mn-ea"/>
        <a:cs typeface="+mn-cs"/>
      </a:defRPr>
    </a:lvl3pPr>
    <a:lvl4pPr marL="1168745" algn="l" defTabSz="779163" rtl="0" eaLnBrk="1" latinLnBrk="0" hangingPunct="1">
      <a:defRPr kumimoji="1" sz="1500" kern="1200">
        <a:solidFill>
          <a:schemeClr val="tx1"/>
        </a:solidFill>
        <a:latin typeface="+mn-lt"/>
        <a:ea typeface="+mn-ea"/>
        <a:cs typeface="+mn-cs"/>
      </a:defRPr>
    </a:lvl4pPr>
    <a:lvl5pPr marL="1558326" algn="l" defTabSz="779163" rtl="0" eaLnBrk="1" latinLnBrk="0" hangingPunct="1">
      <a:defRPr kumimoji="1" sz="1500" kern="1200">
        <a:solidFill>
          <a:schemeClr val="tx1"/>
        </a:solidFill>
        <a:latin typeface="+mn-lt"/>
        <a:ea typeface="+mn-ea"/>
        <a:cs typeface="+mn-cs"/>
      </a:defRPr>
    </a:lvl5pPr>
    <a:lvl6pPr marL="1947908" algn="l" defTabSz="779163" rtl="0" eaLnBrk="1" latinLnBrk="0" hangingPunct="1">
      <a:defRPr kumimoji="1" sz="1500" kern="1200">
        <a:solidFill>
          <a:schemeClr val="tx1"/>
        </a:solidFill>
        <a:latin typeface="+mn-lt"/>
        <a:ea typeface="+mn-ea"/>
        <a:cs typeface="+mn-cs"/>
      </a:defRPr>
    </a:lvl6pPr>
    <a:lvl7pPr marL="2337489" algn="l" defTabSz="779163" rtl="0" eaLnBrk="1" latinLnBrk="0" hangingPunct="1">
      <a:defRPr kumimoji="1" sz="1500" kern="1200">
        <a:solidFill>
          <a:schemeClr val="tx1"/>
        </a:solidFill>
        <a:latin typeface="+mn-lt"/>
        <a:ea typeface="+mn-ea"/>
        <a:cs typeface="+mn-cs"/>
      </a:defRPr>
    </a:lvl7pPr>
    <a:lvl8pPr marL="2727071" algn="l" defTabSz="779163" rtl="0" eaLnBrk="1" latinLnBrk="0" hangingPunct="1">
      <a:defRPr kumimoji="1" sz="1500" kern="1200">
        <a:solidFill>
          <a:schemeClr val="tx1"/>
        </a:solidFill>
        <a:latin typeface="+mn-lt"/>
        <a:ea typeface="+mn-ea"/>
        <a:cs typeface="+mn-cs"/>
      </a:defRPr>
    </a:lvl8pPr>
    <a:lvl9pPr marL="3116652" algn="l" defTabSz="779163" rtl="0" eaLnBrk="1" latinLnBrk="0" hangingPunct="1">
      <a:defRPr kumimoji="1" sz="15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3129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  <p15:guide id="4" pos="2857" userDrawn="1">
          <p15:clr>
            <a:srgbClr val="A4A3A4"/>
          </p15:clr>
        </p15:guide>
        <p15:guide id="5" orient="horz" pos="259" userDrawn="1">
          <p15:clr>
            <a:srgbClr val="A4A3A4"/>
          </p15:clr>
        </p15:guide>
        <p15:guide id="6" pos="90" userDrawn="1">
          <p15:clr>
            <a:srgbClr val="A4A3A4"/>
          </p15:clr>
        </p15:guide>
        <p15:guide id="7" pos="569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64C990B-BEFF-BAE3-5654-0D38332743EB}" name="東京海上日動システムズ　川又 聖史" initials="東聖" userId="S::kawamata374512_gmail.com#ext#@ccken.onmicrosoft.com::08ddaa4a-df89-4426-a5e8-4dbd2fe77e14" providerId="AD"/>
  <p188:author id="{0A023718-A7DA-549E-1F85-440238F48675}" name="Yasui Nami" initials="七安" userId="S::nami.yasui@mitsubishi-motors.com::37845c90-73a4-4678-84e9-93efd868711b" providerId="AD"/>
  <p188:author id="{6152A327-DEC0-E040-C314-C42B77E52218}" name="mayu.yokoyama(NYKJP)" initials="my" userId="S::mayu.yokoyama@nykgroup.com::4fbecc71-71c2-4a30-a5a6-6f7c4432fe53" providerId="AD"/>
  <p188:author id="{3C6ED52C-F7BB-D178-D3E6-B3A1872876F4}" name="嵩 小林" initials="嵩小" userId="1758831be2507584" providerId="Windows Live"/>
  <p188:author id="{4B547632-43D2-86FC-4BB6-8555A3E3B7B5}" name="masazaki yoshihiro/6201258/昌崎　良浩" initials="my" userId="S::yoshihiro.masazaki.mk_mcgc.com#ext#@ccken.onmicrosoft.com::338b9127-7fcd-4e96-b095-c08a802489d5" providerId="AD"/>
  <p188:author id="{B985FB69-0709-A737-1582-0F97846F695E}" name="HIRATA Ryutaro/平田龍太郎(IT戦略 アジャイル開発推進)" initials="龍平" userId="S::1170943@eneos.net::507136aa-d256-4356-96ad-f4031455413d" providerId="AD"/>
  <p188:author id="{07B64575-60C8-0644-BB49-D067F001A1FF}" name="SOTA UENO (MC-TOK/PW)" initials="SU" userId="S::sota.ueno@mitsubishicorp.com::1cd39bfe-2c13-4d1e-9169-059e09dcc08c" providerId="AD"/>
  <p188:author id="{42EC498F-BDD2-485A-2C68-025B5DE24C15}" name="桑野 陽介／kuwano,yosuke IT部" initials="陽桑" userId="S::yosuke.kuwano@mitsubishi-hc-capital.com::0390b73e-bb27-4327-9ae0-a07abe663ffc" providerId="AD"/>
  <p188:author id="{50E3E993-1844-7EC9-97C1-F3D7D5B73B11}" name="村上　淳" initials="村上　淳" userId="S::ji-murakami@ccken.onmicrosoft.com::0b8e6a16-2353-4e90-9a7d-8e4f0d078fbd" providerId="AD"/>
  <p188:author id="{9D3AE4AB-D390-AA52-DADC-40EF798EBB3A}" name="明治安田　荻野 純平" initials="明純" userId="S::jy-ogino@ccken.onmicrosoft.com::27cba3d8-e4d3-428c-9353-43187c47438c" providerId="AD"/>
  <p188:author id="{1704C9B4-B088-10A1-6384-98FDAAF491F4}" name="主査　福島 直人" initials="主直" userId="S::naoto_2_fukushima@ccken.onmicrosoft.com::8f548a50-3d4a-4660-b17c-82fdb2003fd5" providerId="AD"/>
  <p188:author id="{FAFEB0BF-184E-72D0-81BC-197EE4AA025E}" name="MUIT　土屋 遼太郎" initials="M遼" userId="S::ryoukunjajaan4127_gmail.com#ext#@ccken.onmicrosoft.com::fd1358ce-a2d5-4118-97fd-140e7e3174f1" providerId="AD"/>
  <p188:author id="{0FCA48C6-583B-BBA4-92E6-41B70CB24D6C}" name="三菱UFJ銀行　佐藤 慶彦" initials="三慶" userId="S::stsy441030_gmail.com#ext#@ccken.onmicrosoft.com::0bf3436e-58e3-4080-af77-4a98278a9ac3" providerId="AD"/>
  <p188:author id="{723B64CA-FDC0-5BC3-7FC1-B0C21ADA0A4A}" name="MUIT　髙橋 博実" initials="M博" userId="S::hiromix222_msn.com#ext#@ccken.onmicrosoft.com::9d572560-7f87-4d11-90b9-a0fc016bcb45" providerId="AD"/>
  <p188:author id="{638171DA-A3F4-A5BC-3168-2341B54B14ED}" name="三菱UFJモルガン・スタンレー証券　中川 このみ" initials="三こ" userId="S::nakagawakonomi.cc.kenkyukai_gmail.com#ext#@ccken.onmicrosoft.com::449cad5c-e2b6-4374-82cf-c006f203c156" providerId="AD"/>
  <p188:author id="{80A4C3EB-0746-02B3-FDB2-A7FA8345B06C}" name="三菱UFJ信託銀行　網野 智仁" initials="三智" userId="S::tomohito_amino@ccken.onmicrosoft.com::f8474316-ab6c-4136-bc0a-a68b4c48cb80" providerId="AD"/>
  <p188:author id="{48A49CFE-3BB2-BCB6-A108-2858607AC22A}" name="辻 隆嗣" initials="辻" userId="辻 隆嗣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  <a:srgbClr val="4472C4"/>
    <a:srgbClr val="D9D9D9"/>
    <a:srgbClr val="DAE3F3"/>
    <a:srgbClr val="404040"/>
    <a:srgbClr val="D6F5FF"/>
    <a:srgbClr val="F7F8FB"/>
    <a:srgbClr val="DAE0EF"/>
    <a:srgbClr val="000000"/>
    <a:srgbClr val="FC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EE4CF9-D520-C73F-F3B3-277580B65366}" v="16" dt="2026-03-04T06:26:49.699"/>
    <p1510:client id="{4B0E4B12-186E-8D18-A957-E297A99B1179}" v="1" dt="2026-03-04T00:30:50.364"/>
    <p1510:client id="{6B536209-0E9F-F7F0-66CF-C0AB56366964}" v="8" dt="2026-03-03T11:27:02.622"/>
    <p1510:client id="{A50A1B2C-31A3-21C5-CDD5-B4B58EBABCF9}" v="7" dt="2026-03-03T03:06:20.458"/>
    <p1510:client id="{C8B88E84-7E4E-F7B9-5A40-1AD5A82601E1}" v="1" dt="2026-03-04T01:48:13.820"/>
    <p1510:client id="{D4BF9E34-1D22-423A-AF72-F51BE89D3888}" v="198" dt="2026-03-03T02:48:09.336"/>
    <p1510:client id="{E637F4A9-13C3-41CC-A933-45B4A0F99B2C}" v="36" dt="2026-03-04T00:43:36.7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淡色スタイル 2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354" y="114"/>
      </p:cViewPr>
      <p:guideLst>
        <p:guide orient="horz" pos="2164"/>
        <p:guide pos="3129"/>
        <p:guide orient="horz" pos="1620"/>
        <p:guide pos="2857"/>
        <p:guide orient="horz" pos="259"/>
        <p:guide pos="90"/>
        <p:guide pos="56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村上　淳" userId="S::ji-murakami@ccken.onmicrosoft.com::0b8e6a16-2353-4e90-9a7d-8e4f0d078fbd" providerId="AD" clId="Web-{12A87932-D662-B434-616C-47328E6ED691}"/>
    <pc:docChg chg="delSld modSld modSection">
      <pc:chgData name="村上　淳" userId="S::ji-murakami@ccken.onmicrosoft.com::0b8e6a16-2353-4e90-9a7d-8e4f0d078fbd" providerId="AD" clId="Web-{12A87932-D662-B434-616C-47328E6ED691}" dt="2026-02-16T22:10:20.345" v="75" actId="1076"/>
      <pc:docMkLst>
        <pc:docMk/>
      </pc:docMkLst>
    </pc:docChg>
  </pc:docChgLst>
  <pc:docChgLst>
    <pc:chgData name="東京海上日動システムズ　小田 和弥" userId="S::kazuya.oda1014_gmail.com#ext#@ccken.onmicrosoft.com::7d754f48-d90c-443c-a8c9-ee8d894037e8" providerId="AD" clId="Web-{19143F33-41BA-6C7E-D272-B0352F70C029}"/>
    <pc:docChg chg="addSld delSld modSld sldOrd modSection">
      <pc:chgData name="東京海上日動システムズ　小田 和弥" userId="S::kazuya.oda1014_gmail.com#ext#@ccken.onmicrosoft.com::7d754f48-d90c-443c-a8c9-ee8d894037e8" providerId="AD" clId="Web-{19143F33-41BA-6C7E-D272-B0352F70C029}" dt="2026-02-05T07:40:15.637" v="282" actId="20577"/>
      <pc:docMkLst>
        <pc:docMk/>
      </pc:docMkLst>
    </pc:docChg>
  </pc:docChgLst>
  <pc:docChgLst>
    <pc:chgData name="masazaki yoshihiro/6201258/昌崎　良浩" userId="S::yoshihiro.masazaki.mk_mcgc.com#ext#@ccken.onmicrosoft.com::338b9127-7fcd-4e96-b095-c08a802489d5" providerId="AD" clId="Web-{9B1092F2-7F89-F02B-03F1-3C9F2EA1BD5C}"/>
    <pc:docChg chg="addSld modSld modSection">
      <pc:chgData name="masazaki yoshihiro/6201258/昌崎　良浩" userId="S::yoshihiro.masazaki.mk_mcgc.com#ext#@ccken.onmicrosoft.com::338b9127-7fcd-4e96-b095-c08a802489d5" providerId="AD" clId="Web-{9B1092F2-7F89-F02B-03F1-3C9F2EA1BD5C}" dt="2026-02-26T00:49:37.678" v="580" actId="20577"/>
      <pc:docMkLst>
        <pc:docMk/>
      </pc:docMkLst>
    </pc:docChg>
  </pc:docChgLst>
  <pc:docChgLst>
    <pc:chgData name="主査　福島 直人" userId="S::naoto_2_fukushima@ccken.onmicrosoft.com::8f548a50-3d4a-4660-b17c-82fdb2003fd5" providerId="AD" clId="Web-{9F16026F-3880-E516-03D2-347F7334BF36}"/>
    <pc:docChg chg="modSld">
      <pc:chgData name="主査　福島 直人" userId="S::naoto_2_fukushima@ccken.onmicrosoft.com::8f548a50-3d4a-4660-b17c-82fdb2003fd5" providerId="AD" clId="Web-{9F16026F-3880-E516-03D2-347F7334BF36}" dt="2026-03-02T05:03:32.300" v="229" actId="14100"/>
      <pc:docMkLst>
        <pc:docMk/>
      </pc:docMkLst>
      <pc:sldChg chg="addSp delSp modSp">
        <pc:chgData name="主査　福島 直人" userId="S::naoto_2_fukushima@ccken.onmicrosoft.com::8f548a50-3d4a-4660-b17c-82fdb2003fd5" providerId="AD" clId="Web-{9F16026F-3880-E516-03D2-347F7334BF36}" dt="2026-03-02T04:55:42.768" v="208" actId="1076"/>
        <pc:sldMkLst>
          <pc:docMk/>
          <pc:sldMk cId="3546692421" sldId="980"/>
        </pc:sldMkLst>
        <pc:spChg chg="mod">
          <ac:chgData name="主査　福島 直人" userId="S::naoto_2_fukushima@ccken.onmicrosoft.com::8f548a50-3d4a-4660-b17c-82fdb2003fd5" providerId="AD" clId="Web-{9F16026F-3880-E516-03D2-347F7334BF36}" dt="2026-03-02T04:55:42.612" v="202" actId="1076"/>
          <ac:spMkLst>
            <pc:docMk/>
            <pc:sldMk cId="3546692421" sldId="980"/>
            <ac:spMk id="5" creationId="{BAAF9625-22AB-A318-2CBB-596A0CA3A0A4}"/>
          </ac:spMkLst>
        </pc:spChg>
        <pc:spChg chg="mod">
          <ac:chgData name="主査　福島 直人" userId="S::naoto_2_fukushima@ccken.onmicrosoft.com::8f548a50-3d4a-4660-b17c-82fdb2003fd5" providerId="AD" clId="Web-{9F16026F-3880-E516-03D2-347F7334BF36}" dt="2026-03-02T04:51:44.927" v="161" actId="20577"/>
          <ac:spMkLst>
            <pc:docMk/>
            <pc:sldMk cId="3546692421" sldId="980"/>
            <ac:spMk id="7" creationId="{73C9CC36-5106-FA6E-D7D0-6E8085975EA5}"/>
          </ac:spMkLst>
        </pc:spChg>
        <pc:spChg chg="add mod">
          <ac:chgData name="主査　福島 直人" userId="S::naoto_2_fukushima@ccken.onmicrosoft.com::8f548a50-3d4a-4660-b17c-82fdb2003fd5" providerId="AD" clId="Web-{9F16026F-3880-E516-03D2-347F7334BF36}" dt="2026-03-02T04:55:42.768" v="208" actId="1076"/>
          <ac:spMkLst>
            <pc:docMk/>
            <pc:sldMk cId="3546692421" sldId="980"/>
            <ac:spMk id="10" creationId="{E371C568-F263-4E40-600F-AE145C3AEAF8}"/>
          </ac:spMkLst>
        </pc:spChg>
        <pc:spChg chg="mod">
          <ac:chgData name="主査　福島 直人" userId="S::naoto_2_fukushima@ccken.onmicrosoft.com::8f548a50-3d4a-4660-b17c-82fdb2003fd5" providerId="AD" clId="Web-{9F16026F-3880-E516-03D2-347F7334BF36}" dt="2026-03-02T04:52:27.146" v="167" actId="20577"/>
          <ac:spMkLst>
            <pc:docMk/>
            <pc:sldMk cId="3546692421" sldId="980"/>
            <ac:spMk id="26" creationId="{1DDFE578-6D43-6964-20E8-EC12EF1DC4E4}"/>
          </ac:spMkLst>
        </pc:spChg>
        <pc:spChg chg="mod">
          <ac:chgData name="主査　福島 直人" userId="S::naoto_2_fukushima@ccken.onmicrosoft.com::8f548a50-3d4a-4660-b17c-82fdb2003fd5" providerId="AD" clId="Web-{9F16026F-3880-E516-03D2-347F7334BF36}" dt="2026-03-02T04:52:05.990" v="163" actId="20577"/>
          <ac:spMkLst>
            <pc:docMk/>
            <pc:sldMk cId="3546692421" sldId="980"/>
            <ac:spMk id="28" creationId="{DB427BBD-C582-B64A-FB03-104781F2E6FD}"/>
          </ac:spMkLst>
        </pc:spChg>
        <pc:spChg chg="mod">
          <ac:chgData name="主査　福島 直人" userId="S::naoto_2_fukushima@ccken.onmicrosoft.com::8f548a50-3d4a-4660-b17c-82fdb2003fd5" providerId="AD" clId="Web-{9F16026F-3880-E516-03D2-347F7334BF36}" dt="2026-03-02T04:55:05.344" v="201" actId="20577"/>
          <ac:spMkLst>
            <pc:docMk/>
            <pc:sldMk cId="3546692421" sldId="980"/>
            <ac:spMk id="54" creationId="{9F85AE0A-D3CB-1B39-85FE-A396889AA4D0}"/>
          </ac:spMkLst>
        </pc:spChg>
        <pc:grpChg chg="mod">
          <ac:chgData name="主査　福島 直人" userId="S::naoto_2_fukushima@ccken.onmicrosoft.com::8f548a50-3d4a-4660-b17c-82fdb2003fd5" providerId="AD" clId="Web-{9F16026F-3880-E516-03D2-347F7334BF36}" dt="2026-03-02T04:55:42.674" v="204" actId="1076"/>
          <ac:grpSpMkLst>
            <pc:docMk/>
            <pc:sldMk cId="3546692421" sldId="980"/>
            <ac:grpSpMk id="11" creationId="{B3CD69B5-E321-0F94-EF8A-C3D87A87F73C}"/>
          </ac:grpSpMkLst>
        </pc:grpChg>
        <pc:grpChg chg="mod">
          <ac:chgData name="主査　福島 直人" userId="S::naoto_2_fukushima@ccken.onmicrosoft.com::8f548a50-3d4a-4660-b17c-82fdb2003fd5" providerId="AD" clId="Web-{9F16026F-3880-E516-03D2-347F7334BF36}" dt="2026-03-02T04:55:42.643" v="203" actId="1076"/>
          <ac:grpSpMkLst>
            <pc:docMk/>
            <pc:sldMk cId="3546692421" sldId="980"/>
            <ac:grpSpMk id="21" creationId="{67CA80E3-BF01-579F-DD5E-6426C6FF929F}"/>
          </ac:grpSpMkLst>
        </pc:grpChg>
        <pc:picChg chg="mod">
          <ac:chgData name="主査　福島 直人" userId="S::naoto_2_fukushima@ccken.onmicrosoft.com::8f548a50-3d4a-4660-b17c-82fdb2003fd5" providerId="AD" clId="Web-{9F16026F-3880-E516-03D2-347F7334BF36}" dt="2026-03-02T04:51:51.443" v="162" actId="1076"/>
          <ac:picMkLst>
            <pc:docMk/>
            <pc:sldMk cId="3546692421" sldId="980"/>
            <ac:picMk id="39" creationId="{1B46F7BB-47CE-BF2B-E0A5-A29B9B35A759}"/>
          </ac:picMkLst>
        </pc:picChg>
        <pc:cxnChg chg="add mod">
          <ac:chgData name="主査　福島 直人" userId="S::naoto_2_fukushima@ccken.onmicrosoft.com::8f548a50-3d4a-4660-b17c-82fdb2003fd5" providerId="AD" clId="Web-{9F16026F-3880-E516-03D2-347F7334BF36}" dt="2026-03-02T04:55:42.706" v="205" actId="1076"/>
          <ac:cxnSpMkLst>
            <pc:docMk/>
            <pc:sldMk cId="3546692421" sldId="980"/>
            <ac:cxnSpMk id="4" creationId="{88B88BFA-5799-B2A4-C75F-D402A7F3E2F1}"/>
          </ac:cxnSpMkLst>
        </pc:cxnChg>
        <pc:cxnChg chg="add mod">
          <ac:chgData name="主査　福島 直人" userId="S::naoto_2_fukushima@ccken.onmicrosoft.com::8f548a50-3d4a-4660-b17c-82fdb2003fd5" providerId="AD" clId="Web-{9F16026F-3880-E516-03D2-347F7334BF36}" dt="2026-03-02T04:55:42.737" v="206" actId="1076"/>
          <ac:cxnSpMkLst>
            <pc:docMk/>
            <pc:sldMk cId="3546692421" sldId="980"/>
            <ac:cxnSpMk id="8" creationId="{1AF70BE3-3D6C-831F-3F04-B572A587D6ED}"/>
          </ac:cxnSpMkLst>
        </pc:cxnChg>
        <pc:cxnChg chg="add mod">
          <ac:chgData name="主査　福島 直人" userId="S::naoto_2_fukushima@ccken.onmicrosoft.com::8f548a50-3d4a-4660-b17c-82fdb2003fd5" providerId="AD" clId="Web-{9F16026F-3880-E516-03D2-347F7334BF36}" dt="2026-03-02T04:55:42.753" v="207" actId="1076"/>
          <ac:cxnSpMkLst>
            <pc:docMk/>
            <pc:sldMk cId="3546692421" sldId="980"/>
            <ac:cxnSpMk id="9" creationId="{6D1D8F7B-4F8C-985B-25DD-24BD802FF4F1}"/>
          </ac:cxnSpMkLst>
        </pc:cxnChg>
      </pc:sldChg>
      <pc:sldChg chg="modSp">
        <pc:chgData name="主査　福島 直人" userId="S::naoto_2_fukushima@ccken.onmicrosoft.com::8f548a50-3d4a-4660-b17c-82fdb2003fd5" providerId="AD" clId="Web-{9F16026F-3880-E516-03D2-347F7334BF36}" dt="2026-03-02T04:58:38.980" v="218" actId="20577"/>
        <pc:sldMkLst>
          <pc:docMk/>
          <pc:sldMk cId="2912982522" sldId="983"/>
        </pc:sldMkLst>
        <pc:spChg chg="mod">
          <ac:chgData name="主査　福島 直人" userId="S::naoto_2_fukushima@ccken.onmicrosoft.com::8f548a50-3d4a-4660-b17c-82fdb2003fd5" providerId="AD" clId="Web-{9F16026F-3880-E516-03D2-347F7334BF36}" dt="2026-03-02T04:58:38.980" v="218" actId="20577"/>
          <ac:spMkLst>
            <pc:docMk/>
            <pc:sldMk cId="2912982522" sldId="983"/>
            <ac:spMk id="1032" creationId="{428DD5BD-C273-5AFF-394B-F268E0F1CCB5}"/>
          </ac:spMkLst>
        </pc:spChg>
      </pc:sldChg>
      <pc:sldChg chg="modSp modCm">
        <pc:chgData name="主査　福島 直人" userId="S::naoto_2_fukushima@ccken.onmicrosoft.com::8f548a50-3d4a-4660-b17c-82fdb2003fd5" providerId="AD" clId="Web-{9F16026F-3880-E516-03D2-347F7334BF36}" dt="2026-03-02T04:36:01.333" v="41" actId="20577"/>
        <pc:sldMkLst>
          <pc:docMk/>
          <pc:sldMk cId="426927151" sldId="994"/>
        </pc:sldMkLst>
        <pc:spChg chg="mod">
          <ac:chgData name="主査　福島 直人" userId="S::naoto_2_fukushima@ccken.onmicrosoft.com::8f548a50-3d4a-4660-b17c-82fdb2003fd5" providerId="AD" clId="Web-{9F16026F-3880-E516-03D2-347F7334BF36}" dt="2026-03-02T04:28:42.265" v="2" actId="20577"/>
          <ac:spMkLst>
            <pc:docMk/>
            <pc:sldMk cId="426927151" sldId="994"/>
            <ac:spMk id="7" creationId="{6E64AC3F-3438-DD13-A95F-325BD896BF3E}"/>
          </ac:spMkLst>
        </pc:spChg>
        <pc:spChg chg="mod">
          <ac:chgData name="主査　福島 直人" userId="S::naoto_2_fukushima@ccken.onmicrosoft.com::8f548a50-3d4a-4660-b17c-82fdb2003fd5" providerId="AD" clId="Web-{9F16026F-3880-E516-03D2-347F7334BF36}" dt="2026-03-02T04:28:51.781" v="3" actId="1076"/>
          <ac:spMkLst>
            <pc:docMk/>
            <pc:sldMk cId="426927151" sldId="994"/>
            <ac:spMk id="11" creationId="{3134F107-5509-FAAE-3328-BAEA7AC18C8B}"/>
          </ac:spMkLst>
        </pc:spChg>
        <pc:spChg chg="mod">
          <ac:chgData name="主査　福島 直人" userId="S::naoto_2_fukushima@ccken.onmicrosoft.com::8f548a50-3d4a-4660-b17c-82fdb2003fd5" providerId="AD" clId="Web-{9F16026F-3880-E516-03D2-347F7334BF36}" dt="2026-03-02T04:29:21.563" v="6" actId="1076"/>
          <ac:spMkLst>
            <pc:docMk/>
            <pc:sldMk cId="426927151" sldId="994"/>
            <ac:spMk id="15" creationId="{FCA9A3A2-8A79-ECD8-6406-6B145738BA2F}"/>
          </ac:spMkLst>
        </pc:spChg>
        <pc:spChg chg="mod">
          <ac:chgData name="主査　福島 直人" userId="S::naoto_2_fukushima@ccken.onmicrosoft.com::8f548a50-3d4a-4660-b17c-82fdb2003fd5" providerId="AD" clId="Web-{9F16026F-3880-E516-03D2-347F7334BF36}" dt="2026-03-02T04:29:12.359" v="5" actId="1076"/>
          <ac:spMkLst>
            <pc:docMk/>
            <pc:sldMk cId="426927151" sldId="994"/>
            <ac:spMk id="19" creationId="{535F66BF-CD1C-1489-9209-EC946BE93EB0}"/>
          </ac:spMkLst>
        </pc:spChg>
        <pc:spChg chg="mod">
          <ac:chgData name="主査　福島 直人" userId="S::naoto_2_fukushima@ccken.onmicrosoft.com::8f548a50-3d4a-4660-b17c-82fdb2003fd5" providerId="AD" clId="Web-{9F16026F-3880-E516-03D2-347F7334BF36}" dt="2026-03-02T04:36:01.333" v="41" actId="20577"/>
          <ac:spMkLst>
            <pc:docMk/>
            <pc:sldMk cId="426927151" sldId="994"/>
            <ac:spMk id="22" creationId="{9B66A0FA-980B-E050-52E1-0C11A3F6E54B}"/>
          </ac:spMkLst>
        </pc:spChg>
        <pc:spChg chg="mod">
          <ac:chgData name="主査　福島 直人" userId="S::naoto_2_fukushima@ccken.onmicrosoft.com::8f548a50-3d4a-4660-b17c-82fdb2003fd5" providerId="AD" clId="Web-{9F16026F-3880-E516-03D2-347F7334BF36}" dt="2026-03-02T04:32:32.612" v="23" actId="20577"/>
          <ac:spMkLst>
            <pc:docMk/>
            <pc:sldMk cId="426927151" sldId="994"/>
            <ac:spMk id="23" creationId="{11B526AC-9C4F-C28E-6AF5-4903CE9E3071}"/>
          </ac:spMkLst>
        </pc:spChg>
        <pc:spChg chg="mod">
          <ac:chgData name="主査　福島 直人" userId="S::naoto_2_fukushima@ccken.onmicrosoft.com::8f548a50-3d4a-4660-b17c-82fdb2003fd5" providerId="AD" clId="Web-{9F16026F-3880-E516-03D2-347F7334BF36}" dt="2026-03-02T04:30:48.908" v="12" actId="20577"/>
          <ac:spMkLst>
            <pc:docMk/>
            <pc:sldMk cId="426927151" sldId="994"/>
            <ac:spMk id="44" creationId="{65BAB673-727C-32F2-9548-AFD4ECAA9128}"/>
          </ac:spMkLst>
        </pc:spChg>
        <pc:spChg chg="mod">
          <ac:chgData name="主査　福島 直人" userId="S::naoto_2_fukushima@ccken.onmicrosoft.com::8f548a50-3d4a-4660-b17c-82fdb2003fd5" providerId="AD" clId="Web-{9F16026F-3880-E516-03D2-347F7334BF36}" dt="2026-03-02T04:33:15.628" v="28" actId="20577"/>
          <ac:spMkLst>
            <pc:docMk/>
            <pc:sldMk cId="426927151" sldId="994"/>
            <ac:spMk id="61" creationId="{A75AD835-0083-F39C-C0DF-55554504F3E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主査　福島 直人" userId="S::naoto_2_fukushima@ccken.onmicrosoft.com::8f548a50-3d4a-4660-b17c-82fdb2003fd5" providerId="AD" clId="Web-{9F16026F-3880-E516-03D2-347F7334BF36}" dt="2026-03-02T04:32:32.612" v="23" actId="20577"/>
              <pc2:cmMkLst xmlns:pc2="http://schemas.microsoft.com/office/powerpoint/2019/9/main/command">
                <pc:docMk/>
                <pc:sldMk cId="426927151" sldId="994"/>
                <pc2:cmMk id="{68E54AA7-8C3C-42DF-8B19-A98391AFC944}"/>
              </pc2:cmMkLst>
            </pc226:cmChg>
          </p:ext>
        </pc:extLst>
      </pc:sldChg>
      <pc:sldChg chg="modSp">
        <pc:chgData name="主査　福島 直人" userId="S::naoto_2_fukushima@ccken.onmicrosoft.com::8f548a50-3d4a-4660-b17c-82fdb2003fd5" providerId="AD" clId="Web-{9F16026F-3880-E516-03D2-347F7334BF36}" dt="2026-03-02T04:44:36.640" v="92" actId="20577"/>
        <pc:sldMkLst>
          <pc:docMk/>
          <pc:sldMk cId="1557085014" sldId="1005"/>
        </pc:sldMkLst>
        <pc:spChg chg="mod">
          <ac:chgData name="主査　福島 直人" userId="S::naoto_2_fukushima@ccken.onmicrosoft.com::8f548a50-3d4a-4660-b17c-82fdb2003fd5" providerId="AD" clId="Web-{9F16026F-3880-E516-03D2-347F7334BF36}" dt="2026-03-02T04:42:20.417" v="86" actId="20577"/>
          <ac:spMkLst>
            <pc:docMk/>
            <pc:sldMk cId="1557085014" sldId="1005"/>
            <ac:spMk id="8" creationId="{2E81E1DD-8697-48A5-D2F1-3CE5E364CF03}"/>
          </ac:spMkLst>
        </pc:spChg>
        <pc:spChg chg="mod">
          <ac:chgData name="主査　福島 直人" userId="S::naoto_2_fukushima@ccken.onmicrosoft.com::8f548a50-3d4a-4660-b17c-82fdb2003fd5" providerId="AD" clId="Web-{9F16026F-3880-E516-03D2-347F7334BF36}" dt="2026-03-02T04:44:36.640" v="92" actId="20577"/>
          <ac:spMkLst>
            <pc:docMk/>
            <pc:sldMk cId="1557085014" sldId="1005"/>
            <ac:spMk id="26" creationId="{B124331C-3A53-238D-959D-FB97D2880ECD}"/>
          </ac:spMkLst>
        </pc:spChg>
      </pc:sldChg>
      <pc:sldChg chg="modSp">
        <pc:chgData name="主査　福島 直人" userId="S::naoto_2_fukushima@ccken.onmicrosoft.com::8f548a50-3d4a-4660-b17c-82fdb2003fd5" providerId="AD" clId="Web-{9F16026F-3880-E516-03D2-347F7334BF36}" dt="2026-03-02T04:57:37.993" v="217" actId="20577"/>
        <pc:sldMkLst>
          <pc:docMk/>
          <pc:sldMk cId="433359686" sldId="1008"/>
        </pc:sldMkLst>
        <pc:spChg chg="mod">
          <ac:chgData name="主査　福島 直人" userId="S::naoto_2_fukushima@ccken.onmicrosoft.com::8f548a50-3d4a-4660-b17c-82fdb2003fd5" providerId="AD" clId="Web-{9F16026F-3880-E516-03D2-347F7334BF36}" dt="2026-03-02T04:57:37.993" v="217" actId="20577"/>
          <ac:spMkLst>
            <pc:docMk/>
            <pc:sldMk cId="433359686" sldId="1008"/>
            <ac:spMk id="102" creationId="{0DB7154A-9423-8777-3CA7-F333C5E91EFC}"/>
          </ac:spMkLst>
        </pc:spChg>
        <pc:spChg chg="mod">
          <ac:chgData name="主査　福島 直人" userId="S::naoto_2_fukushima@ccken.onmicrosoft.com::8f548a50-3d4a-4660-b17c-82fdb2003fd5" providerId="AD" clId="Web-{9F16026F-3880-E516-03D2-347F7334BF36}" dt="2026-03-02T04:57:23.492" v="212" actId="20577"/>
          <ac:spMkLst>
            <pc:docMk/>
            <pc:sldMk cId="433359686" sldId="1008"/>
            <ac:spMk id="104" creationId="{F40619A9-38FB-E22D-EC35-0EB32F5F3498}"/>
          </ac:spMkLst>
        </pc:spChg>
        <pc:spChg chg="mod">
          <ac:chgData name="主査　福島 直人" userId="S::naoto_2_fukushima@ccken.onmicrosoft.com::8f548a50-3d4a-4660-b17c-82fdb2003fd5" providerId="AD" clId="Web-{9F16026F-3880-E516-03D2-347F7334BF36}" dt="2026-03-02T04:57:26.789" v="213" actId="20577"/>
          <ac:spMkLst>
            <pc:docMk/>
            <pc:sldMk cId="433359686" sldId="1008"/>
            <ac:spMk id="105" creationId="{1AB37318-3A4C-94C8-97D7-A9B2D0C55589}"/>
          </ac:spMkLst>
        </pc:spChg>
      </pc:sldChg>
      <pc:sldChg chg="addSp modSp">
        <pc:chgData name="主査　福島 直人" userId="S::naoto_2_fukushima@ccken.onmicrosoft.com::8f548a50-3d4a-4660-b17c-82fdb2003fd5" providerId="AD" clId="Web-{9F16026F-3880-E516-03D2-347F7334BF36}" dt="2026-03-02T05:03:32.300" v="229" actId="14100"/>
        <pc:sldMkLst>
          <pc:docMk/>
          <pc:sldMk cId="3141537626" sldId="1012"/>
        </pc:sldMkLst>
        <pc:spChg chg="add mod">
          <ac:chgData name="主査　福島 直人" userId="S::naoto_2_fukushima@ccken.onmicrosoft.com::8f548a50-3d4a-4660-b17c-82fdb2003fd5" providerId="AD" clId="Web-{9F16026F-3880-E516-03D2-347F7334BF36}" dt="2026-03-02T05:03:32.300" v="229" actId="14100"/>
          <ac:spMkLst>
            <pc:docMk/>
            <pc:sldMk cId="3141537626" sldId="1012"/>
            <ac:spMk id="4" creationId="{A55EE8E6-A0F1-94E7-6613-C9140D81E01A}"/>
          </ac:spMkLst>
        </pc:spChg>
      </pc:sldChg>
    </pc:docChg>
  </pc:docChgLst>
  <pc:docChgLst>
    <pc:chgData name="三菱UFJ信託銀行　網野 智仁" userId="S::tomohito_amino@ccken.onmicrosoft.com::f8474316-ab6c-4136-bc0a-a68b4c48cb80" providerId="AD" clId="Web-{FC4652C9-DF94-319A-9FED-D2F0469613B9}"/>
    <pc:docChg chg="delSld modSld sldOrd modSection">
      <pc:chgData name="三菱UFJ信託銀行　網野 智仁" userId="S::tomohito_amino@ccken.onmicrosoft.com::f8474316-ab6c-4136-bc0a-a68b4c48cb80" providerId="AD" clId="Web-{FC4652C9-DF94-319A-9FED-D2F0469613B9}" dt="2026-02-24T14:48:27.153" v="527" actId="20577"/>
      <pc:docMkLst>
        <pc:docMk/>
      </pc:docMkLst>
      <pc:sldChg chg="modSp ord modCm">
        <pc:chgData name="三菱UFJ信託銀行　網野 智仁" userId="S::tomohito_amino@ccken.onmicrosoft.com::f8474316-ab6c-4136-bc0a-a68b4c48cb80" providerId="AD" clId="Web-{FC4652C9-DF94-319A-9FED-D2F0469613B9}" dt="2026-02-24T14:41:53.722" v="473"/>
        <pc:sldMkLst>
          <pc:docMk/>
          <pc:sldMk cId="2585609864" sldId="805"/>
        </pc:sldMkLst>
        <pc:spChg chg="mod">
          <ac:chgData name="三菱UFJ信託銀行　網野 智仁" userId="S::tomohito_amino@ccken.onmicrosoft.com::f8474316-ab6c-4136-bc0a-a68b4c48cb80" providerId="AD" clId="Web-{FC4652C9-DF94-319A-9FED-D2F0469613B9}" dt="2026-02-24T14:41:44.455" v="472" actId="20577"/>
          <ac:spMkLst>
            <pc:docMk/>
            <pc:sldMk cId="2585609864" sldId="805"/>
            <ac:spMk id="6" creationId="{793CFA41-6EDE-8D1C-DF80-F2C497DE9D26}"/>
          </ac:spMkLst>
        </pc:spChg>
        <pc:spChg chg="mod">
          <ac:chgData name="三菱UFJ信託銀行　網野 智仁" userId="S::tomohito_amino@ccken.onmicrosoft.com::f8474316-ab6c-4136-bc0a-a68b4c48cb80" providerId="AD" clId="Web-{FC4652C9-DF94-319A-9FED-D2F0469613B9}" dt="2026-02-24T14:40:03.906" v="414" actId="1076"/>
          <ac:spMkLst>
            <pc:docMk/>
            <pc:sldMk cId="2585609864" sldId="805"/>
            <ac:spMk id="10" creationId="{78CEB9CE-D0D7-ACFE-41FF-E20E3537245E}"/>
          </ac:spMkLst>
        </pc:spChg>
        <pc:spChg chg="mod">
          <ac:chgData name="三菱UFJ信託銀行　網野 智仁" userId="S::tomohito_amino@ccken.onmicrosoft.com::f8474316-ab6c-4136-bc0a-a68b4c48cb80" providerId="AD" clId="Web-{FC4652C9-DF94-319A-9FED-D2F0469613B9}" dt="2026-02-24T14:40:06.140" v="415" actId="14100"/>
          <ac:spMkLst>
            <pc:docMk/>
            <pc:sldMk cId="2585609864" sldId="805"/>
            <ac:spMk id="14" creationId="{37369E3C-828C-A23F-67FC-975BC85BA31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三菱UFJ信託銀行　網野 智仁" userId="S::tomohito_amino@ccken.onmicrosoft.com::f8474316-ab6c-4136-bc0a-a68b4c48cb80" providerId="AD" clId="Web-{FC4652C9-DF94-319A-9FED-D2F0469613B9}" dt="2026-02-24T14:39:48.890" v="410" actId="20577"/>
              <pc2:cmMkLst xmlns:pc2="http://schemas.microsoft.com/office/powerpoint/2019/9/main/command">
                <pc:docMk/>
                <pc:sldMk cId="2585609864" sldId="805"/>
                <pc2:cmMk id="{E8C4E97F-E4E5-48FB-9525-9089D724DF4D}"/>
              </pc2:cmMkLst>
            </pc226:cmChg>
          </p:ext>
        </pc:extLst>
      </pc:sldChg>
      <pc:sldChg chg="modSp modCm">
        <pc:chgData name="三菱UFJ信託銀行　網野 智仁" userId="S::tomohito_amino@ccken.onmicrosoft.com::f8474316-ab6c-4136-bc0a-a68b4c48cb80" providerId="AD" clId="Web-{FC4652C9-DF94-319A-9FED-D2F0469613B9}" dt="2026-02-24T14:42:12.896" v="475" actId="20577"/>
        <pc:sldMkLst>
          <pc:docMk/>
          <pc:sldMk cId="3211560190" sldId="974"/>
        </pc:sldMkLst>
        <pc:spChg chg="mod">
          <ac:chgData name="三菱UFJ信託銀行　網野 智仁" userId="S::tomohito_amino@ccken.onmicrosoft.com::f8474316-ab6c-4136-bc0a-a68b4c48cb80" providerId="AD" clId="Web-{FC4652C9-DF94-319A-9FED-D2F0469613B9}" dt="2026-02-24T13:58:58.216" v="96" actId="1076"/>
          <ac:spMkLst>
            <pc:docMk/>
            <pc:sldMk cId="3211560190" sldId="974"/>
            <ac:spMk id="7" creationId="{0C82E680-3C5D-35C0-5439-5FE7073440C4}"/>
          </ac:spMkLst>
        </pc:spChg>
        <pc:spChg chg="mod">
          <ac:chgData name="三菱UFJ信託銀行　網野 智仁" userId="S::tomohito_amino@ccken.onmicrosoft.com::f8474316-ab6c-4136-bc0a-a68b4c48cb80" providerId="AD" clId="Web-{FC4652C9-DF94-319A-9FED-D2F0469613B9}" dt="2026-02-24T13:58:58.231" v="97" actId="1076"/>
          <ac:spMkLst>
            <pc:docMk/>
            <pc:sldMk cId="3211560190" sldId="974"/>
            <ac:spMk id="14" creationId="{925E0A39-2B0E-4E9A-7CAB-9328A3044E3B}"/>
          </ac:spMkLst>
        </pc:spChg>
        <pc:spChg chg="mod">
          <ac:chgData name="三菱UFJ信託銀行　網野 智仁" userId="S::tomohito_amino@ccken.onmicrosoft.com::f8474316-ab6c-4136-bc0a-a68b4c48cb80" providerId="AD" clId="Web-{FC4652C9-DF94-319A-9FED-D2F0469613B9}" dt="2026-02-24T13:58:58.262" v="98" actId="1076"/>
          <ac:spMkLst>
            <pc:docMk/>
            <pc:sldMk cId="3211560190" sldId="974"/>
            <ac:spMk id="17" creationId="{8955A136-4E77-2972-7090-E007067276E6}"/>
          </ac:spMkLst>
        </pc:spChg>
        <pc:spChg chg="mod">
          <ac:chgData name="三菱UFJ信託銀行　網野 智仁" userId="S::tomohito_amino@ccken.onmicrosoft.com::f8474316-ab6c-4136-bc0a-a68b4c48cb80" providerId="AD" clId="Web-{FC4652C9-DF94-319A-9FED-D2F0469613B9}" dt="2026-02-24T14:26:24.733" v="220" actId="20577"/>
          <ac:spMkLst>
            <pc:docMk/>
            <pc:sldMk cId="3211560190" sldId="974"/>
            <ac:spMk id="21" creationId="{4BAA5754-32CF-2E17-52F8-9CF1A83E2217}"/>
          </ac:spMkLst>
        </pc:spChg>
        <pc:spChg chg="mod">
          <ac:chgData name="三菱UFJ信託銀行　網野 智仁" userId="S::tomohito_amino@ccken.onmicrosoft.com::f8474316-ab6c-4136-bc0a-a68b4c48cb80" providerId="AD" clId="Web-{FC4652C9-DF94-319A-9FED-D2F0469613B9}" dt="2026-02-24T13:58:58.309" v="100" actId="1076"/>
          <ac:spMkLst>
            <pc:docMk/>
            <pc:sldMk cId="3211560190" sldId="974"/>
            <ac:spMk id="22" creationId="{3F5FC8B2-4B37-3B03-3897-1F85982BBB4D}"/>
          </ac:spMkLst>
        </pc:spChg>
        <pc:spChg chg="mod">
          <ac:chgData name="三菱UFJ信託銀行　網野 智仁" userId="S::tomohito_amino@ccken.onmicrosoft.com::f8474316-ab6c-4136-bc0a-a68b4c48cb80" providerId="AD" clId="Web-{FC4652C9-DF94-319A-9FED-D2F0469613B9}" dt="2026-02-24T14:42:12.896" v="475" actId="20577"/>
          <ac:spMkLst>
            <pc:docMk/>
            <pc:sldMk cId="3211560190" sldId="974"/>
            <ac:spMk id="26" creationId="{37BDFC22-17F5-C34B-13D9-790848410026}"/>
          </ac:spMkLst>
        </pc:spChg>
        <pc:spChg chg="mod">
          <ac:chgData name="三菱UFJ信託銀行　網野 智仁" userId="S::tomohito_amino@ccken.onmicrosoft.com::f8474316-ab6c-4136-bc0a-a68b4c48cb80" providerId="AD" clId="Web-{FC4652C9-DF94-319A-9FED-D2F0469613B9}" dt="2026-02-24T13:58:58.325" v="101" actId="1076"/>
          <ac:spMkLst>
            <pc:docMk/>
            <pc:sldMk cId="3211560190" sldId="974"/>
            <ac:spMk id="27" creationId="{AE7AFC06-5781-38D8-B009-470689CBC624}"/>
          </ac:spMkLst>
        </pc:spChg>
        <pc:spChg chg="mod">
          <ac:chgData name="三菱UFJ信託銀行　網野 智仁" userId="S::tomohito_amino@ccken.onmicrosoft.com::f8474316-ab6c-4136-bc0a-a68b4c48cb80" providerId="AD" clId="Web-{FC4652C9-DF94-319A-9FED-D2F0469613B9}" dt="2026-02-24T14:26:52.235" v="228" actId="20577"/>
          <ac:spMkLst>
            <pc:docMk/>
            <pc:sldMk cId="3211560190" sldId="974"/>
            <ac:spMk id="33" creationId="{2A57F66B-81EC-7721-AADD-E559D4031237}"/>
          </ac:spMkLst>
        </pc:spChg>
        <pc:spChg chg="mod">
          <ac:chgData name="三菱UFJ信託銀行　網野 智仁" userId="S::tomohito_amino@ccken.onmicrosoft.com::f8474316-ab6c-4136-bc0a-a68b4c48cb80" providerId="AD" clId="Web-{FC4652C9-DF94-319A-9FED-D2F0469613B9}" dt="2026-02-24T13:58:58.341" v="102" actId="1076"/>
          <ac:spMkLst>
            <pc:docMk/>
            <pc:sldMk cId="3211560190" sldId="974"/>
            <ac:spMk id="34" creationId="{D5C1638D-3515-193E-5815-60845DC06557}"/>
          </ac:spMkLst>
        </pc:spChg>
        <pc:spChg chg="mod">
          <ac:chgData name="三菱UFJ信託銀行　網野 智仁" userId="S::tomohito_amino@ccken.onmicrosoft.com::f8474316-ab6c-4136-bc0a-a68b4c48cb80" providerId="AD" clId="Web-{FC4652C9-DF94-319A-9FED-D2F0469613B9}" dt="2026-02-24T13:58:58.372" v="103" actId="1076"/>
          <ac:spMkLst>
            <pc:docMk/>
            <pc:sldMk cId="3211560190" sldId="974"/>
            <ac:spMk id="35" creationId="{F0353F11-5C00-B855-02F0-A680239985F3}"/>
          </ac:spMkLst>
        </pc:spChg>
        <pc:spChg chg="mod">
          <ac:chgData name="三菱UFJ信託銀行　網野 智仁" userId="S::tomohito_amino@ccken.onmicrosoft.com::f8474316-ab6c-4136-bc0a-a68b4c48cb80" providerId="AD" clId="Web-{FC4652C9-DF94-319A-9FED-D2F0469613B9}" dt="2026-02-24T13:58:58.387" v="104" actId="1076"/>
          <ac:spMkLst>
            <pc:docMk/>
            <pc:sldMk cId="3211560190" sldId="974"/>
            <ac:spMk id="36" creationId="{24E300A5-2393-2C6B-48B5-3FFC1252FDD1}"/>
          </ac:spMkLst>
        </pc:spChg>
        <pc:picChg chg="mod">
          <ac:chgData name="三菱UFJ信託銀行　網野 智仁" userId="S::tomohito_amino@ccken.onmicrosoft.com::f8474316-ab6c-4136-bc0a-a68b4c48cb80" providerId="AD" clId="Web-{FC4652C9-DF94-319A-9FED-D2F0469613B9}" dt="2026-02-24T13:58:58.200" v="95" actId="1076"/>
          <ac:picMkLst>
            <pc:docMk/>
            <pc:sldMk cId="3211560190" sldId="974"/>
            <ac:picMk id="6" creationId="{99ECFF17-9F98-B12B-2715-1A0E42B340FB}"/>
          </ac:picMkLst>
        </pc:picChg>
        <pc:picChg chg="mod">
          <ac:chgData name="三菱UFJ信託銀行　網野 智仁" userId="S::tomohito_amino@ccken.onmicrosoft.com::f8474316-ab6c-4136-bc0a-a68b4c48cb80" providerId="AD" clId="Web-{FC4652C9-DF94-319A-9FED-D2F0469613B9}" dt="2026-02-24T13:58:58.403" v="105" actId="1076"/>
          <ac:picMkLst>
            <pc:docMk/>
            <pc:sldMk cId="3211560190" sldId="974"/>
            <ac:picMk id="38" creationId="{1F592E7A-FCDF-5C0A-B7A7-1F04376CAC4B}"/>
          </ac:picMkLst>
        </pc:picChg>
        <pc:picChg chg="mod">
          <ac:chgData name="三菱UFJ信託銀行　網野 智仁" userId="S::tomohito_amino@ccken.onmicrosoft.com::f8474316-ab6c-4136-bc0a-a68b4c48cb80" providerId="AD" clId="Web-{FC4652C9-DF94-319A-9FED-D2F0469613B9}" dt="2026-02-24T13:58:58.434" v="106" actId="1076"/>
          <ac:picMkLst>
            <pc:docMk/>
            <pc:sldMk cId="3211560190" sldId="974"/>
            <ac:picMk id="40" creationId="{C9828109-9EB9-6A4A-8C80-A7A9A5E15BE7}"/>
          </ac:picMkLst>
        </pc:picChg>
        <pc:picChg chg="mod">
          <ac:chgData name="三菱UFJ信託銀行　網野 智仁" userId="S::tomohito_amino@ccken.onmicrosoft.com::f8474316-ab6c-4136-bc0a-a68b4c48cb80" providerId="AD" clId="Web-{FC4652C9-DF94-319A-9FED-D2F0469613B9}" dt="2026-02-24T13:58:58.450" v="107" actId="1076"/>
          <ac:picMkLst>
            <pc:docMk/>
            <pc:sldMk cId="3211560190" sldId="974"/>
            <ac:picMk id="42" creationId="{E2AB616B-F934-0CD1-EFF8-1766C8C2CD07}"/>
          </ac:picMkLst>
        </pc:picChg>
        <pc:cxnChg chg="mod">
          <ac:chgData name="三菱UFJ信託銀行　網野 智仁" userId="S::tomohito_amino@ccken.onmicrosoft.com::f8474316-ab6c-4136-bc0a-a68b4c48cb80" providerId="AD" clId="Web-{FC4652C9-DF94-319A-9FED-D2F0469613B9}" dt="2026-02-24T13:59:05.794" v="108" actId="1076"/>
          <ac:cxnSpMkLst>
            <pc:docMk/>
            <pc:sldMk cId="3211560190" sldId="974"/>
            <ac:cxnSpMk id="11" creationId="{2210F67F-E188-2102-881F-A09FC89CD4DB}"/>
          </ac:cxnSpMkLst>
        </pc:cxnChg>
        <pc:cxnChg chg="mod">
          <ac:chgData name="三菱UFJ信託銀行　網野 智仁" userId="S::tomohito_amino@ccken.onmicrosoft.com::f8474316-ab6c-4136-bc0a-a68b4c48cb80" providerId="AD" clId="Web-{FC4652C9-DF94-319A-9FED-D2F0469613B9}" dt="2026-02-24T13:59:19.279" v="109" actId="1076"/>
          <ac:cxnSpMkLst>
            <pc:docMk/>
            <pc:sldMk cId="3211560190" sldId="974"/>
            <ac:cxnSpMk id="23" creationId="{001D8499-9E22-D175-C307-4811D7946DA7}"/>
          </ac:cxnSpMkLst>
        </pc:cxnChg>
        <pc:cxnChg chg="mod">
          <ac:chgData name="三菱UFJ信託銀行　網野 智仁" userId="S::tomohito_amino@ccken.onmicrosoft.com::f8474316-ab6c-4136-bc0a-a68b4c48cb80" providerId="AD" clId="Web-{FC4652C9-DF94-319A-9FED-D2F0469613B9}" dt="2026-02-24T13:59:23.326" v="110" actId="1076"/>
          <ac:cxnSpMkLst>
            <pc:docMk/>
            <pc:sldMk cId="3211560190" sldId="974"/>
            <ac:cxnSpMk id="31" creationId="{02934071-B21E-ACF4-8945-AC27F3EC699E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三菱UFJ信託銀行　網野 智仁" userId="S::tomohito_amino@ccken.onmicrosoft.com::f8474316-ab6c-4136-bc0a-a68b4c48cb80" providerId="AD" clId="Web-{FC4652C9-DF94-319A-9FED-D2F0469613B9}" dt="2026-02-24T14:42:12.896" v="475" actId="20577"/>
              <pc2:cmMkLst xmlns:pc2="http://schemas.microsoft.com/office/powerpoint/2019/9/main/command">
                <pc:docMk/>
                <pc:sldMk cId="3211560190" sldId="974"/>
                <pc2:cmMk id="{A185451F-9A32-4C1E-AFCD-4A613D0E05EB}"/>
              </pc2:cmMkLst>
            </pc226:cmChg>
            <pc226:cmChg xmlns:pc226="http://schemas.microsoft.com/office/powerpoint/2022/06/main/command" chg="mod">
              <pc226:chgData name="三菱UFJ信託銀行　網野 智仁" userId="S::tomohito_amino@ccken.onmicrosoft.com::f8474316-ab6c-4136-bc0a-a68b4c48cb80" providerId="AD" clId="Web-{FC4652C9-DF94-319A-9FED-D2F0469613B9}" dt="2026-02-24T14:42:12.896" v="475" actId="20577"/>
              <pc2:cmMkLst xmlns:pc2="http://schemas.microsoft.com/office/powerpoint/2019/9/main/command">
                <pc:docMk/>
                <pc:sldMk cId="3211560190" sldId="974"/>
                <pc2:cmMk id="{E25B2D68-FBC4-442B-A1A5-8AA2661529F2}"/>
              </pc2:cmMkLst>
            </pc226:cmChg>
          </p:ext>
        </pc:extLst>
      </pc:sldChg>
    </pc:docChg>
  </pc:docChgLst>
  <pc:docChgLst>
    <pc:chgData name="主査　福島 直人" userId="S::naoto_2_fukushima@ccken.onmicrosoft.com::8f548a50-3d4a-4660-b17c-82fdb2003fd5" providerId="AD" clId="Web-{8A034A64-8E00-1713-B4CE-D7E002794F51}"/>
    <pc:docChg chg="modSld">
      <pc:chgData name="主査　福島 直人" userId="S::naoto_2_fukushima@ccken.onmicrosoft.com::8f548a50-3d4a-4660-b17c-82fdb2003fd5" providerId="AD" clId="Web-{8A034A64-8E00-1713-B4CE-D7E002794F51}" dt="2026-02-26T16:00:25.500" v="4" actId="20577"/>
      <pc:docMkLst>
        <pc:docMk/>
      </pc:docMkLst>
      <pc:sldChg chg="modSp">
        <pc:chgData name="主査　福島 直人" userId="S::naoto_2_fukushima@ccken.onmicrosoft.com::8f548a50-3d4a-4660-b17c-82fdb2003fd5" providerId="AD" clId="Web-{8A034A64-8E00-1713-B4CE-D7E002794F51}" dt="2026-02-26T15:57:50.667" v="0" actId="20577"/>
        <pc:sldMkLst>
          <pc:docMk/>
          <pc:sldMk cId="995557494" sldId="986"/>
        </pc:sldMkLst>
        <pc:spChg chg="mod">
          <ac:chgData name="主査　福島 直人" userId="S::naoto_2_fukushima@ccken.onmicrosoft.com::8f548a50-3d4a-4660-b17c-82fdb2003fd5" providerId="AD" clId="Web-{8A034A64-8E00-1713-B4CE-D7E002794F51}" dt="2026-02-26T15:57:50.667" v="0" actId="20577"/>
          <ac:spMkLst>
            <pc:docMk/>
            <pc:sldMk cId="995557494" sldId="986"/>
            <ac:spMk id="24" creationId="{C32220FF-DC4C-4A1F-314F-8E1621E9D7E5}"/>
          </ac:spMkLst>
        </pc:spChg>
      </pc:sldChg>
      <pc:sldChg chg="modSp">
        <pc:chgData name="主査　福島 直人" userId="S::naoto_2_fukushima@ccken.onmicrosoft.com::8f548a50-3d4a-4660-b17c-82fdb2003fd5" providerId="AD" clId="Web-{8A034A64-8E00-1713-B4CE-D7E002794F51}" dt="2026-02-26T16:00:25.500" v="4" actId="20577"/>
        <pc:sldMkLst>
          <pc:docMk/>
          <pc:sldMk cId="3851575879" sldId="988"/>
        </pc:sldMkLst>
        <pc:spChg chg="mod">
          <ac:chgData name="主査　福島 直人" userId="S::naoto_2_fukushima@ccken.onmicrosoft.com::8f548a50-3d4a-4660-b17c-82fdb2003fd5" providerId="AD" clId="Web-{8A034A64-8E00-1713-B4CE-D7E002794F51}" dt="2026-02-26T16:00:25.500" v="4" actId="20577"/>
          <ac:spMkLst>
            <pc:docMk/>
            <pc:sldMk cId="3851575879" sldId="988"/>
            <ac:spMk id="13" creationId="{9CBAB614-E0AE-3EE6-9488-F8D0A72191F5}"/>
          </ac:spMkLst>
        </pc:spChg>
      </pc:sldChg>
    </pc:docChg>
  </pc:docChgLst>
  <pc:docChgLst>
    <pc:chgData name="明治安田　安竹 彦馬" userId="S::hi1-yasutake@ccken.onmicrosoft.com::b6d1875c-1a39-4cd4-bf6a-129ebd26d26e" providerId="AD" clId="Web-{F2B069B0-52C2-47A6-AF14-7C7DC5936DE2}"/>
    <pc:docChg chg="modSld">
      <pc:chgData name="明治安田　安竹 彦馬" userId="S::hi1-yasutake@ccken.onmicrosoft.com::b6d1875c-1a39-4cd4-bf6a-129ebd26d26e" providerId="AD" clId="Web-{F2B069B0-52C2-47A6-AF14-7C7DC5936DE2}" dt="2026-02-18T04:45:26.829" v="61"/>
      <pc:docMkLst>
        <pc:docMk/>
      </pc:docMkLst>
      <pc:sldChg chg="modSp">
        <pc:chgData name="明治安田　安竹 彦馬" userId="S::hi1-yasutake@ccken.onmicrosoft.com::b6d1875c-1a39-4cd4-bf6a-129ebd26d26e" providerId="AD" clId="Web-{F2B069B0-52C2-47A6-AF14-7C7DC5936DE2}" dt="2026-02-18T04:45:26.829" v="61"/>
        <pc:sldMkLst>
          <pc:docMk/>
          <pc:sldMk cId="3014012821" sldId="953"/>
        </pc:sldMkLst>
        <pc:graphicFrameChg chg="mod modGraphic">
          <ac:chgData name="明治安田　安竹 彦馬" userId="S::hi1-yasutake@ccken.onmicrosoft.com::b6d1875c-1a39-4cd4-bf6a-129ebd26d26e" providerId="AD" clId="Web-{F2B069B0-52C2-47A6-AF14-7C7DC5936DE2}" dt="2026-02-18T04:45:26.829" v="61"/>
          <ac:graphicFrameMkLst>
            <pc:docMk/>
            <pc:sldMk cId="3014012821" sldId="953"/>
            <ac:graphicFrameMk id="4" creationId="{1C244B7C-8934-CD2B-1B19-2C15BA647848}"/>
          </ac:graphicFrameMkLst>
        </pc:graphicFrameChg>
      </pc:sldChg>
    </pc:docChg>
  </pc:docChgLst>
  <pc:docChgLst>
    <pc:chgData name="主査　福島 直人" userId="S::naoto_2_fukushima@ccken.onmicrosoft.com::8f548a50-3d4a-4660-b17c-82fdb2003fd5" providerId="AD" clId="Web-{C8B88E84-7E4E-F7B9-5A40-1AD5A82601E1}"/>
    <pc:docChg chg="modSld">
      <pc:chgData name="主査　福島 直人" userId="S::naoto_2_fukushima@ccken.onmicrosoft.com::8f548a50-3d4a-4660-b17c-82fdb2003fd5" providerId="AD" clId="Web-{C8B88E84-7E4E-F7B9-5A40-1AD5A82601E1}" dt="2026-03-04T01:48:13.820" v="0" actId="20577"/>
      <pc:docMkLst>
        <pc:docMk/>
      </pc:docMkLst>
      <pc:sldChg chg="modSp">
        <pc:chgData name="主査　福島 直人" userId="S::naoto_2_fukushima@ccken.onmicrosoft.com::8f548a50-3d4a-4660-b17c-82fdb2003fd5" providerId="AD" clId="Web-{C8B88E84-7E4E-F7B9-5A40-1AD5A82601E1}" dt="2026-03-04T01:48:13.820" v="0" actId="20577"/>
        <pc:sldMkLst>
          <pc:docMk/>
          <pc:sldMk cId="1984299581" sldId="957"/>
        </pc:sldMkLst>
        <pc:spChg chg="mod">
          <ac:chgData name="主査　福島 直人" userId="S::naoto_2_fukushima@ccken.onmicrosoft.com::8f548a50-3d4a-4660-b17c-82fdb2003fd5" providerId="AD" clId="Web-{C8B88E84-7E4E-F7B9-5A40-1AD5A82601E1}" dt="2026-03-04T01:48:13.820" v="0" actId="20577"/>
          <ac:spMkLst>
            <pc:docMk/>
            <pc:sldMk cId="1984299581" sldId="957"/>
            <ac:spMk id="5" creationId="{2491688E-BA8B-BC2D-B706-CD9B6F9D860D}"/>
          </ac:spMkLst>
        </pc:spChg>
      </pc:sldChg>
    </pc:docChg>
  </pc:docChgLst>
  <pc:docChgLst>
    <pc:chgData name="主査　福島 直人" userId="S::naoto_2_fukushima@ccken.onmicrosoft.com::8f548a50-3d4a-4660-b17c-82fdb2003fd5" providerId="AD" clId="Web-{2D0AE034-9E6A-AC22-208B-1CBF0A3BBB99}"/>
    <pc:docChg chg="modSld">
      <pc:chgData name="主査　福島 直人" userId="S::naoto_2_fukushima@ccken.onmicrosoft.com::8f548a50-3d4a-4660-b17c-82fdb2003fd5" providerId="AD" clId="Web-{2D0AE034-9E6A-AC22-208B-1CBF0A3BBB99}" dt="2026-03-02T02:25:59.626" v="56" actId="20577"/>
      <pc:docMkLst>
        <pc:docMk/>
      </pc:docMkLst>
      <pc:sldChg chg="modSp modCm">
        <pc:chgData name="主査　福島 直人" userId="S::naoto_2_fukushima@ccken.onmicrosoft.com::8f548a50-3d4a-4660-b17c-82fdb2003fd5" providerId="AD" clId="Web-{2D0AE034-9E6A-AC22-208B-1CBF0A3BBB99}" dt="2026-03-02T02:20:19.401" v="2" actId="20577"/>
        <pc:sldMkLst>
          <pc:docMk/>
          <pc:sldMk cId="2863164929" sldId="773"/>
        </pc:sldMkLst>
        <pc:spChg chg="mod">
          <ac:chgData name="主査　福島 直人" userId="S::naoto_2_fukushima@ccken.onmicrosoft.com::8f548a50-3d4a-4660-b17c-82fdb2003fd5" providerId="AD" clId="Web-{2D0AE034-9E6A-AC22-208B-1CBF0A3BBB99}" dt="2026-03-02T02:20:19.401" v="2" actId="20577"/>
          <ac:spMkLst>
            <pc:docMk/>
            <pc:sldMk cId="2863164929" sldId="773"/>
            <ac:spMk id="17" creationId="{67C8EBDA-33F2-D4C4-747B-0442AC70B7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主査　福島 直人" userId="S::naoto_2_fukushima@ccken.onmicrosoft.com::8f548a50-3d4a-4660-b17c-82fdb2003fd5" providerId="AD" clId="Web-{2D0AE034-9E6A-AC22-208B-1CBF0A3BBB99}" dt="2026-03-02T02:20:19.401" v="2" actId="20577"/>
              <pc2:cmMkLst xmlns:pc2="http://schemas.microsoft.com/office/powerpoint/2019/9/main/command">
                <pc:docMk/>
                <pc:sldMk cId="2863164929" sldId="773"/>
                <pc2:cmMk id="{6F4D3308-86C0-4B94-A913-4A0FCBA69984}"/>
              </pc2:cmMkLst>
            </pc226:cmChg>
          </p:ext>
        </pc:extLst>
      </pc:sldChg>
      <pc:sldChg chg="modSp">
        <pc:chgData name="主査　福島 直人" userId="S::naoto_2_fukushima@ccken.onmicrosoft.com::8f548a50-3d4a-4660-b17c-82fdb2003fd5" providerId="AD" clId="Web-{2D0AE034-9E6A-AC22-208B-1CBF0A3BBB99}" dt="2026-03-02T02:25:45.467" v="52" actId="20577"/>
        <pc:sldMkLst>
          <pc:docMk/>
          <pc:sldMk cId="3369189793" sldId="835"/>
        </pc:sldMkLst>
        <pc:spChg chg="mod">
          <ac:chgData name="主査　福島 直人" userId="S::naoto_2_fukushima@ccken.onmicrosoft.com::8f548a50-3d4a-4660-b17c-82fdb2003fd5" providerId="AD" clId="Web-{2D0AE034-9E6A-AC22-208B-1CBF0A3BBB99}" dt="2026-03-02T02:25:45.467" v="52" actId="20577"/>
          <ac:spMkLst>
            <pc:docMk/>
            <pc:sldMk cId="3369189793" sldId="835"/>
            <ac:spMk id="5" creationId="{36F364BE-D8F3-DE58-8CA3-F6ED7A18537A}"/>
          </ac:spMkLst>
        </pc:spChg>
      </pc:sldChg>
      <pc:sldChg chg="modSp modCm">
        <pc:chgData name="主査　福島 直人" userId="S::naoto_2_fukushima@ccken.onmicrosoft.com::8f548a50-3d4a-4660-b17c-82fdb2003fd5" providerId="AD" clId="Web-{2D0AE034-9E6A-AC22-208B-1CBF0A3BBB99}" dt="2026-03-02T02:24:56.170" v="42" actId="20577"/>
        <pc:sldMkLst>
          <pc:docMk/>
          <pc:sldMk cId="995557494" sldId="986"/>
        </pc:sldMkLst>
        <pc:spChg chg="mod">
          <ac:chgData name="主査　福島 直人" userId="S::naoto_2_fukushima@ccken.onmicrosoft.com::8f548a50-3d4a-4660-b17c-82fdb2003fd5" providerId="AD" clId="Web-{2D0AE034-9E6A-AC22-208B-1CBF0A3BBB99}" dt="2026-03-02T02:24:56.170" v="42" actId="20577"/>
          <ac:spMkLst>
            <pc:docMk/>
            <pc:sldMk cId="995557494" sldId="986"/>
            <ac:spMk id="24" creationId="{C32220FF-DC4C-4A1F-314F-8E1621E9D7E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主査　福島 直人" userId="S::naoto_2_fukushima@ccken.onmicrosoft.com::8f548a50-3d4a-4660-b17c-82fdb2003fd5" providerId="AD" clId="Web-{2D0AE034-9E6A-AC22-208B-1CBF0A3BBB99}" dt="2026-03-02T02:24:56.170" v="42" actId="20577"/>
              <pc2:cmMkLst xmlns:pc2="http://schemas.microsoft.com/office/powerpoint/2019/9/main/command">
                <pc:docMk/>
                <pc:sldMk cId="995557494" sldId="986"/>
                <pc2:cmMk id="{AED293B4-697C-49DE-A60F-1E969E14D40E}"/>
              </pc2:cmMkLst>
            </pc226:cmChg>
          </p:ext>
        </pc:extLst>
      </pc:sldChg>
      <pc:sldChg chg="modSp modCm">
        <pc:chgData name="主査　福島 直人" userId="S::naoto_2_fukushima@ccken.onmicrosoft.com::8f548a50-3d4a-4660-b17c-82fdb2003fd5" providerId="AD" clId="Web-{2D0AE034-9E6A-AC22-208B-1CBF0A3BBB99}" dt="2026-03-02T02:25:16.608" v="48" actId="20577"/>
        <pc:sldMkLst>
          <pc:docMk/>
          <pc:sldMk cId="3851575879" sldId="988"/>
        </pc:sldMkLst>
        <pc:spChg chg="mod">
          <ac:chgData name="主査　福島 直人" userId="S::naoto_2_fukushima@ccken.onmicrosoft.com::8f548a50-3d4a-4660-b17c-82fdb2003fd5" providerId="AD" clId="Web-{2D0AE034-9E6A-AC22-208B-1CBF0A3BBB99}" dt="2026-03-02T02:25:16.608" v="48" actId="20577"/>
          <ac:spMkLst>
            <pc:docMk/>
            <pc:sldMk cId="3851575879" sldId="988"/>
            <ac:spMk id="9" creationId="{81FD2B04-D004-3EBD-7AF2-372A54CC434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主査　福島 直人" userId="S::naoto_2_fukushima@ccken.onmicrosoft.com::8f548a50-3d4a-4660-b17c-82fdb2003fd5" providerId="AD" clId="Web-{2D0AE034-9E6A-AC22-208B-1CBF0A3BBB99}" dt="2026-03-02T02:25:16.608" v="48" actId="20577"/>
              <pc2:cmMkLst xmlns:pc2="http://schemas.microsoft.com/office/powerpoint/2019/9/main/command">
                <pc:docMk/>
                <pc:sldMk cId="3851575879" sldId="988"/>
                <pc2:cmMk id="{A5061F10-D051-4612-947A-2E0CA615B7BC}"/>
              </pc2:cmMkLst>
            </pc226:cmChg>
            <pc226:cmChg xmlns:pc226="http://schemas.microsoft.com/office/powerpoint/2022/06/main/command" chg="mod">
              <pc226:chgData name="主査　福島 直人" userId="S::naoto_2_fukushima@ccken.onmicrosoft.com::8f548a50-3d4a-4660-b17c-82fdb2003fd5" providerId="AD" clId="Web-{2D0AE034-9E6A-AC22-208B-1CBF0A3BBB99}" dt="2026-03-02T02:25:16.608" v="48" actId="20577"/>
              <pc2:cmMkLst xmlns:pc2="http://schemas.microsoft.com/office/powerpoint/2019/9/main/command">
                <pc:docMk/>
                <pc:sldMk cId="3851575879" sldId="988"/>
                <pc2:cmMk id="{0FD9F650-0E26-47D6-94F3-74784113023E}"/>
              </pc2:cmMkLst>
            </pc226:cmChg>
          </p:ext>
        </pc:extLst>
      </pc:sldChg>
      <pc:sldChg chg="modSp modCm">
        <pc:chgData name="主査　福島 直人" userId="S::naoto_2_fukushima@ccken.onmicrosoft.com::8f548a50-3d4a-4660-b17c-82fdb2003fd5" providerId="AD" clId="Web-{2D0AE034-9E6A-AC22-208B-1CBF0A3BBB99}" dt="2026-03-02T02:24:29.389" v="38" actId="20577"/>
        <pc:sldMkLst>
          <pc:docMk/>
          <pc:sldMk cId="426927151" sldId="994"/>
        </pc:sldMkLst>
        <pc:spChg chg="mod">
          <ac:chgData name="主査　福島 直人" userId="S::naoto_2_fukushima@ccken.onmicrosoft.com::8f548a50-3d4a-4660-b17c-82fdb2003fd5" providerId="AD" clId="Web-{2D0AE034-9E6A-AC22-208B-1CBF0A3BBB99}" dt="2026-03-02T02:24:29.389" v="38" actId="20577"/>
          <ac:spMkLst>
            <pc:docMk/>
            <pc:sldMk cId="426927151" sldId="994"/>
            <ac:spMk id="19" creationId="{535F66BF-CD1C-1489-9209-EC946BE93EB0}"/>
          </ac:spMkLst>
        </pc:spChg>
        <pc:spChg chg="mod">
          <ac:chgData name="主査　福島 直人" userId="S::naoto_2_fukushima@ccken.onmicrosoft.com::8f548a50-3d4a-4660-b17c-82fdb2003fd5" providerId="AD" clId="Web-{2D0AE034-9E6A-AC22-208B-1CBF0A3BBB99}" dt="2026-03-02T02:23:31.545" v="19" actId="20577"/>
          <ac:spMkLst>
            <pc:docMk/>
            <pc:sldMk cId="426927151" sldId="994"/>
            <ac:spMk id="23" creationId="{11B526AC-9C4F-C28E-6AF5-4903CE9E3071}"/>
          </ac:spMkLst>
        </pc:spChg>
        <pc:spChg chg="mod">
          <ac:chgData name="主査　福島 直人" userId="S::naoto_2_fukushima@ccken.onmicrosoft.com::8f548a50-3d4a-4660-b17c-82fdb2003fd5" providerId="AD" clId="Web-{2D0AE034-9E6A-AC22-208B-1CBF0A3BBB99}" dt="2026-03-02T02:24:18.545" v="35" actId="20577"/>
          <ac:spMkLst>
            <pc:docMk/>
            <pc:sldMk cId="426927151" sldId="994"/>
            <ac:spMk id="44" creationId="{65BAB673-727C-32F2-9548-AFD4ECAA912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主査　福島 直人" userId="S::naoto_2_fukushima@ccken.onmicrosoft.com::8f548a50-3d4a-4660-b17c-82fdb2003fd5" providerId="AD" clId="Web-{2D0AE034-9E6A-AC22-208B-1CBF0A3BBB99}" dt="2026-03-02T02:24:29.389" v="38" actId="20577"/>
              <pc2:cmMkLst xmlns:pc2="http://schemas.microsoft.com/office/powerpoint/2019/9/main/command">
                <pc:docMk/>
                <pc:sldMk cId="426927151" sldId="994"/>
                <pc2:cmMk id="{E9902B9A-44E5-4659-ABF2-0BD8A67619FE}"/>
              </pc2:cmMkLst>
            </pc226:cmChg>
            <pc226:cmChg xmlns:pc226="http://schemas.microsoft.com/office/powerpoint/2022/06/main/command" chg="mod">
              <pc226:chgData name="主査　福島 直人" userId="S::naoto_2_fukushima@ccken.onmicrosoft.com::8f548a50-3d4a-4660-b17c-82fdb2003fd5" providerId="AD" clId="Web-{2D0AE034-9E6A-AC22-208B-1CBF0A3BBB99}" dt="2026-03-02T02:23:11.122" v="18" actId="20577"/>
              <pc2:cmMkLst xmlns:pc2="http://schemas.microsoft.com/office/powerpoint/2019/9/main/command">
                <pc:docMk/>
                <pc:sldMk cId="426927151" sldId="994"/>
                <pc2:cmMk id="{68E54AA7-8C3C-42DF-8B19-A98391AFC944}"/>
              </pc2:cmMkLst>
            </pc226:cmChg>
          </p:ext>
        </pc:extLst>
      </pc:sldChg>
      <pc:sldChg chg="modSp modCm">
        <pc:chgData name="主査　福島 直人" userId="S::naoto_2_fukushima@ccken.onmicrosoft.com::8f548a50-3d4a-4660-b17c-82fdb2003fd5" providerId="AD" clId="Web-{2D0AE034-9E6A-AC22-208B-1CBF0A3BBB99}" dt="2026-03-02T02:22:04.731" v="15" actId="1076"/>
        <pc:sldMkLst>
          <pc:docMk/>
          <pc:sldMk cId="1056783319" sldId="1009"/>
        </pc:sldMkLst>
        <pc:spChg chg="mod">
          <ac:chgData name="主査　福島 直人" userId="S::naoto_2_fukushima@ccken.onmicrosoft.com::8f548a50-3d4a-4660-b17c-82fdb2003fd5" providerId="AD" clId="Web-{2D0AE034-9E6A-AC22-208B-1CBF0A3BBB99}" dt="2026-03-02T02:22:04.731" v="15" actId="1076"/>
          <ac:spMkLst>
            <pc:docMk/>
            <pc:sldMk cId="1056783319" sldId="1009"/>
            <ac:spMk id="25" creationId="{B6A3789C-38AC-3CF0-FB68-DAF757916C44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主査　福島 直人" userId="S::naoto_2_fukushima@ccken.onmicrosoft.com::8f548a50-3d4a-4660-b17c-82fdb2003fd5" providerId="AD" clId="Web-{2D0AE034-9E6A-AC22-208B-1CBF0A3BBB99}" dt="2026-03-02T02:21:53.747" v="13" actId="20577"/>
              <pc2:cmMkLst xmlns:pc2="http://schemas.microsoft.com/office/powerpoint/2019/9/main/command">
                <pc:docMk/>
                <pc:sldMk cId="1056783319" sldId="1009"/>
                <pc2:cmMk id="{130C050A-1671-4534-A646-13745580ADDE}"/>
              </pc2:cmMkLst>
            </pc226:cmChg>
          </p:ext>
        </pc:extLst>
      </pc:sldChg>
    </pc:docChg>
  </pc:docChgLst>
  <pc:docChgLst>
    <pc:chgData name="HIRATA Ryutaro/平田龍太郎(IT戦略 アジャイル開発推進)" userId="507136aa-d256-4356-96ad-f4031455413d" providerId="ADAL" clId="{B448FFF6-F616-42CD-BE9F-53FA2FF3B297}"/>
    <pc:docChg chg="undo custSel addSld delSld modSld sldOrd modSection">
      <pc:chgData name="HIRATA Ryutaro/平田龍太郎(IT戦略 アジャイル開発推進)" userId="507136aa-d256-4356-96ad-f4031455413d" providerId="ADAL" clId="{B448FFF6-F616-42CD-BE9F-53FA2FF3B297}" dt="2026-02-19T06:56:56.651" v="2851" actId="478"/>
      <pc:docMkLst>
        <pc:docMk/>
      </pc:docMkLst>
      <pc:sldChg chg="delSp mod">
        <pc:chgData name="HIRATA Ryutaro/平田龍太郎(IT戦略 アジャイル開発推進)" userId="507136aa-d256-4356-96ad-f4031455413d" providerId="ADAL" clId="{B448FFF6-F616-42CD-BE9F-53FA2FF3B297}" dt="2026-02-19T06:56:40.289" v="2849" actId="478"/>
        <pc:sldMkLst>
          <pc:docMk/>
          <pc:sldMk cId="702632411" sldId="935"/>
        </pc:sldMkLst>
      </pc:sldChg>
      <pc:sldChg chg="delSp modSp mod">
        <pc:chgData name="HIRATA Ryutaro/平田龍太郎(IT戦略 アジャイル開発推進)" userId="507136aa-d256-4356-96ad-f4031455413d" providerId="ADAL" clId="{B448FFF6-F616-42CD-BE9F-53FA2FF3B297}" dt="2026-02-19T06:56:37.576" v="2848" actId="478"/>
        <pc:sldMkLst>
          <pc:docMk/>
          <pc:sldMk cId="2498391000" sldId="936"/>
        </pc:sldMkLst>
        <pc:spChg chg="mod">
          <ac:chgData name="HIRATA Ryutaro/平田龍太郎(IT戦略 アジャイル開発推進)" userId="507136aa-d256-4356-96ad-f4031455413d" providerId="ADAL" clId="{B448FFF6-F616-42CD-BE9F-53FA2FF3B297}" dt="2026-02-19T06:56:29.833" v="2847" actId="1037"/>
          <ac:spMkLst>
            <pc:docMk/>
            <pc:sldMk cId="2498391000" sldId="936"/>
            <ac:spMk id="27" creationId="{BD68BBC1-04A1-9FD4-FD22-6CA2FAE42CF2}"/>
          </ac:spMkLst>
        </pc:spChg>
        <pc:spChg chg="mod">
          <ac:chgData name="HIRATA Ryutaro/平田龍太郎(IT戦略 アジャイル開発推進)" userId="507136aa-d256-4356-96ad-f4031455413d" providerId="ADAL" clId="{B448FFF6-F616-42CD-BE9F-53FA2FF3B297}" dt="2026-02-19T06:56:29.833" v="2847" actId="1037"/>
          <ac:spMkLst>
            <pc:docMk/>
            <pc:sldMk cId="2498391000" sldId="936"/>
            <ac:spMk id="62" creationId="{5E799F24-72BD-1F59-9956-358315026617}"/>
          </ac:spMkLst>
        </pc:spChg>
        <pc:spChg chg="mod">
          <ac:chgData name="HIRATA Ryutaro/平田龍太郎(IT戦略 アジャイル開発推進)" userId="507136aa-d256-4356-96ad-f4031455413d" providerId="ADAL" clId="{B448FFF6-F616-42CD-BE9F-53FA2FF3B297}" dt="2026-02-19T06:56:29.833" v="2847" actId="1037"/>
          <ac:spMkLst>
            <pc:docMk/>
            <pc:sldMk cId="2498391000" sldId="936"/>
            <ac:spMk id="65" creationId="{A4DDB36B-1A76-62F7-E0C5-63173828C63D}"/>
          </ac:spMkLst>
        </pc:spChg>
        <pc:spChg chg="mod">
          <ac:chgData name="HIRATA Ryutaro/平田龍太郎(IT戦略 アジャイル開発推進)" userId="507136aa-d256-4356-96ad-f4031455413d" providerId="ADAL" clId="{B448FFF6-F616-42CD-BE9F-53FA2FF3B297}" dt="2026-02-19T06:56:29.833" v="2847" actId="1037"/>
          <ac:spMkLst>
            <pc:docMk/>
            <pc:sldMk cId="2498391000" sldId="936"/>
            <ac:spMk id="68" creationId="{1663EEBB-6463-EAB1-0E05-E96A0554EBCD}"/>
          </ac:spMkLst>
        </pc:spChg>
        <pc:spChg chg="mod">
          <ac:chgData name="HIRATA Ryutaro/平田龍太郎(IT戦略 アジャイル開発推進)" userId="507136aa-d256-4356-96ad-f4031455413d" providerId="ADAL" clId="{B448FFF6-F616-42CD-BE9F-53FA2FF3B297}" dt="2026-02-19T06:56:29.833" v="2847" actId="1037"/>
          <ac:spMkLst>
            <pc:docMk/>
            <pc:sldMk cId="2498391000" sldId="936"/>
            <ac:spMk id="71" creationId="{E8204836-3639-6852-6D04-5D5A5CB05129}"/>
          </ac:spMkLst>
        </pc:spChg>
      </pc:sldChg>
      <pc:sldChg chg="modSp mod">
        <pc:chgData name="HIRATA Ryutaro/平田龍太郎(IT戦略 アジャイル開発推進)" userId="507136aa-d256-4356-96ad-f4031455413d" providerId="ADAL" clId="{B448FFF6-F616-42CD-BE9F-53FA2FF3B297}" dt="2026-02-19T06:56:15.071" v="2845" actId="1076"/>
        <pc:sldMkLst>
          <pc:docMk/>
          <pc:sldMk cId="2524250933" sldId="937"/>
        </pc:sldMkLst>
        <pc:spChg chg="mod">
          <ac:chgData name="HIRATA Ryutaro/平田龍太郎(IT戦略 アジャイル開発推進)" userId="507136aa-d256-4356-96ad-f4031455413d" providerId="ADAL" clId="{B448FFF6-F616-42CD-BE9F-53FA2FF3B297}" dt="2026-02-19T06:51:34.155" v="2779" actId="1038"/>
          <ac:spMkLst>
            <pc:docMk/>
            <pc:sldMk cId="2524250933" sldId="937"/>
            <ac:spMk id="25" creationId="{493FC264-F99A-81E1-F106-59993E3F86F0}"/>
          </ac:spMkLst>
        </pc:spChg>
        <pc:spChg chg="mod">
          <ac:chgData name="HIRATA Ryutaro/平田龍太郎(IT戦略 アジャイル開発推進)" userId="507136aa-d256-4356-96ad-f4031455413d" providerId="ADAL" clId="{B448FFF6-F616-42CD-BE9F-53FA2FF3B297}" dt="2026-02-19T06:51:28.133" v="2778" actId="1038"/>
          <ac:spMkLst>
            <pc:docMk/>
            <pc:sldMk cId="2524250933" sldId="937"/>
            <ac:spMk id="27" creationId="{F2FB5D84-1696-5FC4-BD6A-C3F2C77C8BAB}"/>
          </ac:spMkLst>
        </pc:spChg>
        <pc:spChg chg="mod">
          <ac:chgData name="HIRATA Ryutaro/平田龍太郎(IT戦略 アジャイル開発推進)" userId="507136aa-d256-4356-96ad-f4031455413d" providerId="ADAL" clId="{B448FFF6-F616-42CD-BE9F-53FA2FF3B297}" dt="2026-02-19T06:56:15.071" v="2845" actId="1076"/>
          <ac:spMkLst>
            <pc:docMk/>
            <pc:sldMk cId="2524250933" sldId="937"/>
            <ac:spMk id="46" creationId="{0B654CFC-BAC5-1BD0-DA4C-56C69262660E}"/>
          </ac:spMkLst>
        </pc:spChg>
        <pc:spChg chg="mod">
          <ac:chgData name="HIRATA Ryutaro/平田龍太郎(IT戦略 アジャイル開発推進)" userId="507136aa-d256-4356-96ad-f4031455413d" providerId="ADAL" clId="{B448FFF6-F616-42CD-BE9F-53FA2FF3B297}" dt="2026-02-19T06:56:15.071" v="2845" actId="1076"/>
          <ac:spMkLst>
            <pc:docMk/>
            <pc:sldMk cId="2524250933" sldId="937"/>
            <ac:spMk id="47" creationId="{D01AFECC-B589-93C2-2C5A-0ECDDE6C6A0C}"/>
          </ac:spMkLst>
        </pc:spChg>
      </pc:sldChg>
      <pc:sldChg chg="modSp mod">
        <pc:chgData name="HIRATA Ryutaro/平田龍太郎(IT戦略 アジャイル開発推進)" userId="507136aa-d256-4356-96ad-f4031455413d" providerId="ADAL" clId="{B448FFF6-F616-42CD-BE9F-53FA2FF3B297}" dt="2026-02-19T06:55:45.422" v="2841" actId="12788"/>
        <pc:sldMkLst>
          <pc:docMk/>
          <pc:sldMk cId="1100848237" sldId="938"/>
        </pc:sldMkLst>
        <pc:spChg chg="mod">
          <ac:chgData name="HIRATA Ryutaro/平田龍太郎(IT戦略 アジャイル開発推進)" userId="507136aa-d256-4356-96ad-f4031455413d" providerId="ADAL" clId="{B448FFF6-F616-42CD-BE9F-53FA2FF3B297}" dt="2026-02-19T06:51:51.301" v="2784" actId="1035"/>
          <ac:spMkLst>
            <pc:docMk/>
            <pc:sldMk cId="1100848237" sldId="938"/>
            <ac:spMk id="25" creationId="{1F11BAEE-F818-3D65-CD54-20392FD32704}"/>
          </ac:spMkLst>
        </pc:spChg>
        <pc:spChg chg="mod">
          <ac:chgData name="HIRATA Ryutaro/平田龍太郎(IT戦略 アジャイル開発推進)" userId="507136aa-d256-4356-96ad-f4031455413d" providerId="ADAL" clId="{B448FFF6-F616-42CD-BE9F-53FA2FF3B297}" dt="2026-02-19T06:51:45.341" v="2782" actId="12788"/>
          <ac:spMkLst>
            <pc:docMk/>
            <pc:sldMk cId="1100848237" sldId="938"/>
            <ac:spMk id="27" creationId="{7FD49A94-784D-581E-5A58-46A00C15EEC6}"/>
          </ac:spMkLst>
        </pc:spChg>
        <pc:spChg chg="mod">
          <ac:chgData name="HIRATA Ryutaro/平田龍太郎(IT戦略 アジャイル開発推進)" userId="507136aa-d256-4356-96ad-f4031455413d" providerId="ADAL" clId="{B448FFF6-F616-42CD-BE9F-53FA2FF3B297}" dt="2026-02-19T06:52:04.381" v="2790" actId="1036"/>
          <ac:spMkLst>
            <pc:docMk/>
            <pc:sldMk cId="1100848237" sldId="938"/>
            <ac:spMk id="48" creationId="{C8A0DB15-9D9F-EA40-D9A0-EAF1176B55D7}"/>
          </ac:spMkLst>
        </pc:spChg>
        <pc:spChg chg="mod">
          <ac:chgData name="HIRATA Ryutaro/平田龍太郎(IT戦略 アジャイル開発推進)" userId="507136aa-d256-4356-96ad-f4031455413d" providerId="ADAL" clId="{B448FFF6-F616-42CD-BE9F-53FA2FF3B297}" dt="2026-02-19T06:55:00.505" v="2834" actId="20577"/>
          <ac:spMkLst>
            <pc:docMk/>
            <pc:sldMk cId="1100848237" sldId="938"/>
            <ac:spMk id="65" creationId="{64F22DBF-C3D6-2387-E70E-467E46D8D129}"/>
          </ac:spMkLst>
        </pc:spChg>
        <pc:spChg chg="mod">
          <ac:chgData name="HIRATA Ryutaro/平田龍太郎(IT戦略 アジャイル開発推進)" userId="507136aa-d256-4356-96ad-f4031455413d" providerId="ADAL" clId="{B448FFF6-F616-42CD-BE9F-53FA2FF3B297}" dt="2026-02-19T06:55:45.422" v="2841" actId="12788"/>
          <ac:spMkLst>
            <pc:docMk/>
            <pc:sldMk cId="1100848237" sldId="938"/>
            <ac:spMk id="67" creationId="{434EF34E-7BAD-F877-C84E-E46FA7AA79A8}"/>
          </ac:spMkLst>
        </pc:spChg>
        <pc:spChg chg="mod">
          <ac:chgData name="HIRATA Ryutaro/平田龍太郎(IT戦略 アジャイル開発推進)" userId="507136aa-d256-4356-96ad-f4031455413d" providerId="ADAL" clId="{B448FFF6-F616-42CD-BE9F-53FA2FF3B297}" dt="2026-02-19T06:55:45.422" v="2841" actId="12788"/>
          <ac:spMkLst>
            <pc:docMk/>
            <pc:sldMk cId="1100848237" sldId="938"/>
            <ac:spMk id="68" creationId="{DEA00CD5-FA93-3F8D-2062-93B27A49EE76}"/>
          </ac:spMkLst>
        </pc:spChg>
        <pc:spChg chg="mod">
          <ac:chgData name="HIRATA Ryutaro/平田龍太郎(IT戦略 アジャイル開発推進)" userId="507136aa-d256-4356-96ad-f4031455413d" providerId="ADAL" clId="{B448FFF6-F616-42CD-BE9F-53FA2FF3B297}" dt="2026-02-19T06:55:45.422" v="2841" actId="12788"/>
          <ac:spMkLst>
            <pc:docMk/>
            <pc:sldMk cId="1100848237" sldId="938"/>
            <ac:spMk id="69" creationId="{533D70CD-3BA6-A32A-1806-34D3A9D71F3B}"/>
          </ac:spMkLst>
        </pc:spChg>
      </pc:sldChg>
      <pc:sldChg chg="delSp modSp mod">
        <pc:chgData name="HIRATA Ryutaro/平田龍太郎(IT戦略 アジャイル開発推進)" userId="507136aa-d256-4356-96ad-f4031455413d" providerId="ADAL" clId="{B448FFF6-F616-42CD-BE9F-53FA2FF3B297}" dt="2026-02-19T06:56:53.764" v="2850" actId="478"/>
        <pc:sldMkLst>
          <pc:docMk/>
          <pc:sldMk cId="1783178967" sldId="939"/>
        </pc:sldMkLst>
        <pc:spChg chg="mod">
          <ac:chgData name="HIRATA Ryutaro/平田龍太郎(IT戦略 アジャイル開発推進)" userId="507136aa-d256-4356-96ad-f4031455413d" providerId="ADAL" clId="{B448FFF6-F616-42CD-BE9F-53FA2FF3B297}" dt="2026-02-19T06:52:27.097" v="2794" actId="1035"/>
          <ac:spMkLst>
            <pc:docMk/>
            <pc:sldMk cId="1783178967" sldId="939"/>
            <ac:spMk id="25" creationId="{7EC7DD05-975E-7C53-9EE6-80D046F8D18A}"/>
          </ac:spMkLst>
        </pc:spChg>
        <pc:spChg chg="mod">
          <ac:chgData name="HIRATA Ryutaro/平田龍太郎(IT戦略 アジャイル開発推進)" userId="507136aa-d256-4356-96ad-f4031455413d" providerId="ADAL" clId="{B448FFF6-F616-42CD-BE9F-53FA2FF3B297}" dt="2026-02-19T06:52:21.765" v="2793" actId="1035"/>
          <ac:spMkLst>
            <pc:docMk/>
            <pc:sldMk cId="1783178967" sldId="939"/>
            <ac:spMk id="27" creationId="{1AB8B661-A173-C6C9-9706-ECBF93E7C6B8}"/>
          </ac:spMkLst>
        </pc:spChg>
      </pc:sldChg>
      <pc:sldChg chg="delSp modSp mod">
        <pc:chgData name="HIRATA Ryutaro/平田龍太郎(IT戦略 アジャイル開発推進)" userId="507136aa-d256-4356-96ad-f4031455413d" providerId="ADAL" clId="{B448FFF6-F616-42CD-BE9F-53FA2FF3B297}" dt="2026-02-19T06:56:56.651" v="2851" actId="478"/>
        <pc:sldMkLst>
          <pc:docMk/>
          <pc:sldMk cId="3933149002" sldId="940"/>
        </pc:sldMkLst>
        <pc:spChg chg="mod">
          <ac:chgData name="HIRATA Ryutaro/平田龍太郎(IT戦略 アジャイル開発推進)" userId="507136aa-d256-4356-96ad-f4031455413d" providerId="ADAL" clId="{B448FFF6-F616-42CD-BE9F-53FA2FF3B297}" dt="2026-02-19T06:52:43.242" v="2797" actId="1035"/>
          <ac:spMkLst>
            <pc:docMk/>
            <pc:sldMk cId="3933149002" sldId="940"/>
            <ac:spMk id="25" creationId="{8AA8A960-A4B3-973D-AC50-4F502A8272FE}"/>
          </ac:spMkLst>
        </pc:spChg>
        <pc:spChg chg="mod">
          <ac:chgData name="HIRATA Ryutaro/平田龍太郎(IT戦略 アジャイル開発推進)" userId="507136aa-d256-4356-96ad-f4031455413d" providerId="ADAL" clId="{B448FFF6-F616-42CD-BE9F-53FA2FF3B297}" dt="2026-02-19T06:52:34.945" v="2795" actId="12788"/>
          <ac:spMkLst>
            <pc:docMk/>
            <pc:sldMk cId="3933149002" sldId="940"/>
            <ac:spMk id="27" creationId="{69CD605F-25E3-D886-791E-8605736C4CA7}"/>
          </ac:spMkLst>
        </pc:spChg>
        <pc:spChg chg="mod">
          <ac:chgData name="HIRATA Ryutaro/平田龍太郎(IT戦略 アジャイル開発推進)" userId="507136aa-d256-4356-96ad-f4031455413d" providerId="ADAL" clId="{B448FFF6-F616-42CD-BE9F-53FA2FF3B297}" dt="2026-02-19T06:52:34.945" v="2795" actId="12788"/>
          <ac:spMkLst>
            <pc:docMk/>
            <pc:sldMk cId="3933149002" sldId="940"/>
            <ac:spMk id="48" creationId="{EF865C1E-A1D7-9C22-E597-0DB9AB7E721F}"/>
          </ac:spMkLst>
        </pc:spChg>
      </pc:sldChg>
      <pc:sldChg chg="modSp mod">
        <pc:chgData name="HIRATA Ryutaro/平田龍太郎(IT戦略 アジャイル開発推進)" userId="507136aa-d256-4356-96ad-f4031455413d" providerId="ADAL" clId="{B448FFF6-F616-42CD-BE9F-53FA2FF3B297}" dt="2026-02-19T06:54:16.892" v="2830" actId="1076"/>
        <pc:sldMkLst>
          <pc:docMk/>
          <pc:sldMk cId="4027344980" sldId="941"/>
        </pc:sldMkLst>
        <pc:spChg chg="mod">
          <ac:chgData name="HIRATA Ryutaro/平田龍太郎(IT戦略 アジャイル開発推進)" userId="507136aa-d256-4356-96ad-f4031455413d" providerId="ADAL" clId="{B448FFF6-F616-42CD-BE9F-53FA2FF3B297}" dt="2026-02-19T06:53:10.805" v="2808" actId="1036"/>
          <ac:spMkLst>
            <pc:docMk/>
            <pc:sldMk cId="4027344980" sldId="941"/>
            <ac:spMk id="25" creationId="{4E8E743B-8B54-3181-183E-D0257E6C5B04}"/>
          </ac:spMkLst>
        </pc:spChg>
        <pc:spChg chg="mod">
          <ac:chgData name="HIRATA Ryutaro/平田龍太郎(IT戦略 アジャイル開発推進)" userId="507136aa-d256-4356-96ad-f4031455413d" providerId="ADAL" clId="{B448FFF6-F616-42CD-BE9F-53FA2FF3B297}" dt="2026-02-19T06:53:10.805" v="2808" actId="1036"/>
          <ac:spMkLst>
            <pc:docMk/>
            <pc:sldMk cId="4027344980" sldId="941"/>
            <ac:spMk id="27" creationId="{53594083-E648-E2F9-F605-1DC7BFDCED1D}"/>
          </ac:spMkLst>
        </pc:spChg>
        <pc:spChg chg="mod">
          <ac:chgData name="HIRATA Ryutaro/平田龍太郎(IT戦略 アジャイル開発推進)" userId="507136aa-d256-4356-96ad-f4031455413d" providerId="ADAL" clId="{B448FFF6-F616-42CD-BE9F-53FA2FF3B297}" dt="2026-02-19T06:54:13.518" v="2829" actId="1076"/>
          <ac:spMkLst>
            <pc:docMk/>
            <pc:sldMk cId="4027344980" sldId="941"/>
            <ac:spMk id="46" creationId="{8B41F5C5-701E-803F-9AF5-46B1868B635E}"/>
          </ac:spMkLst>
        </pc:spChg>
        <pc:spChg chg="mod">
          <ac:chgData name="HIRATA Ryutaro/平田龍太郎(IT戦略 アジャイル開発推進)" userId="507136aa-d256-4356-96ad-f4031455413d" providerId="ADAL" clId="{B448FFF6-F616-42CD-BE9F-53FA2FF3B297}" dt="2026-02-19T06:54:16.892" v="2830" actId="1076"/>
          <ac:spMkLst>
            <pc:docMk/>
            <pc:sldMk cId="4027344980" sldId="941"/>
            <ac:spMk id="47" creationId="{C9BF80D3-E63C-5A71-62AE-DE09AE4C1CA5}"/>
          </ac:spMkLst>
        </pc:spChg>
      </pc:sldChg>
      <pc:sldChg chg="modSp mod">
        <pc:chgData name="HIRATA Ryutaro/平田龍太郎(IT戦略 アジャイル開発推進)" userId="507136aa-d256-4356-96ad-f4031455413d" providerId="ADAL" clId="{B448FFF6-F616-42CD-BE9F-53FA2FF3B297}" dt="2026-02-19T06:54:42.378" v="2833" actId="1076"/>
        <pc:sldMkLst>
          <pc:docMk/>
          <pc:sldMk cId="4071650382" sldId="942"/>
        </pc:sldMkLst>
        <pc:spChg chg="mod">
          <ac:chgData name="HIRATA Ryutaro/平田龍太郎(IT戦略 アジャイル開発推進)" userId="507136aa-d256-4356-96ad-f4031455413d" providerId="ADAL" clId="{B448FFF6-F616-42CD-BE9F-53FA2FF3B297}" dt="2026-02-19T06:53:42.127" v="2816" actId="1035"/>
          <ac:spMkLst>
            <pc:docMk/>
            <pc:sldMk cId="4071650382" sldId="942"/>
            <ac:spMk id="25" creationId="{96871998-C516-B2F4-1F78-481408159400}"/>
          </ac:spMkLst>
        </pc:spChg>
        <pc:spChg chg="mod">
          <ac:chgData name="HIRATA Ryutaro/平田龍太郎(IT戦略 アジャイル開発推進)" userId="507136aa-d256-4356-96ad-f4031455413d" providerId="ADAL" clId="{B448FFF6-F616-42CD-BE9F-53FA2FF3B297}" dt="2026-02-19T06:53:23.709" v="2809" actId="12788"/>
          <ac:spMkLst>
            <pc:docMk/>
            <pc:sldMk cId="4071650382" sldId="942"/>
            <ac:spMk id="27" creationId="{E8A96837-AF1E-F505-7D11-59EAA1F0BD2D}"/>
          </ac:spMkLst>
        </pc:spChg>
        <pc:spChg chg="mod">
          <ac:chgData name="HIRATA Ryutaro/平田龍太郎(IT戦略 アジャイル開発推進)" userId="507136aa-d256-4356-96ad-f4031455413d" providerId="ADAL" clId="{B448FFF6-F616-42CD-BE9F-53FA2FF3B297}" dt="2026-02-19T06:53:34.094" v="2815" actId="1036"/>
          <ac:spMkLst>
            <pc:docMk/>
            <pc:sldMk cId="4071650382" sldId="942"/>
            <ac:spMk id="48" creationId="{8256A447-C021-69D3-F71C-8AB5665F97F7}"/>
          </ac:spMkLst>
        </pc:spChg>
        <pc:spChg chg="mod">
          <ac:chgData name="HIRATA Ryutaro/平田龍太郎(IT戦略 アジャイル開発推進)" userId="507136aa-d256-4356-96ad-f4031455413d" providerId="ADAL" clId="{B448FFF6-F616-42CD-BE9F-53FA2FF3B297}" dt="2026-02-19T06:54:22.215" v="2831" actId="1076"/>
          <ac:spMkLst>
            <pc:docMk/>
            <pc:sldMk cId="4071650382" sldId="942"/>
            <ac:spMk id="67" creationId="{4F00A25D-14CD-8435-D426-F4BB5857D4CD}"/>
          </ac:spMkLst>
        </pc:spChg>
        <pc:spChg chg="mod">
          <ac:chgData name="HIRATA Ryutaro/平田龍太郎(IT戦略 アジャイル開発推進)" userId="507136aa-d256-4356-96ad-f4031455413d" providerId="ADAL" clId="{B448FFF6-F616-42CD-BE9F-53FA2FF3B297}" dt="2026-02-19T06:54:32.364" v="2832" actId="1076"/>
          <ac:spMkLst>
            <pc:docMk/>
            <pc:sldMk cId="4071650382" sldId="942"/>
            <ac:spMk id="68" creationId="{AFF86902-B49F-5240-756D-5570A6B97FC1}"/>
          </ac:spMkLst>
        </pc:spChg>
        <pc:spChg chg="mod">
          <ac:chgData name="HIRATA Ryutaro/平田龍太郎(IT戦略 アジャイル開発推進)" userId="507136aa-d256-4356-96ad-f4031455413d" providerId="ADAL" clId="{B448FFF6-F616-42CD-BE9F-53FA2FF3B297}" dt="2026-02-19T06:54:42.378" v="2833" actId="1076"/>
          <ac:spMkLst>
            <pc:docMk/>
            <pc:sldMk cId="4071650382" sldId="942"/>
            <ac:spMk id="69" creationId="{524EC24E-648F-180E-A152-EAA3EB000A30}"/>
          </ac:spMkLst>
        </pc:spChg>
      </pc:sldChg>
      <pc:sldChg chg="modSp mod">
        <pc:chgData name="HIRATA Ryutaro/平田龍太郎(IT戦略 アジャイル開発推進)" userId="507136aa-d256-4356-96ad-f4031455413d" providerId="ADAL" clId="{B448FFF6-F616-42CD-BE9F-53FA2FF3B297}" dt="2026-02-19T06:50:43.664" v="2771" actId="20577"/>
        <pc:sldMkLst>
          <pc:docMk/>
          <pc:sldMk cId="3237694204" sldId="943"/>
        </pc:sldMkLst>
        <pc:spChg chg="mod">
          <ac:chgData name="HIRATA Ryutaro/平田龍太郎(IT戦略 アジャイル開発推進)" userId="507136aa-d256-4356-96ad-f4031455413d" providerId="ADAL" clId="{B448FFF6-F616-42CD-BE9F-53FA2FF3B297}" dt="2026-02-19T06:50:43.664" v="2771" actId="20577"/>
          <ac:spMkLst>
            <pc:docMk/>
            <pc:sldMk cId="3237694204" sldId="943"/>
            <ac:spMk id="112" creationId="{6F904C6A-F5C0-C232-BB60-54896B4E63A1}"/>
          </ac:spMkLst>
        </pc:spChg>
      </pc:sldChg>
    </pc:docChg>
  </pc:docChgLst>
  <pc:docChgLst>
    <pc:chgData name="主査　福島 直人" userId="8f548a50-3d4a-4660-b17c-82fdb2003fd5" providerId="ADAL" clId="{B988FE6D-4024-4C4B-B8B4-6EE912A9DA29}"/>
    <pc:docChg chg="custSel mod modSld">
      <pc:chgData name="主査　福島 直人" userId="8f548a50-3d4a-4660-b17c-82fdb2003fd5" providerId="ADAL" clId="{B988FE6D-4024-4C4B-B8B4-6EE912A9DA29}" dt="2026-03-04T00:43:36.771" v="44" actId="20577"/>
      <pc:docMkLst>
        <pc:docMk/>
      </pc:docMkLst>
      <pc:sldChg chg="modSp mod">
        <pc:chgData name="主査　福島 直人" userId="8f548a50-3d4a-4660-b17c-82fdb2003fd5" providerId="ADAL" clId="{B988FE6D-4024-4C4B-B8B4-6EE912A9DA29}" dt="2026-02-10T03:53:57.283" v="1" actId="113"/>
        <pc:sldMkLst>
          <pc:docMk/>
          <pc:sldMk cId="468256319" sldId="471"/>
        </pc:sldMkLst>
        <pc:graphicFrameChg chg="modGraphic">
          <ac:chgData name="主査　福島 直人" userId="8f548a50-3d4a-4660-b17c-82fdb2003fd5" providerId="ADAL" clId="{B988FE6D-4024-4C4B-B8B4-6EE912A9DA29}" dt="2026-02-10T03:53:57.283" v="1" actId="113"/>
          <ac:graphicFrameMkLst>
            <pc:docMk/>
            <pc:sldMk cId="468256319" sldId="471"/>
            <ac:graphicFrameMk id="9" creationId="{D0A2CC2F-E126-64DD-32A4-1C5F3361211B}"/>
          </ac:graphicFrameMkLst>
        </pc:graphicFrameChg>
      </pc:sldChg>
      <pc:sldChg chg="modNotesTx">
        <pc:chgData name="主査　福島 直人" userId="8f548a50-3d4a-4660-b17c-82fdb2003fd5" providerId="ADAL" clId="{B988FE6D-4024-4C4B-B8B4-6EE912A9DA29}" dt="2026-03-04T00:43:36.771" v="44" actId="20577"/>
        <pc:sldMkLst>
          <pc:docMk/>
          <pc:sldMk cId="2290740309" sldId="674"/>
        </pc:sldMkLst>
      </pc:sldChg>
      <pc:sldChg chg="modSp">
        <pc:chgData name="主査　福島 直人" userId="8f548a50-3d4a-4660-b17c-82fdb2003fd5" providerId="ADAL" clId="{B988FE6D-4024-4C4B-B8B4-6EE912A9DA29}" dt="2026-03-01T03:43:51.440" v="2" actId="14100"/>
        <pc:sldMkLst>
          <pc:docMk/>
          <pc:sldMk cId="2863164929" sldId="773"/>
        </pc:sldMkLst>
        <pc:spChg chg="mod">
          <ac:chgData name="主査　福島 直人" userId="8f548a50-3d4a-4660-b17c-82fdb2003fd5" providerId="ADAL" clId="{B988FE6D-4024-4C4B-B8B4-6EE912A9DA29}" dt="2026-03-01T03:43:51.440" v="2" actId="14100"/>
          <ac:spMkLst>
            <pc:docMk/>
            <pc:sldMk cId="2863164929" sldId="773"/>
            <ac:spMk id="11" creationId="{EAA32C65-6221-F52E-FD71-8495FDEFED2E}"/>
          </ac:spMkLst>
        </pc:spChg>
      </pc:sldChg>
      <pc:sldChg chg="modSp mod">
        <pc:chgData name="主査　福島 直人" userId="8f548a50-3d4a-4660-b17c-82fdb2003fd5" providerId="ADAL" clId="{B988FE6D-4024-4C4B-B8B4-6EE912A9DA29}" dt="2026-03-04T00:39:38.896" v="13" actId="1035"/>
        <pc:sldMkLst>
          <pc:docMk/>
          <pc:sldMk cId="4077408376" sldId="962"/>
        </pc:sldMkLst>
        <pc:spChg chg="mod">
          <ac:chgData name="主査　福島 直人" userId="8f548a50-3d4a-4660-b17c-82fdb2003fd5" providerId="ADAL" clId="{B988FE6D-4024-4C4B-B8B4-6EE912A9DA29}" dt="2026-03-04T00:39:38.896" v="13" actId="1035"/>
          <ac:spMkLst>
            <pc:docMk/>
            <pc:sldMk cId="4077408376" sldId="962"/>
            <ac:spMk id="15" creationId="{B478000A-6E70-050B-5B93-82FC537883A8}"/>
          </ac:spMkLst>
        </pc:spChg>
      </pc:sldChg>
      <pc:sldChg chg="modSp mod">
        <pc:chgData name="主査　福島 直人" userId="8f548a50-3d4a-4660-b17c-82fdb2003fd5" providerId="ADAL" clId="{B988FE6D-4024-4C4B-B8B4-6EE912A9DA29}" dt="2026-03-01T03:47:35.877" v="7" actId="14100"/>
        <pc:sldMkLst>
          <pc:docMk/>
          <pc:sldMk cId="3211560190" sldId="974"/>
        </pc:sldMkLst>
        <pc:spChg chg="mod">
          <ac:chgData name="主査　福島 直人" userId="8f548a50-3d4a-4660-b17c-82fdb2003fd5" providerId="ADAL" clId="{B988FE6D-4024-4C4B-B8B4-6EE912A9DA29}" dt="2026-03-01T03:46:57.379" v="3" actId="14100"/>
          <ac:spMkLst>
            <pc:docMk/>
            <pc:sldMk cId="3211560190" sldId="974"/>
            <ac:spMk id="14" creationId="{925E0A39-2B0E-4E9A-7CAB-9328A3044E3B}"/>
          </ac:spMkLst>
        </pc:spChg>
        <pc:spChg chg="mod">
          <ac:chgData name="主査　福島 直人" userId="8f548a50-3d4a-4660-b17c-82fdb2003fd5" providerId="ADAL" clId="{B988FE6D-4024-4C4B-B8B4-6EE912A9DA29}" dt="2026-03-01T03:47:15.308" v="5" actId="14100"/>
          <ac:spMkLst>
            <pc:docMk/>
            <pc:sldMk cId="3211560190" sldId="974"/>
            <ac:spMk id="21" creationId="{4BAA5754-32CF-2E17-52F8-9CF1A83E2217}"/>
          </ac:spMkLst>
        </pc:spChg>
        <pc:spChg chg="mod">
          <ac:chgData name="主査　福島 直人" userId="8f548a50-3d4a-4660-b17c-82fdb2003fd5" providerId="ADAL" clId="{B988FE6D-4024-4C4B-B8B4-6EE912A9DA29}" dt="2026-03-01T03:47:35.877" v="7" actId="14100"/>
          <ac:spMkLst>
            <pc:docMk/>
            <pc:sldMk cId="3211560190" sldId="974"/>
            <ac:spMk id="27" creationId="{AE7AFC06-5781-38D8-B009-470689CBC624}"/>
          </ac:spMkLst>
        </pc:spChg>
      </pc:sldChg>
      <pc:sldChg chg="modSp mod">
        <pc:chgData name="主査　福島 直人" userId="8f548a50-3d4a-4660-b17c-82fdb2003fd5" providerId="ADAL" clId="{B988FE6D-4024-4C4B-B8B4-6EE912A9DA29}" dt="2026-03-01T03:48:15.506" v="8" actId="14100"/>
        <pc:sldMkLst>
          <pc:docMk/>
          <pc:sldMk cId="426927151" sldId="994"/>
        </pc:sldMkLst>
        <pc:spChg chg="mod">
          <ac:chgData name="主査　福島 直人" userId="8f548a50-3d4a-4660-b17c-82fdb2003fd5" providerId="ADAL" clId="{B988FE6D-4024-4C4B-B8B4-6EE912A9DA29}" dt="2026-03-01T03:48:15.506" v="8" actId="14100"/>
          <ac:spMkLst>
            <pc:docMk/>
            <pc:sldMk cId="426927151" sldId="994"/>
            <ac:spMk id="49" creationId="{3A7F7F19-3D1D-0D93-259F-6F2E7CED2FE0}"/>
          </ac:spMkLst>
        </pc:spChg>
      </pc:sldChg>
    </pc:docChg>
  </pc:docChgLst>
  <pc:docChgLst>
    <pc:chgData name="主査　福島 直人" userId="S::naoto_2_fukushima@ccken.onmicrosoft.com::8f548a50-3d4a-4660-b17c-82fdb2003fd5" providerId="AD" clId="Web-{712A3E39-7633-F4A1-49E6-88E34E617239}"/>
    <pc:docChg chg="addSld modSld modSection">
      <pc:chgData name="主査　福島 直人" userId="S::naoto_2_fukushima@ccken.onmicrosoft.com::8f548a50-3d4a-4660-b17c-82fdb2003fd5" providerId="AD" clId="Web-{712A3E39-7633-F4A1-49E6-88E34E617239}" dt="2026-02-27T10:51:34.537" v="150"/>
      <pc:docMkLst>
        <pc:docMk/>
      </pc:docMkLst>
      <pc:sldChg chg="modSp">
        <pc:chgData name="主査　福島 直人" userId="S::naoto_2_fukushima@ccken.onmicrosoft.com::8f548a50-3d4a-4660-b17c-82fdb2003fd5" providerId="AD" clId="Web-{712A3E39-7633-F4A1-49E6-88E34E617239}" dt="2026-02-27T10:44:33.705" v="57"/>
        <pc:sldMkLst>
          <pc:docMk/>
          <pc:sldMk cId="468256319" sldId="471"/>
        </pc:sldMkLst>
        <pc:spChg chg="mod">
          <ac:chgData name="主査　福島 直人" userId="S::naoto_2_fukushima@ccken.onmicrosoft.com::8f548a50-3d4a-4660-b17c-82fdb2003fd5" providerId="AD" clId="Web-{712A3E39-7633-F4A1-49E6-88E34E617239}" dt="2026-02-27T10:44:33.705" v="57"/>
          <ac:spMkLst>
            <pc:docMk/>
            <pc:sldMk cId="468256319" sldId="471"/>
            <ac:spMk id="2" creationId="{ADF00D44-F96E-5F83-38CF-09389D4C8410}"/>
          </ac:spMkLst>
        </pc:spChg>
      </pc:sldChg>
      <pc:sldChg chg="modSp">
        <pc:chgData name="主査　福島 直人" userId="S::naoto_2_fukushima@ccken.onmicrosoft.com::8f548a50-3d4a-4660-b17c-82fdb2003fd5" providerId="AD" clId="Web-{712A3E39-7633-F4A1-49E6-88E34E617239}" dt="2026-02-27T10:44:39.752" v="58"/>
        <pc:sldMkLst>
          <pc:docMk/>
          <pc:sldMk cId="1392608573" sldId="727"/>
        </pc:sldMkLst>
        <pc:spChg chg="mod">
          <ac:chgData name="主査　福島 直人" userId="S::naoto_2_fukushima@ccken.onmicrosoft.com::8f548a50-3d4a-4660-b17c-82fdb2003fd5" providerId="AD" clId="Web-{712A3E39-7633-F4A1-49E6-88E34E617239}" dt="2026-02-27T10:44:39.752" v="58"/>
          <ac:spMkLst>
            <pc:docMk/>
            <pc:sldMk cId="1392608573" sldId="727"/>
            <ac:spMk id="2" creationId="{67192B83-8C50-496B-BFCB-90F00DD06133}"/>
          </ac:spMkLst>
        </pc:spChg>
      </pc:sldChg>
      <pc:sldChg chg="modSp">
        <pc:chgData name="主査　福島 直人" userId="S::naoto_2_fukushima@ccken.onmicrosoft.com::8f548a50-3d4a-4660-b17c-82fdb2003fd5" providerId="AD" clId="Web-{712A3E39-7633-F4A1-49E6-88E34E617239}" dt="2026-02-27T10:41:42.368" v="50" actId="20577"/>
        <pc:sldMkLst>
          <pc:docMk/>
          <pc:sldMk cId="2148309104" sldId="768"/>
        </pc:sldMkLst>
        <pc:spChg chg="mod">
          <ac:chgData name="主査　福島 直人" userId="S::naoto_2_fukushima@ccken.onmicrosoft.com::8f548a50-3d4a-4660-b17c-82fdb2003fd5" providerId="AD" clId="Web-{712A3E39-7633-F4A1-49E6-88E34E617239}" dt="2026-02-27T10:41:42.368" v="50" actId="20577"/>
          <ac:spMkLst>
            <pc:docMk/>
            <pc:sldMk cId="2148309104" sldId="768"/>
            <ac:spMk id="38" creationId="{11621A93-E9A9-67B7-0986-BE3B6858675C}"/>
          </ac:spMkLst>
        </pc:spChg>
      </pc:sldChg>
      <pc:sldChg chg="modSp">
        <pc:chgData name="主査　福島 直人" userId="S::naoto_2_fukushima@ccken.onmicrosoft.com::8f548a50-3d4a-4660-b17c-82fdb2003fd5" providerId="AD" clId="Web-{712A3E39-7633-F4A1-49E6-88E34E617239}" dt="2026-02-27T10:43:43.343" v="54"/>
        <pc:sldMkLst>
          <pc:docMk/>
          <pc:sldMk cId="2998734072" sldId="849"/>
        </pc:sldMkLst>
        <pc:spChg chg="mod">
          <ac:chgData name="主査　福島 直人" userId="S::naoto_2_fukushima@ccken.onmicrosoft.com::8f548a50-3d4a-4660-b17c-82fdb2003fd5" providerId="AD" clId="Web-{712A3E39-7633-F4A1-49E6-88E34E617239}" dt="2026-02-27T10:43:43.343" v="54"/>
          <ac:spMkLst>
            <pc:docMk/>
            <pc:sldMk cId="2998734072" sldId="849"/>
            <ac:spMk id="2" creationId="{6A615B8B-3019-6AF0-C8FC-52AD1503CA97}"/>
          </ac:spMkLst>
        </pc:spChg>
      </pc:sldChg>
      <pc:sldChg chg="modSp">
        <pc:chgData name="主査　福島 直人" userId="S::naoto_2_fukushima@ccken.onmicrosoft.com::8f548a50-3d4a-4660-b17c-82fdb2003fd5" providerId="AD" clId="Web-{712A3E39-7633-F4A1-49E6-88E34E617239}" dt="2026-02-27T10:44:05.469" v="55"/>
        <pc:sldMkLst>
          <pc:docMk/>
          <pc:sldMk cId="978939477" sldId="850"/>
        </pc:sldMkLst>
        <pc:spChg chg="mod">
          <ac:chgData name="主査　福島 直人" userId="S::naoto_2_fukushima@ccken.onmicrosoft.com::8f548a50-3d4a-4660-b17c-82fdb2003fd5" providerId="AD" clId="Web-{712A3E39-7633-F4A1-49E6-88E34E617239}" dt="2026-02-27T10:44:05.469" v="55"/>
          <ac:spMkLst>
            <pc:docMk/>
            <pc:sldMk cId="978939477" sldId="850"/>
            <ac:spMk id="2" creationId="{C677A0A1-754F-3CDC-9054-9C4E91020EC6}"/>
          </ac:spMkLst>
        </pc:spChg>
      </pc:sldChg>
      <pc:sldChg chg="modSp">
        <pc:chgData name="主査　福島 直人" userId="S::naoto_2_fukushima@ccken.onmicrosoft.com::8f548a50-3d4a-4660-b17c-82fdb2003fd5" providerId="AD" clId="Web-{712A3E39-7633-F4A1-49E6-88E34E617239}" dt="2026-02-27T10:44:54.972" v="59"/>
        <pc:sldMkLst>
          <pc:docMk/>
          <pc:sldMk cId="785633465" sldId="851"/>
        </pc:sldMkLst>
        <pc:spChg chg="mod">
          <ac:chgData name="主査　福島 直人" userId="S::naoto_2_fukushima@ccken.onmicrosoft.com::8f548a50-3d4a-4660-b17c-82fdb2003fd5" providerId="AD" clId="Web-{712A3E39-7633-F4A1-49E6-88E34E617239}" dt="2026-02-27T10:44:54.972" v="59"/>
          <ac:spMkLst>
            <pc:docMk/>
            <pc:sldMk cId="785633465" sldId="851"/>
            <ac:spMk id="2" creationId="{0688B9FD-6DD0-13C0-AD3F-C4FF52EFABD1}"/>
          </ac:spMkLst>
        </pc:spChg>
      </pc:sldChg>
      <pc:sldChg chg="modSp">
        <pc:chgData name="主査　福島 直人" userId="S::naoto_2_fukushima@ccken.onmicrosoft.com::8f548a50-3d4a-4660-b17c-82fdb2003fd5" providerId="AD" clId="Web-{712A3E39-7633-F4A1-49E6-88E34E617239}" dt="2026-02-27T10:45:06.503" v="60"/>
        <pc:sldMkLst>
          <pc:docMk/>
          <pc:sldMk cId="3346796719" sldId="853"/>
        </pc:sldMkLst>
        <pc:spChg chg="mod">
          <ac:chgData name="主査　福島 直人" userId="S::naoto_2_fukushima@ccken.onmicrosoft.com::8f548a50-3d4a-4660-b17c-82fdb2003fd5" providerId="AD" clId="Web-{712A3E39-7633-F4A1-49E6-88E34E617239}" dt="2026-02-27T10:45:06.503" v="60"/>
          <ac:spMkLst>
            <pc:docMk/>
            <pc:sldMk cId="3346796719" sldId="853"/>
            <ac:spMk id="2" creationId="{DF00181C-B371-21A4-29CD-0C42193C2023}"/>
          </ac:spMkLst>
        </pc:spChg>
      </pc:sldChg>
      <pc:sldChg chg="modSp">
        <pc:chgData name="主査　福島 直人" userId="S::naoto_2_fukushima@ccken.onmicrosoft.com::8f548a50-3d4a-4660-b17c-82fdb2003fd5" providerId="AD" clId="Web-{712A3E39-7633-F4A1-49E6-88E34E617239}" dt="2026-02-27T10:45:15.160" v="61"/>
        <pc:sldMkLst>
          <pc:docMk/>
          <pc:sldMk cId="741583435" sldId="854"/>
        </pc:sldMkLst>
        <pc:spChg chg="mod">
          <ac:chgData name="主査　福島 直人" userId="S::naoto_2_fukushima@ccken.onmicrosoft.com::8f548a50-3d4a-4660-b17c-82fdb2003fd5" providerId="AD" clId="Web-{712A3E39-7633-F4A1-49E6-88E34E617239}" dt="2026-02-27T10:45:15.160" v="61"/>
          <ac:spMkLst>
            <pc:docMk/>
            <pc:sldMk cId="741583435" sldId="854"/>
            <ac:spMk id="2" creationId="{B6B33FC3-62D3-F824-DBFD-AAFC9063CFAE}"/>
          </ac:spMkLst>
        </pc:spChg>
      </pc:sldChg>
      <pc:sldChg chg="modSp">
        <pc:chgData name="主査　福島 直人" userId="S::naoto_2_fukushima@ccken.onmicrosoft.com::8f548a50-3d4a-4660-b17c-82fdb2003fd5" providerId="AD" clId="Web-{712A3E39-7633-F4A1-49E6-88E34E617239}" dt="2026-02-27T10:44:17.220" v="56"/>
        <pc:sldMkLst>
          <pc:docMk/>
          <pc:sldMk cId="1039007571" sldId="855"/>
        </pc:sldMkLst>
        <pc:spChg chg="mod">
          <ac:chgData name="主査　福島 直人" userId="S::naoto_2_fukushima@ccken.onmicrosoft.com::8f548a50-3d4a-4660-b17c-82fdb2003fd5" providerId="AD" clId="Web-{712A3E39-7633-F4A1-49E6-88E34E617239}" dt="2026-02-27T10:44:17.220" v="56"/>
          <ac:spMkLst>
            <pc:docMk/>
            <pc:sldMk cId="1039007571" sldId="855"/>
            <ac:spMk id="2" creationId="{AD02D98D-8D59-EEC1-DA17-312A48FA6310}"/>
          </ac:spMkLst>
        </pc:spChg>
      </pc:sldChg>
      <pc:sldChg chg="addSp delSp modSp">
        <pc:chgData name="主査　福島 直人" userId="S::naoto_2_fukushima@ccken.onmicrosoft.com::8f548a50-3d4a-4660-b17c-82fdb2003fd5" providerId="AD" clId="Web-{712A3E39-7633-F4A1-49E6-88E34E617239}" dt="2026-02-27T10:51:34.537" v="150"/>
        <pc:sldMkLst>
          <pc:docMk/>
          <pc:sldMk cId="2104226278" sldId="925"/>
        </pc:sldMkLst>
        <pc:spChg chg="mod">
          <ac:chgData name="主査　福島 直人" userId="S::naoto_2_fukushima@ccken.onmicrosoft.com::8f548a50-3d4a-4660-b17c-82fdb2003fd5" providerId="AD" clId="Web-{712A3E39-7633-F4A1-49E6-88E34E617239}" dt="2026-02-27T10:43:38.406" v="53" actId="20577"/>
          <ac:spMkLst>
            <pc:docMk/>
            <pc:sldMk cId="2104226278" sldId="925"/>
            <ac:spMk id="3" creationId="{632A0B57-D434-686B-4A37-A4A1E064E811}"/>
          </ac:spMkLst>
        </pc:spChg>
        <pc:spChg chg="mod">
          <ac:chgData name="主査　福島 直人" userId="S::naoto_2_fukushima@ccken.onmicrosoft.com::8f548a50-3d4a-4660-b17c-82fdb2003fd5" providerId="AD" clId="Web-{712A3E39-7633-F4A1-49E6-88E34E617239}" dt="2026-02-27T10:48:56.449" v="123" actId="1076"/>
          <ac:spMkLst>
            <pc:docMk/>
            <pc:sldMk cId="2104226278" sldId="925"/>
            <ac:spMk id="8" creationId="{86440CC3-A7FA-CFCE-E7B3-E982C5743E8B}"/>
          </ac:spMkLst>
        </pc:spChg>
        <pc:spChg chg="mod">
          <ac:chgData name="主査　福島 直人" userId="S::naoto_2_fukushima@ccken.onmicrosoft.com::8f548a50-3d4a-4660-b17c-82fdb2003fd5" providerId="AD" clId="Web-{712A3E39-7633-F4A1-49E6-88E34E617239}" dt="2026-02-27T10:50:59.005" v="147" actId="20577"/>
          <ac:spMkLst>
            <pc:docMk/>
            <pc:sldMk cId="2104226278" sldId="925"/>
            <ac:spMk id="10" creationId="{3C49770F-B597-99E3-4C3F-7045D2CD7F66}"/>
          </ac:spMkLst>
        </pc:spChg>
        <pc:spChg chg="add mod">
          <ac:chgData name="主査　福島 直人" userId="S::naoto_2_fukushima@ccken.onmicrosoft.com::8f548a50-3d4a-4660-b17c-82fdb2003fd5" providerId="AD" clId="Web-{712A3E39-7633-F4A1-49E6-88E34E617239}" dt="2026-02-27T10:50:49.552" v="146" actId="20577"/>
          <ac:spMkLst>
            <pc:docMk/>
            <pc:sldMk cId="2104226278" sldId="925"/>
            <ac:spMk id="44" creationId="{4389D102-26EA-E3CF-3593-DA7EE8044BEE}"/>
          </ac:spMkLst>
        </pc:spChg>
      </pc:sldChg>
    </pc:docChg>
  </pc:docChgLst>
  <pc:docChgLst>
    <pc:chgData name="主査　福島 直人" userId="S::naoto_2_fukushima@ccken.onmicrosoft.com::8f548a50-3d4a-4660-b17c-82fdb2003fd5" providerId="AD" clId="Web-{B3B39E85-6A1F-D512-EA5E-4BE6F8A5E1A6}"/>
    <pc:docChg chg="modSld">
      <pc:chgData name="主査　福島 直人" userId="S::naoto_2_fukushima@ccken.onmicrosoft.com::8f548a50-3d4a-4660-b17c-82fdb2003fd5" providerId="AD" clId="Web-{B3B39E85-6A1F-D512-EA5E-4BE6F8A5E1A6}" dt="2026-02-27T11:04:14.357" v="0" actId="14100"/>
      <pc:docMkLst>
        <pc:docMk/>
      </pc:docMkLst>
      <pc:sldChg chg="modSp">
        <pc:chgData name="主査　福島 直人" userId="S::naoto_2_fukushima@ccken.onmicrosoft.com::8f548a50-3d4a-4660-b17c-82fdb2003fd5" providerId="AD" clId="Web-{B3B39E85-6A1F-D512-EA5E-4BE6F8A5E1A6}" dt="2026-02-27T11:04:14.357" v="0" actId="14100"/>
        <pc:sldMkLst>
          <pc:docMk/>
          <pc:sldMk cId="2863164929" sldId="773"/>
        </pc:sldMkLst>
        <pc:spChg chg="mod">
          <ac:chgData name="主査　福島 直人" userId="S::naoto_2_fukushima@ccken.onmicrosoft.com::8f548a50-3d4a-4660-b17c-82fdb2003fd5" providerId="AD" clId="Web-{B3B39E85-6A1F-D512-EA5E-4BE6F8A5E1A6}" dt="2026-02-27T11:04:14.357" v="0" actId="14100"/>
          <ac:spMkLst>
            <pc:docMk/>
            <pc:sldMk cId="2863164929" sldId="773"/>
            <ac:spMk id="11" creationId="{EAA32C65-6221-F52E-FD71-8495FDEFED2E}"/>
          </ac:spMkLst>
        </pc:spChg>
      </pc:sldChg>
    </pc:docChg>
  </pc:docChgLst>
  <pc:docChgLst>
    <pc:chgData name="東京海上日動システムズ　川又 聖史" userId="S::kawamata374512_gmail.com#ext#@ccken.onmicrosoft.com::08ddaa4a-df89-4426-a5e8-4dbd2fe77e14" providerId="AD" clId="Web-{CA150426-54F1-3860-FAE1-DF26C3D63DF4}"/>
    <pc:docChg chg="addSld modSld modSection">
      <pc:chgData name="東京海上日動システムズ　川又 聖史" userId="S::kawamata374512_gmail.com#ext#@ccken.onmicrosoft.com::08ddaa4a-df89-4426-a5e8-4dbd2fe77e14" providerId="AD" clId="Web-{CA150426-54F1-3860-FAE1-DF26C3D63DF4}" dt="2026-02-04T15:13:19.803" v="76" actId="20577"/>
      <pc:docMkLst>
        <pc:docMk/>
      </pc:docMkLst>
      <pc:sldChg chg="modSp modCm">
        <pc:chgData name="東京海上日動システムズ　川又 聖史" userId="S::kawamata374512_gmail.com#ext#@ccken.onmicrosoft.com::08ddaa4a-df89-4426-a5e8-4dbd2fe77e14" providerId="AD" clId="Web-{CA150426-54F1-3860-FAE1-DF26C3D63DF4}" dt="2026-02-04T15:13:19.803" v="76" actId="20577"/>
        <pc:sldMkLst>
          <pc:docMk/>
          <pc:sldMk cId="2585609864" sldId="805"/>
        </pc:sldMkLst>
        <pc:spChg chg="mod">
          <ac:chgData name="東京海上日動システムズ　川又 聖史" userId="S::kawamata374512_gmail.com#ext#@ccken.onmicrosoft.com::08ddaa4a-df89-4426-a5e8-4dbd2fe77e14" providerId="AD" clId="Web-{CA150426-54F1-3860-FAE1-DF26C3D63DF4}" dt="2026-02-04T15:13:19.803" v="76" actId="20577"/>
          <ac:spMkLst>
            <pc:docMk/>
            <pc:sldMk cId="2585609864" sldId="805"/>
            <ac:spMk id="33" creationId="{40BF9FC3-B5B4-3CB1-5485-A8795112790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東京海上日動システムズ　川又 聖史" userId="S::kawamata374512_gmail.com#ext#@ccken.onmicrosoft.com::08ddaa4a-df89-4426-a5e8-4dbd2fe77e14" providerId="AD" clId="Web-{CA150426-54F1-3860-FAE1-DF26C3D63DF4}" dt="2026-02-04T15:13:17.271" v="75" actId="20577"/>
              <pc2:cmMkLst xmlns:pc2="http://schemas.microsoft.com/office/powerpoint/2019/9/main/command">
                <pc:docMk/>
                <pc:sldMk cId="2585609864" sldId="805"/>
                <pc2:cmMk id="{D06FF855-5963-4C4A-9C6A-FEB0EE930F83}"/>
              </pc2:cmMkLst>
            </pc226:cmChg>
            <pc226:cmChg xmlns:pc226="http://schemas.microsoft.com/office/powerpoint/2022/06/main/command" chg="mod">
              <pc226:chgData name="東京海上日動システムズ　川又 聖史" userId="S::kawamata374512_gmail.com#ext#@ccken.onmicrosoft.com::08ddaa4a-df89-4426-a5e8-4dbd2fe77e14" providerId="AD" clId="Web-{CA150426-54F1-3860-FAE1-DF26C3D63DF4}" dt="2026-02-04T15:13:17.271" v="75" actId="20577"/>
              <pc2:cmMkLst xmlns:pc2="http://schemas.microsoft.com/office/powerpoint/2019/9/main/command">
                <pc:docMk/>
                <pc:sldMk cId="2585609864" sldId="805"/>
                <pc2:cmMk id="{E8C4E97F-E4E5-48FB-9525-9089D724DF4D}"/>
              </pc2:cmMkLst>
            </pc226:cmChg>
          </p:ext>
        </pc:extLst>
      </pc:sldChg>
    </pc:docChg>
  </pc:docChgLst>
  <pc:docChgLst>
    <pc:chgData name="MUIT　髙橋 博実" userId="S::hiromix222_msn.com#ext#@ccken.onmicrosoft.com::9d572560-7f87-4d11-90b9-a0fc016bcb45" providerId="AD" clId="Web-{D9985177-E39A-3E45-9555-F3C9F7A4B62C}"/>
    <pc:docChg chg="mod">
      <pc:chgData name="MUIT　髙橋 博実" userId="S::hiromix222_msn.com#ext#@ccken.onmicrosoft.com::9d572560-7f87-4d11-90b9-a0fc016bcb45" providerId="AD" clId="Web-{D9985177-E39A-3E45-9555-F3C9F7A4B62C}" dt="2026-02-04T10:08:10.797" v="0"/>
      <pc:docMkLst>
        <pc:docMk/>
      </pc:docMkLst>
    </pc:docChg>
  </pc:docChgLst>
  <pc:docChgLst>
    <pc:chgData name="主査　福島 直人" userId="S::naoto_2_fukushima@ccken.onmicrosoft.com::8f548a50-3d4a-4660-b17c-82fdb2003fd5" providerId="AD" clId="Web-{1A34AA74-0990-8481-B8CD-A9F7D781AEC8}"/>
    <pc:docChg chg="delSld modSld delSection modSection">
      <pc:chgData name="主査　福島 直人" userId="S::naoto_2_fukushima@ccken.onmicrosoft.com::8f548a50-3d4a-4660-b17c-82fdb2003fd5" providerId="AD" clId="Web-{1A34AA74-0990-8481-B8CD-A9F7D781AEC8}" dt="2026-02-12T13:04:42.063" v="145"/>
      <pc:docMkLst>
        <pc:docMk/>
      </pc:docMkLst>
    </pc:docChg>
  </pc:docChgLst>
  <pc:docChgLst>
    <pc:chgData name="東京海上日動システムズ　川又 聖史" userId="S::kawamata374512_gmail.com#ext#@ccken.onmicrosoft.com::08ddaa4a-df89-4426-a5e8-4dbd2fe77e14" providerId="AD" clId="Web-{1F9B9169-4D5C-E8E6-EED6-0B232A2172B4}"/>
    <pc:docChg chg="mod modSld">
      <pc:chgData name="東京海上日動システムズ　川又 聖史" userId="S::kawamata374512_gmail.com#ext#@ccken.onmicrosoft.com::08ddaa4a-df89-4426-a5e8-4dbd2fe77e14" providerId="AD" clId="Web-{1F9B9169-4D5C-E8E6-EED6-0B232A2172B4}" dt="2026-02-12T09:07:14.742" v="258" actId="20577"/>
      <pc:docMkLst>
        <pc:docMk/>
      </pc:docMkLst>
    </pc:docChg>
  </pc:docChgLst>
  <pc:docChgLst>
    <pc:chgData name="東京海上日動システムズ　遠藤 瞳" userId="S::totacana40_gmail.com#ext#@ccken.onmicrosoft.com::b4c57fd5-e1a5-4087-b897-60980b2db104" providerId="AD" clId="Web-{170783D1-1537-E7E1-2D4B-CA0A8EB4CCA5}"/>
    <pc:docChg chg="addSld modSld sldOrd modSection">
      <pc:chgData name="東京海上日動システムズ　遠藤 瞳" userId="S::totacana40_gmail.com#ext#@ccken.onmicrosoft.com::b4c57fd5-e1a5-4087-b897-60980b2db104" providerId="AD" clId="Web-{170783D1-1537-E7E1-2D4B-CA0A8EB4CCA5}" dt="2026-02-19T08:05:09.081" v="278"/>
      <pc:docMkLst>
        <pc:docMk/>
      </pc:docMkLst>
    </pc:docChg>
  </pc:docChgLst>
  <pc:docChgLst>
    <pc:chgData name="主査　福島 直人" userId="S::naoto_2_fukushima@ccken.onmicrosoft.com::8f548a50-3d4a-4660-b17c-82fdb2003fd5" providerId="AD" clId="Web-{EA4F2E13-CDF1-52D1-EFE5-6387EC4F0D69}"/>
    <pc:docChg chg="modSld">
      <pc:chgData name="主査　福島 直人" userId="S::naoto_2_fukushima@ccken.onmicrosoft.com::8f548a50-3d4a-4660-b17c-82fdb2003fd5" providerId="AD" clId="Web-{EA4F2E13-CDF1-52D1-EFE5-6387EC4F0D69}" dt="2026-03-01T04:29:24.355" v="8" actId="20577"/>
      <pc:docMkLst>
        <pc:docMk/>
      </pc:docMkLst>
      <pc:sldChg chg="modSp">
        <pc:chgData name="主査　福島 直人" userId="S::naoto_2_fukushima@ccken.onmicrosoft.com::8f548a50-3d4a-4660-b17c-82fdb2003fd5" providerId="AD" clId="Web-{EA4F2E13-CDF1-52D1-EFE5-6387EC4F0D69}" dt="2026-03-01T04:29:24.355" v="8" actId="20577"/>
        <pc:sldMkLst>
          <pc:docMk/>
          <pc:sldMk cId="2802704857" sldId="956"/>
        </pc:sldMkLst>
        <pc:spChg chg="mod">
          <ac:chgData name="主査　福島 直人" userId="S::naoto_2_fukushima@ccken.onmicrosoft.com::8f548a50-3d4a-4660-b17c-82fdb2003fd5" providerId="AD" clId="Web-{EA4F2E13-CDF1-52D1-EFE5-6387EC4F0D69}" dt="2026-03-01T04:29:24.355" v="8" actId="20577"/>
          <ac:spMkLst>
            <pc:docMk/>
            <pc:sldMk cId="2802704857" sldId="956"/>
            <ac:spMk id="17" creationId="{0C0DD888-EB56-B2B0-A5ED-9362C620C6AB}"/>
          </ac:spMkLst>
        </pc:spChg>
      </pc:sldChg>
      <pc:sldChg chg="modSp">
        <pc:chgData name="主査　福島 直人" userId="S::naoto_2_fukushima@ccken.onmicrosoft.com::8f548a50-3d4a-4660-b17c-82fdb2003fd5" providerId="AD" clId="Web-{EA4F2E13-CDF1-52D1-EFE5-6387EC4F0D69}" dt="2026-03-01T04:27:39.221" v="7" actId="20577"/>
        <pc:sldMkLst>
          <pc:docMk/>
          <pc:sldMk cId="490314474" sldId="961"/>
        </pc:sldMkLst>
      </pc:sldChg>
    </pc:docChg>
  </pc:docChgLst>
  <pc:docChgLst>
    <pc:chgData name="主査　福島 直人" userId="S::naoto_2_fukushima@ccken.onmicrosoft.com::8f548a50-3d4a-4660-b17c-82fdb2003fd5" providerId="AD" clId="Web-{742EC931-7F23-F540-8770-02DCB5851FA3}"/>
    <pc:docChg chg="modSld">
      <pc:chgData name="主査　福島 直人" userId="S::naoto_2_fukushima@ccken.onmicrosoft.com::8f548a50-3d4a-4660-b17c-82fdb2003fd5" providerId="AD" clId="Web-{742EC931-7F23-F540-8770-02DCB5851FA3}" dt="2026-02-28T14:10:26.525" v="10" actId="20577"/>
      <pc:docMkLst>
        <pc:docMk/>
      </pc:docMkLst>
      <pc:sldChg chg="modSp">
        <pc:chgData name="主査　福島 直人" userId="S::naoto_2_fukushima@ccken.onmicrosoft.com::8f548a50-3d4a-4660-b17c-82fdb2003fd5" providerId="AD" clId="Web-{742EC931-7F23-F540-8770-02DCB5851FA3}" dt="2026-02-28T14:10:26.525" v="10" actId="20577"/>
        <pc:sldMkLst>
          <pc:docMk/>
          <pc:sldMk cId="3851575879" sldId="988"/>
        </pc:sldMkLst>
        <pc:spChg chg="mod">
          <ac:chgData name="主査　福島 直人" userId="S::naoto_2_fukushima@ccken.onmicrosoft.com::8f548a50-3d4a-4660-b17c-82fdb2003fd5" providerId="AD" clId="Web-{742EC931-7F23-F540-8770-02DCB5851FA3}" dt="2026-02-28T14:10:26.525" v="10" actId="20577"/>
          <ac:spMkLst>
            <pc:docMk/>
            <pc:sldMk cId="3851575879" sldId="988"/>
            <ac:spMk id="5" creationId="{A2E82C1C-953C-40E1-EAE2-8EB4A0D8728D}"/>
          </ac:spMkLst>
        </pc:spChg>
      </pc:sldChg>
    </pc:docChg>
  </pc:docChgLst>
  <pc:docChgLst>
    <pc:chgData name="明治安田　荻野 純平" userId="S::jy-ogino@ccken.onmicrosoft.com::27cba3d8-e4d3-428c-9353-43187c47438c" providerId="AD" clId="Web-{29EB9731-FCF7-7CC2-3F86-218A73EBC460}"/>
    <pc:docChg chg="addSld delSld modSld modSection">
      <pc:chgData name="明治安田　荻野 純平" userId="S::jy-ogino@ccken.onmicrosoft.com::27cba3d8-e4d3-428c-9353-43187c47438c" providerId="AD" clId="Web-{29EB9731-FCF7-7CC2-3F86-218A73EBC460}" dt="2026-02-25T15:51:19.597" v="5" actId="14100"/>
      <pc:docMkLst>
        <pc:docMk/>
      </pc:docMkLst>
    </pc:docChg>
  </pc:docChgLst>
  <pc:docChgLst>
    <pc:chgData name="主査　福島 直人" userId="S::naoto_2_fukushima@ccken.onmicrosoft.com::8f548a50-3d4a-4660-b17c-82fdb2003fd5" providerId="AD" clId="Web-{BE037EAD-1EE2-A099-5001-42D080188C80}"/>
    <pc:docChg chg="modSld">
      <pc:chgData name="主査　福島 直人" userId="S::naoto_2_fukushima@ccken.onmicrosoft.com::8f548a50-3d4a-4660-b17c-82fdb2003fd5" providerId="AD" clId="Web-{BE037EAD-1EE2-A099-5001-42D080188C80}" dt="2026-02-28T13:38:13.466" v="190" actId="1076"/>
      <pc:docMkLst>
        <pc:docMk/>
      </pc:docMkLst>
      <pc:sldChg chg="modSp">
        <pc:chgData name="主査　福島 直人" userId="S::naoto_2_fukushima@ccken.onmicrosoft.com::8f548a50-3d4a-4660-b17c-82fdb2003fd5" providerId="AD" clId="Web-{BE037EAD-1EE2-A099-5001-42D080188C80}" dt="2026-02-28T13:03:25.917" v="4" actId="20577"/>
        <pc:sldMkLst>
          <pc:docMk/>
          <pc:sldMk cId="2802704857" sldId="956"/>
        </pc:sldMkLst>
        <pc:spChg chg="mod">
          <ac:chgData name="主査　福島 直人" userId="S::naoto_2_fukushima@ccken.onmicrosoft.com::8f548a50-3d4a-4660-b17c-82fdb2003fd5" providerId="AD" clId="Web-{BE037EAD-1EE2-A099-5001-42D080188C80}" dt="2026-02-28T13:03:25.917" v="4" actId="20577"/>
          <ac:spMkLst>
            <pc:docMk/>
            <pc:sldMk cId="2802704857" sldId="956"/>
            <ac:spMk id="15" creationId="{9B6757F5-7E80-840A-3F45-58AB389FFEA0}"/>
          </ac:spMkLst>
        </pc:spChg>
      </pc:sldChg>
      <pc:sldChg chg="addSp modSp">
        <pc:chgData name="主査　福島 直人" userId="S::naoto_2_fukushima@ccken.onmicrosoft.com::8f548a50-3d4a-4660-b17c-82fdb2003fd5" providerId="AD" clId="Web-{BE037EAD-1EE2-A099-5001-42D080188C80}" dt="2026-02-28T13:32:45.196" v="188"/>
        <pc:sldMkLst>
          <pc:docMk/>
          <pc:sldMk cId="3211560190" sldId="974"/>
        </pc:sldMkLst>
        <pc:spChg chg="add mod">
          <ac:chgData name="主査　福島 直人" userId="S::naoto_2_fukushima@ccken.onmicrosoft.com::8f548a50-3d4a-4660-b17c-82fdb2003fd5" providerId="AD" clId="Web-{BE037EAD-1EE2-A099-5001-42D080188C80}" dt="2026-02-28T13:30:06.205" v="173"/>
          <ac:spMkLst>
            <pc:docMk/>
            <pc:sldMk cId="3211560190" sldId="974"/>
            <ac:spMk id="4" creationId="{0ADC8310-974F-6211-52F8-344064E7ED6A}"/>
          </ac:spMkLst>
        </pc:spChg>
        <pc:spChg chg="mod">
          <ac:chgData name="主査　福島 直人" userId="S::naoto_2_fukushima@ccken.onmicrosoft.com::8f548a50-3d4a-4660-b17c-82fdb2003fd5" providerId="AD" clId="Web-{BE037EAD-1EE2-A099-5001-42D080188C80}" dt="2026-02-28T13:31:45.351" v="180" actId="20577"/>
          <ac:spMkLst>
            <pc:docMk/>
            <pc:sldMk cId="3211560190" sldId="974"/>
            <ac:spMk id="26" creationId="{37BDFC22-17F5-C34B-13D9-790848410026}"/>
          </ac:spMkLst>
        </pc:spChg>
        <pc:spChg chg="mod">
          <ac:chgData name="主査　福島 直人" userId="S::naoto_2_fukushima@ccken.onmicrosoft.com::8f548a50-3d4a-4660-b17c-82fdb2003fd5" providerId="AD" clId="Web-{BE037EAD-1EE2-A099-5001-42D080188C80}" dt="2026-02-28T13:29:37.703" v="170" actId="14100"/>
          <ac:spMkLst>
            <pc:docMk/>
            <pc:sldMk cId="3211560190" sldId="974"/>
            <ac:spMk id="33" creationId="{2A57F66B-81EC-7721-AADD-E559D4031237}"/>
          </ac:spMkLst>
        </pc:spChg>
        <pc:spChg chg="mod">
          <ac:chgData name="主査　福島 直人" userId="S::naoto_2_fukushima@ccken.onmicrosoft.com::8f548a50-3d4a-4660-b17c-82fdb2003fd5" providerId="AD" clId="Web-{BE037EAD-1EE2-A099-5001-42D080188C80}" dt="2026-02-28T13:32:22.117" v="184"/>
          <ac:spMkLst>
            <pc:docMk/>
            <pc:sldMk cId="3211560190" sldId="974"/>
            <ac:spMk id="34" creationId="{D5C1638D-3515-193E-5815-60845DC06557}"/>
          </ac:spMkLst>
        </pc:spChg>
        <pc:spChg chg="mod">
          <ac:chgData name="主査　福島 直人" userId="S::naoto_2_fukushima@ccken.onmicrosoft.com::8f548a50-3d4a-4660-b17c-82fdb2003fd5" providerId="AD" clId="Web-{BE037EAD-1EE2-A099-5001-42D080188C80}" dt="2026-02-28T13:32:45.196" v="188"/>
          <ac:spMkLst>
            <pc:docMk/>
            <pc:sldMk cId="3211560190" sldId="974"/>
            <ac:spMk id="35" creationId="{F0353F11-5C00-B855-02F0-A680239985F3}"/>
          </ac:spMkLst>
        </pc:spChg>
        <pc:spChg chg="mod">
          <ac:chgData name="主査　福島 直人" userId="S::naoto_2_fukushima@ccken.onmicrosoft.com::8f548a50-3d4a-4660-b17c-82fdb2003fd5" providerId="AD" clId="Web-{BE037EAD-1EE2-A099-5001-42D080188C80}" dt="2026-02-28T13:32:30.930" v="186"/>
          <ac:spMkLst>
            <pc:docMk/>
            <pc:sldMk cId="3211560190" sldId="974"/>
            <ac:spMk id="36" creationId="{24E300A5-2393-2C6B-48B5-3FFC1252FDD1}"/>
          </ac:spMkLst>
        </pc:spChg>
        <pc:picChg chg="mod">
          <ac:chgData name="主査　福島 直人" userId="S::naoto_2_fukushima@ccken.onmicrosoft.com::8f548a50-3d4a-4660-b17c-82fdb2003fd5" providerId="AD" clId="Web-{BE037EAD-1EE2-A099-5001-42D080188C80}" dt="2026-02-28T13:27:49.224" v="156" actId="1076"/>
          <ac:picMkLst>
            <pc:docMk/>
            <pc:sldMk cId="3211560190" sldId="974"/>
            <ac:picMk id="38" creationId="{1F592E7A-FCDF-5C0A-B7A7-1F04376CAC4B}"/>
          </ac:picMkLst>
        </pc:picChg>
        <pc:picChg chg="mod">
          <ac:chgData name="主査　福島 直人" userId="S::naoto_2_fukushima@ccken.onmicrosoft.com::8f548a50-3d4a-4660-b17c-82fdb2003fd5" providerId="AD" clId="Web-{BE037EAD-1EE2-A099-5001-42D080188C80}" dt="2026-02-28T13:27:52.850" v="157" actId="1076"/>
          <ac:picMkLst>
            <pc:docMk/>
            <pc:sldMk cId="3211560190" sldId="974"/>
            <ac:picMk id="40" creationId="{C9828109-9EB9-6A4A-8C80-A7A9A5E15BE7}"/>
          </ac:picMkLst>
        </pc:picChg>
        <pc:picChg chg="mod">
          <ac:chgData name="主査　福島 直人" userId="S::naoto_2_fukushima@ccken.onmicrosoft.com::8f548a50-3d4a-4660-b17c-82fdb2003fd5" providerId="AD" clId="Web-{BE037EAD-1EE2-A099-5001-42D080188C80}" dt="2026-02-28T13:27:56.928" v="158" actId="1076"/>
          <ac:picMkLst>
            <pc:docMk/>
            <pc:sldMk cId="3211560190" sldId="974"/>
            <ac:picMk id="42" creationId="{E2AB616B-F934-0CD1-EFF8-1766C8C2CD07}"/>
          </ac:picMkLst>
        </pc:picChg>
      </pc:sldChg>
      <pc:sldChg chg="addSp delSp modSp">
        <pc:chgData name="主査　福島 直人" userId="S::naoto_2_fukushima@ccken.onmicrosoft.com::8f548a50-3d4a-4660-b17c-82fdb2003fd5" providerId="AD" clId="Web-{BE037EAD-1EE2-A099-5001-42D080188C80}" dt="2026-02-28T13:17:36.907" v="126" actId="20577"/>
        <pc:sldMkLst>
          <pc:docMk/>
          <pc:sldMk cId="1056783319" sldId="1009"/>
        </pc:sldMkLst>
        <pc:spChg chg="add mod">
          <ac:chgData name="主査　福島 直人" userId="S::naoto_2_fukushima@ccken.onmicrosoft.com::8f548a50-3d4a-4660-b17c-82fdb2003fd5" providerId="AD" clId="Web-{BE037EAD-1EE2-A099-5001-42D080188C80}" dt="2026-02-28T13:17:36.907" v="126" actId="20577"/>
          <ac:spMkLst>
            <pc:docMk/>
            <pc:sldMk cId="1056783319" sldId="1009"/>
            <ac:spMk id="5" creationId="{F9CBEA9A-E724-04B6-2600-B2CA3200BE7B}"/>
          </ac:spMkLst>
        </pc:spChg>
      </pc:sldChg>
      <pc:sldChg chg="addSp delSp modSp">
        <pc:chgData name="主査　福島 直人" userId="S::naoto_2_fukushima@ccken.onmicrosoft.com::8f548a50-3d4a-4660-b17c-82fdb2003fd5" providerId="AD" clId="Web-{BE037EAD-1EE2-A099-5001-42D080188C80}" dt="2026-02-28T13:17:48.190" v="128" actId="14100"/>
        <pc:sldMkLst>
          <pc:docMk/>
          <pc:sldMk cId="865026807" sldId="1010"/>
        </pc:sldMkLst>
        <pc:spChg chg="add mod">
          <ac:chgData name="主査　福島 直人" userId="S::naoto_2_fukushima@ccken.onmicrosoft.com::8f548a50-3d4a-4660-b17c-82fdb2003fd5" providerId="AD" clId="Web-{BE037EAD-1EE2-A099-5001-42D080188C80}" dt="2026-02-28T13:17:48.190" v="128" actId="14100"/>
          <ac:spMkLst>
            <pc:docMk/>
            <pc:sldMk cId="865026807" sldId="1010"/>
            <ac:spMk id="5" creationId="{F1D3460F-4374-7BE1-3074-B4BE06B78F66}"/>
          </ac:spMkLst>
        </pc:spChg>
      </pc:sldChg>
      <pc:sldChg chg="addSp delSp modSp">
        <pc:chgData name="主査　福島 直人" userId="S::naoto_2_fukushima@ccken.onmicrosoft.com::8f548a50-3d4a-4660-b17c-82fdb2003fd5" providerId="AD" clId="Web-{BE037EAD-1EE2-A099-5001-42D080188C80}" dt="2026-02-28T13:17:20.156" v="121" actId="14100"/>
        <pc:sldMkLst>
          <pc:docMk/>
          <pc:sldMk cId="3418834785" sldId="1011"/>
        </pc:sldMkLst>
        <pc:spChg chg="add mod">
          <ac:chgData name="主査　福島 直人" userId="S::naoto_2_fukushima@ccken.onmicrosoft.com::8f548a50-3d4a-4660-b17c-82fdb2003fd5" providerId="AD" clId="Web-{BE037EAD-1EE2-A099-5001-42D080188C80}" dt="2026-02-28T13:17:20.156" v="121" actId="14100"/>
          <ac:spMkLst>
            <pc:docMk/>
            <pc:sldMk cId="3418834785" sldId="1011"/>
            <ac:spMk id="5" creationId="{7D334C41-1DB8-4970-E479-FBA27D63187B}"/>
          </ac:spMkLst>
        </pc:spChg>
      </pc:sldChg>
    </pc:docChg>
  </pc:docChgLst>
  <pc:docChgLst>
    <pc:chgData name="明治安田　八木 彰之" userId="S::ak-yagi@ccken.onmicrosoft.com::d1f97d3f-409d-461c-820e-b1af6ee40ad0" providerId="AD" clId="Web-{B043E974-9B3A-A5E0-DBF2-3D38E3D6F01D}"/>
    <pc:docChg chg="modSld">
      <pc:chgData name="明治安田　八木 彰之" userId="S::ak-yagi@ccken.onmicrosoft.com::d1f97d3f-409d-461c-820e-b1af6ee40ad0" providerId="AD" clId="Web-{B043E974-9B3A-A5E0-DBF2-3D38E3D6F01D}" dt="2026-02-12T03:46:44.746" v="19"/>
      <pc:docMkLst>
        <pc:docMk/>
      </pc:docMkLst>
    </pc:docChg>
  </pc:docChgLst>
  <pc:docChgLst>
    <pc:chgData name="SOTA UENO (MC-TOK/PW)" userId="1cd39bfe-2c13-4d1e-9169-059e09dcc08c" providerId="ADAL" clId="{E7F4A26F-4655-4017-9585-82B4B156769E}"/>
    <pc:docChg chg="undo redo custSel addSld delSld modSld sldOrd modMainMaster modSection">
      <pc:chgData name="SOTA UENO (MC-TOK/PW)" userId="1cd39bfe-2c13-4d1e-9169-059e09dcc08c" providerId="ADAL" clId="{E7F4A26F-4655-4017-9585-82B4B156769E}" dt="2026-03-03T02:10:12.121" v="23485" actId="20577"/>
      <pc:docMkLst>
        <pc:docMk/>
      </pc:docMkLst>
      <pc:sldChg chg="add">
        <pc:chgData name="SOTA UENO (MC-TOK/PW)" userId="1cd39bfe-2c13-4d1e-9169-059e09dcc08c" providerId="ADAL" clId="{E7F4A26F-4655-4017-9585-82B4B156769E}" dt="2026-02-12T10:28:30.277" v="15639"/>
        <pc:sldMkLst>
          <pc:docMk/>
          <pc:sldMk cId="2148309104" sldId="768"/>
        </pc:sldMkLst>
      </pc:sldChg>
      <pc:sldChg chg="addSp delSp modSp add mod ord modCm">
        <pc:chgData name="SOTA UENO (MC-TOK/PW)" userId="1cd39bfe-2c13-4d1e-9169-059e09dcc08c" providerId="ADAL" clId="{E7F4A26F-4655-4017-9585-82B4B156769E}" dt="2026-02-19T06:48:28.896" v="16082" actId="20577"/>
        <pc:sldMkLst>
          <pc:docMk/>
          <pc:sldMk cId="2863164929" sldId="773"/>
        </pc:sldMkLst>
        <pc:spChg chg="mod">
          <ac:chgData name="SOTA UENO (MC-TOK/PW)" userId="1cd39bfe-2c13-4d1e-9169-059e09dcc08c" providerId="ADAL" clId="{E7F4A26F-4655-4017-9585-82B4B156769E}" dt="2026-02-12T10:49:23.473" v="16043"/>
          <ac:spMkLst>
            <pc:docMk/>
            <pc:sldMk cId="2863164929" sldId="773"/>
            <ac:spMk id="3" creationId="{2FF11C97-A0C6-892C-4B18-E03E386E498A}"/>
          </ac:spMkLst>
        </pc:spChg>
        <pc:spChg chg="mod">
          <ac:chgData name="SOTA UENO (MC-TOK/PW)" userId="1cd39bfe-2c13-4d1e-9169-059e09dcc08c" providerId="ADAL" clId="{E7F4A26F-4655-4017-9585-82B4B156769E}" dt="2026-02-06T02:58:53.571" v="13955" actId="14100"/>
          <ac:spMkLst>
            <pc:docMk/>
            <pc:sldMk cId="2863164929" sldId="773"/>
            <ac:spMk id="4" creationId="{7FF48C40-2ACA-16A9-FA39-AA402A56C1E1}"/>
          </ac:spMkLst>
        </pc:spChg>
        <pc:spChg chg="add mod">
          <ac:chgData name="SOTA UENO (MC-TOK/PW)" userId="1cd39bfe-2c13-4d1e-9169-059e09dcc08c" providerId="ADAL" clId="{E7F4A26F-4655-4017-9585-82B4B156769E}" dt="2026-02-12T08:13:28.898" v="14348" actId="14100"/>
          <ac:spMkLst>
            <pc:docMk/>
            <pc:sldMk cId="2863164929" sldId="773"/>
            <ac:spMk id="8" creationId="{590543FC-3681-ECDB-74D6-17456524A067}"/>
          </ac:spMkLst>
        </pc:spChg>
        <pc:spChg chg="add mod">
          <ac:chgData name="SOTA UENO (MC-TOK/PW)" userId="1cd39bfe-2c13-4d1e-9169-059e09dcc08c" providerId="ADAL" clId="{E7F4A26F-4655-4017-9585-82B4B156769E}" dt="2026-02-12T10:47:01.628" v="16036" actId="20577"/>
          <ac:spMkLst>
            <pc:docMk/>
            <pc:sldMk cId="2863164929" sldId="773"/>
            <ac:spMk id="11" creationId="{EAA32C65-6221-F52E-FD71-8495FDEFED2E}"/>
          </ac:spMkLst>
        </pc:spChg>
        <pc:spChg chg="add mod">
          <ac:chgData name="SOTA UENO (MC-TOK/PW)" userId="1cd39bfe-2c13-4d1e-9169-059e09dcc08c" providerId="ADAL" clId="{E7F4A26F-4655-4017-9585-82B4B156769E}" dt="2026-02-12T10:33:56.108" v="15809" actId="20577"/>
          <ac:spMkLst>
            <pc:docMk/>
            <pc:sldMk cId="2863164929" sldId="773"/>
            <ac:spMk id="13" creationId="{F967AD52-8CCD-A45B-6CC3-8156C90EA7D9}"/>
          </ac:spMkLst>
        </pc:spChg>
        <pc:spChg chg="add mod">
          <ac:chgData name="SOTA UENO (MC-TOK/PW)" userId="1cd39bfe-2c13-4d1e-9169-059e09dcc08c" providerId="ADAL" clId="{E7F4A26F-4655-4017-9585-82B4B156769E}" dt="2026-02-19T06:48:28.896" v="16082" actId="20577"/>
          <ac:spMkLst>
            <pc:docMk/>
            <pc:sldMk cId="2863164929" sldId="773"/>
            <ac:spMk id="16" creationId="{376FFBE3-3FC4-D1DA-7323-AE428AA8AB37}"/>
          </ac:spMkLst>
        </pc:spChg>
        <pc:spChg chg="add mod">
          <ac:chgData name="SOTA UENO (MC-TOK/PW)" userId="1cd39bfe-2c13-4d1e-9169-059e09dcc08c" providerId="ADAL" clId="{E7F4A26F-4655-4017-9585-82B4B156769E}" dt="2026-02-12T10:42:10.254" v="16012" actId="20577"/>
          <ac:spMkLst>
            <pc:docMk/>
            <pc:sldMk cId="2863164929" sldId="773"/>
            <ac:spMk id="17" creationId="{67C8EBDA-33F2-D4C4-747B-0442AC70B707}"/>
          </ac:spMkLst>
        </pc:spChg>
        <pc:spChg chg="add mod">
          <ac:chgData name="SOTA UENO (MC-TOK/PW)" userId="1cd39bfe-2c13-4d1e-9169-059e09dcc08c" providerId="ADAL" clId="{E7F4A26F-4655-4017-9585-82B4B156769E}" dt="2026-02-12T08:10:09.673" v="14247" actId="14100"/>
          <ac:spMkLst>
            <pc:docMk/>
            <pc:sldMk cId="2863164929" sldId="773"/>
            <ac:spMk id="18" creationId="{ADDF69F5-F394-A87F-ABDA-900938B99B1A}"/>
          </ac:spMkLst>
        </pc:spChg>
        <pc:spChg chg="add mod">
          <ac:chgData name="SOTA UENO (MC-TOK/PW)" userId="1cd39bfe-2c13-4d1e-9169-059e09dcc08c" providerId="ADAL" clId="{E7F4A26F-4655-4017-9585-82B4B156769E}" dt="2026-02-12T08:10:14.059" v="14248" actId="14100"/>
          <ac:spMkLst>
            <pc:docMk/>
            <pc:sldMk cId="2863164929" sldId="773"/>
            <ac:spMk id="19" creationId="{6688EC11-1273-B668-EF15-0F8223BE3F9A}"/>
          </ac:spMkLst>
        </pc:spChg>
        <pc:spChg chg="add mod">
          <ac:chgData name="SOTA UENO (MC-TOK/PW)" userId="1cd39bfe-2c13-4d1e-9169-059e09dcc08c" providerId="ADAL" clId="{E7F4A26F-4655-4017-9585-82B4B156769E}" dt="2026-02-12T10:40:47.938" v="16000" actId="20577"/>
          <ac:spMkLst>
            <pc:docMk/>
            <pc:sldMk cId="2863164929" sldId="773"/>
            <ac:spMk id="20" creationId="{5CF8CD79-B058-5A4A-076D-A2CCB4C0DE3E}"/>
          </ac:spMkLst>
        </pc:spChg>
        <pc:spChg chg="add mod">
          <ac:chgData name="SOTA UENO (MC-TOK/PW)" userId="1cd39bfe-2c13-4d1e-9169-059e09dcc08c" providerId="ADAL" clId="{E7F4A26F-4655-4017-9585-82B4B156769E}" dt="2026-02-06T02:58:41.612" v="13954" actId="1076"/>
          <ac:spMkLst>
            <pc:docMk/>
            <pc:sldMk cId="2863164929" sldId="773"/>
            <ac:spMk id="24" creationId="{5B03ED13-78C3-4E63-9B8A-60EDE21F5CFD}"/>
          </ac:spMkLst>
        </pc:spChg>
        <pc:grpChg chg="add mod">
          <ac:chgData name="SOTA UENO (MC-TOK/PW)" userId="1cd39bfe-2c13-4d1e-9169-059e09dcc08c" providerId="ADAL" clId="{E7F4A26F-4655-4017-9585-82B4B156769E}" dt="2026-02-12T08:10:09.673" v="14247" actId="14100"/>
          <ac:grpSpMkLst>
            <pc:docMk/>
            <pc:sldMk cId="2863164929" sldId="773"/>
            <ac:grpSpMk id="21" creationId="{9DC49EE3-E6C6-E6CA-CF58-07CFF641F675}"/>
          </ac:grpSpMkLst>
        </pc:grpChg>
        <pc:grpChg chg="add mod">
          <ac:chgData name="SOTA UENO (MC-TOK/PW)" userId="1cd39bfe-2c13-4d1e-9169-059e09dcc08c" providerId="ADAL" clId="{E7F4A26F-4655-4017-9585-82B4B156769E}" dt="2026-02-12T08:10:14.059" v="14248" actId="14100"/>
          <ac:grpSpMkLst>
            <pc:docMk/>
            <pc:sldMk cId="2863164929" sldId="773"/>
            <ac:grpSpMk id="22" creationId="{D6D446C0-EE4B-CE5C-103C-1F1123F51E9C}"/>
          </ac:grpSpMkLst>
        </pc:grpChg>
        <pc:grpChg chg="add mod">
          <ac:chgData name="SOTA UENO (MC-TOK/PW)" userId="1cd39bfe-2c13-4d1e-9169-059e09dcc08c" providerId="ADAL" clId="{E7F4A26F-4655-4017-9585-82B4B156769E}" dt="2026-02-12T08:10:19.234" v="14249" actId="14100"/>
          <ac:grpSpMkLst>
            <pc:docMk/>
            <pc:sldMk cId="2863164929" sldId="773"/>
            <ac:grpSpMk id="23" creationId="{14D48F7E-3530-07A3-FD72-AA4DE05942D6}"/>
          </ac:grpSpMkLst>
        </pc:grpChg>
        <pc:graphicFrameChg chg="add mod ord modVis">
          <ac:chgData name="SOTA UENO (MC-TOK/PW)" userId="1cd39bfe-2c13-4d1e-9169-059e09dcc08c" providerId="ADAL" clId="{E7F4A26F-4655-4017-9585-82B4B156769E}" dt="2026-02-12T10:49:23.566" v="16057"/>
          <ac:graphicFrameMkLst>
            <pc:docMk/>
            <pc:sldMk cId="2863164929" sldId="773"/>
            <ac:graphicFrameMk id="5" creationId="{02B56DFF-F25A-E067-55A6-D1FE4E9450A8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SOTA UENO (MC-TOK/PW)" userId="1cd39bfe-2c13-4d1e-9169-059e09dcc08c" providerId="ADAL" clId="{E7F4A26F-4655-4017-9585-82B4B156769E}" dt="2026-02-12T10:47:01.628" v="16036" actId="20577"/>
              <pc2:cmMkLst xmlns:pc2="http://schemas.microsoft.com/office/powerpoint/2019/9/main/command">
                <pc:docMk/>
                <pc:sldMk cId="2863164929" sldId="773"/>
                <pc2:cmMk id="{4ED0C621-314D-46C0-9704-B6D7D0A3DD87}"/>
              </pc2:cmMkLst>
            </pc226:cmChg>
            <pc226:cmChg xmlns:pc226="http://schemas.microsoft.com/office/powerpoint/2022/06/main/command" chg="mod">
              <pc226:chgData name="SOTA UENO (MC-TOK/PW)" userId="1cd39bfe-2c13-4d1e-9169-059e09dcc08c" providerId="ADAL" clId="{E7F4A26F-4655-4017-9585-82B4B156769E}" dt="2026-02-12T10:47:01.628" v="16036" actId="20577"/>
              <pc2:cmMkLst xmlns:pc2="http://schemas.microsoft.com/office/powerpoint/2019/9/main/command">
                <pc:docMk/>
                <pc:sldMk cId="2863164929" sldId="773"/>
                <pc2:cmMk id="{3E7CD682-986C-4930-9359-D442E3578B9F}"/>
              </pc2:cmMkLst>
            </pc226:cmChg>
          </p:ext>
        </pc:extLst>
      </pc:sldChg>
      <pc:sldChg chg="add">
        <pc:chgData name="SOTA UENO (MC-TOK/PW)" userId="1cd39bfe-2c13-4d1e-9169-059e09dcc08c" providerId="ADAL" clId="{E7F4A26F-4655-4017-9585-82B4B156769E}" dt="2026-02-12T10:28:30.277" v="15639"/>
        <pc:sldMkLst>
          <pc:docMk/>
          <pc:sldMk cId="65644837" sldId="799"/>
        </pc:sldMkLst>
      </pc:sldChg>
      <pc:sldChg chg="addSp delSp modSp add mod">
        <pc:chgData name="SOTA UENO (MC-TOK/PW)" userId="1cd39bfe-2c13-4d1e-9169-059e09dcc08c" providerId="ADAL" clId="{E7F4A26F-4655-4017-9585-82B4B156769E}" dt="2026-02-25T04:55:07.095" v="18563" actId="478"/>
        <pc:sldMkLst>
          <pc:docMk/>
          <pc:sldMk cId="2104226278" sldId="925"/>
        </pc:sldMkLst>
        <pc:spChg chg="mod">
          <ac:chgData name="SOTA UENO (MC-TOK/PW)" userId="1cd39bfe-2c13-4d1e-9169-059e09dcc08c" providerId="ADAL" clId="{E7F4A26F-4655-4017-9585-82B4B156769E}" dt="2026-02-12T10:05:31.828" v="15154"/>
          <ac:spMkLst>
            <pc:docMk/>
            <pc:sldMk cId="2104226278" sldId="925"/>
            <ac:spMk id="2" creationId="{D702103C-912C-B7C0-B3CC-35BABB6224E6}"/>
          </ac:spMkLst>
        </pc:spChg>
        <pc:spChg chg="mod">
          <ac:chgData name="SOTA UENO (MC-TOK/PW)" userId="1cd39bfe-2c13-4d1e-9169-059e09dcc08c" providerId="ADAL" clId="{E7F4A26F-4655-4017-9585-82B4B156769E}" dt="2026-02-12T10:05:31.830" v="15155"/>
          <ac:spMkLst>
            <pc:docMk/>
            <pc:sldMk cId="2104226278" sldId="925"/>
            <ac:spMk id="3" creationId="{632A0B57-D434-686B-4A37-A4A1E064E811}"/>
          </ac:spMkLst>
        </pc:spChg>
        <pc:spChg chg="mod ord">
          <ac:chgData name="SOTA UENO (MC-TOK/PW)" userId="1cd39bfe-2c13-4d1e-9169-059e09dcc08c" providerId="ADAL" clId="{E7F4A26F-4655-4017-9585-82B4B156769E}" dt="2026-02-12T10:05:31.831" v="15157"/>
          <ac:spMkLst>
            <pc:docMk/>
            <pc:sldMk cId="2104226278" sldId="925"/>
            <ac:spMk id="4" creationId="{38AF7428-4374-5A78-5C06-9D6202138608}"/>
          </ac:spMkLst>
        </pc:spChg>
        <pc:spChg chg="mod">
          <ac:chgData name="SOTA UENO (MC-TOK/PW)" userId="1cd39bfe-2c13-4d1e-9169-059e09dcc08c" providerId="ADAL" clId="{E7F4A26F-4655-4017-9585-82B4B156769E}" dt="2026-02-12T10:05:31.821" v="15153"/>
          <ac:spMkLst>
            <pc:docMk/>
            <pc:sldMk cId="2104226278" sldId="925"/>
            <ac:spMk id="8" creationId="{86440CC3-A7FA-CFCE-E7B3-E982C5743E8B}"/>
          </ac:spMkLst>
        </pc:spChg>
        <pc:spChg chg="mod ord">
          <ac:chgData name="SOTA UENO (MC-TOK/PW)" userId="1cd39bfe-2c13-4d1e-9169-059e09dcc08c" providerId="ADAL" clId="{E7F4A26F-4655-4017-9585-82B4B156769E}" dt="2026-02-12T10:05:31.834" v="15163"/>
          <ac:spMkLst>
            <pc:docMk/>
            <pc:sldMk cId="2104226278" sldId="925"/>
            <ac:spMk id="10" creationId="{3C49770F-B597-99E3-4C3F-7045D2CD7F66}"/>
          </ac:spMkLst>
        </pc:spChg>
        <pc:spChg chg="mod ord">
          <ac:chgData name="SOTA UENO (MC-TOK/PW)" userId="1cd39bfe-2c13-4d1e-9169-059e09dcc08c" providerId="ADAL" clId="{E7F4A26F-4655-4017-9585-82B4B156769E}" dt="2026-02-12T10:10:56.342" v="15302" actId="121"/>
          <ac:spMkLst>
            <pc:docMk/>
            <pc:sldMk cId="2104226278" sldId="925"/>
            <ac:spMk id="13" creationId="{9B5B5492-8B1D-8981-592B-5C34DC95A388}"/>
          </ac:spMkLst>
        </pc:spChg>
        <pc:spChg chg="add mod">
          <ac:chgData name="SOTA UENO (MC-TOK/PW)" userId="1cd39bfe-2c13-4d1e-9169-059e09dcc08c" providerId="ADAL" clId="{E7F4A26F-4655-4017-9585-82B4B156769E}" dt="2026-02-12T10:05:51.120" v="15184" actId="14100"/>
          <ac:spMkLst>
            <pc:docMk/>
            <pc:sldMk cId="2104226278" sldId="925"/>
            <ac:spMk id="18" creationId="{CE2AF48B-40E2-F093-AF17-23E521A77004}"/>
          </ac:spMkLst>
        </pc:spChg>
        <pc:spChg chg="add mod">
          <ac:chgData name="SOTA UENO (MC-TOK/PW)" userId="1cd39bfe-2c13-4d1e-9169-059e09dcc08c" providerId="ADAL" clId="{E7F4A26F-4655-4017-9585-82B4B156769E}" dt="2026-02-12T10:07:31.204" v="15230" actId="1036"/>
          <ac:spMkLst>
            <pc:docMk/>
            <pc:sldMk cId="2104226278" sldId="925"/>
            <ac:spMk id="23" creationId="{130D5950-AD91-727F-1D71-7978D671ECA8}"/>
          </ac:spMkLst>
        </pc:spChg>
        <pc:spChg chg="mod ord">
          <ac:chgData name="SOTA UENO (MC-TOK/PW)" userId="1cd39bfe-2c13-4d1e-9169-059e09dcc08c" providerId="ADAL" clId="{E7F4A26F-4655-4017-9585-82B4B156769E}" dt="2026-02-12T10:07:31.204" v="15230" actId="1036"/>
          <ac:spMkLst>
            <pc:docMk/>
            <pc:sldMk cId="2104226278" sldId="925"/>
            <ac:spMk id="27" creationId="{29BECF08-C23E-5469-FAE7-0FB685F038AA}"/>
          </ac:spMkLst>
        </pc:spChg>
        <pc:spChg chg="mod ord">
          <ac:chgData name="SOTA UENO (MC-TOK/PW)" userId="1cd39bfe-2c13-4d1e-9169-059e09dcc08c" providerId="ADAL" clId="{E7F4A26F-4655-4017-9585-82B4B156769E}" dt="2026-02-12T10:07:31.204" v="15230" actId="1036"/>
          <ac:spMkLst>
            <pc:docMk/>
            <pc:sldMk cId="2104226278" sldId="925"/>
            <ac:spMk id="28" creationId="{FDF36592-FFBE-FCC7-7C00-26E072EB4E45}"/>
          </ac:spMkLst>
        </pc:spChg>
        <pc:spChg chg="mod ord">
          <ac:chgData name="SOTA UENO (MC-TOK/PW)" userId="1cd39bfe-2c13-4d1e-9169-059e09dcc08c" providerId="ADAL" clId="{E7F4A26F-4655-4017-9585-82B4B156769E}" dt="2026-02-12T10:07:31.204" v="15230" actId="1036"/>
          <ac:spMkLst>
            <pc:docMk/>
            <pc:sldMk cId="2104226278" sldId="925"/>
            <ac:spMk id="29" creationId="{40710AEF-4167-314C-94F0-F945231B42AA}"/>
          </ac:spMkLst>
        </pc:spChg>
        <pc:spChg chg="add mod">
          <ac:chgData name="SOTA UENO (MC-TOK/PW)" userId="1cd39bfe-2c13-4d1e-9169-059e09dcc08c" providerId="ADAL" clId="{E7F4A26F-4655-4017-9585-82B4B156769E}" dt="2026-02-12T10:09:42.236" v="15259" actId="1035"/>
          <ac:spMkLst>
            <pc:docMk/>
            <pc:sldMk cId="2104226278" sldId="925"/>
            <ac:spMk id="39" creationId="{85EF354C-28D5-A152-9881-D5488B2305DE}"/>
          </ac:spMkLst>
        </pc:spChg>
        <pc:graphicFrameChg chg="mod ord">
          <ac:chgData name="SOTA UENO (MC-TOK/PW)" userId="1cd39bfe-2c13-4d1e-9169-059e09dcc08c" providerId="ADAL" clId="{E7F4A26F-4655-4017-9585-82B4B156769E}" dt="2026-02-12T10:07:31.204" v="15230" actId="1036"/>
          <ac:graphicFrameMkLst>
            <pc:docMk/>
            <pc:sldMk cId="2104226278" sldId="925"/>
            <ac:graphicFrameMk id="5" creationId="{568C2EC1-2D54-2A06-DA9B-C53499D00601}"/>
          </ac:graphicFrameMkLst>
        </pc:graphicFrameChg>
        <pc:graphicFrameChg chg="mod">
          <ac:chgData name="SOTA UENO (MC-TOK/PW)" userId="1cd39bfe-2c13-4d1e-9169-059e09dcc08c" providerId="ADAL" clId="{E7F4A26F-4655-4017-9585-82B4B156769E}" dt="2026-02-12T10:05:31.843" v="15179"/>
          <ac:graphicFrameMkLst>
            <pc:docMk/>
            <pc:sldMk cId="2104226278" sldId="925"/>
            <ac:graphicFrameMk id="12" creationId="{9DAEB6B3-C89D-4B9B-81CC-75EFB89EF557}"/>
          </ac:graphicFrameMkLst>
        </pc:graphicFrameChg>
        <pc:cxnChg chg="add mod">
          <ac:chgData name="SOTA UENO (MC-TOK/PW)" userId="1cd39bfe-2c13-4d1e-9169-059e09dcc08c" providerId="ADAL" clId="{E7F4A26F-4655-4017-9585-82B4B156769E}" dt="2026-02-12T10:07:36.563" v="15231" actId="14100"/>
          <ac:cxnSpMkLst>
            <pc:docMk/>
            <pc:sldMk cId="2104226278" sldId="925"/>
            <ac:cxnSpMk id="14" creationId="{8634F549-62ED-3B1A-84CD-903513DEB9DA}"/>
          </ac:cxnSpMkLst>
        </pc:cxnChg>
      </pc:sldChg>
      <pc:sldChg chg="addSp delSp modSp mod">
        <pc:chgData name="SOTA UENO (MC-TOK/PW)" userId="1cd39bfe-2c13-4d1e-9169-059e09dcc08c" providerId="ADAL" clId="{E7F4A26F-4655-4017-9585-82B4B156769E}" dt="2026-02-26T05:56:41.559" v="21420" actId="20577"/>
        <pc:sldMkLst>
          <pc:docMk/>
          <pc:sldMk cId="3546692421" sldId="980"/>
        </pc:sldMkLst>
        <pc:spChg chg="mod">
          <ac:chgData name="SOTA UENO (MC-TOK/PW)" userId="1cd39bfe-2c13-4d1e-9169-059e09dcc08c" providerId="ADAL" clId="{E7F4A26F-4655-4017-9585-82B4B156769E}" dt="2026-02-26T05:53:05.352" v="21312" actId="1076"/>
          <ac:spMkLst>
            <pc:docMk/>
            <pc:sldMk cId="3546692421" sldId="980"/>
            <ac:spMk id="5" creationId="{BAAF9625-22AB-A318-2CBB-596A0CA3A0A4}"/>
          </ac:spMkLst>
        </pc:spChg>
        <pc:spChg chg="mod">
          <ac:chgData name="SOTA UENO (MC-TOK/PW)" userId="1cd39bfe-2c13-4d1e-9169-059e09dcc08c" providerId="ADAL" clId="{E7F4A26F-4655-4017-9585-82B4B156769E}" dt="2026-02-26T05:39:45.358" v="20977" actId="115"/>
          <ac:spMkLst>
            <pc:docMk/>
            <pc:sldMk cId="3546692421" sldId="980"/>
            <ac:spMk id="7" creationId="{73C9CC36-5106-FA6E-D7D0-6E8085975EA5}"/>
          </ac:spMkLst>
        </pc:spChg>
        <pc:spChg chg="mod">
          <ac:chgData name="SOTA UENO (MC-TOK/PW)" userId="1cd39bfe-2c13-4d1e-9169-059e09dcc08c" providerId="ADAL" clId="{E7F4A26F-4655-4017-9585-82B4B156769E}" dt="2026-02-26T05:50:19.971" v="21278" actId="14100"/>
          <ac:spMkLst>
            <pc:docMk/>
            <pc:sldMk cId="3546692421" sldId="980"/>
            <ac:spMk id="28" creationId="{DB427BBD-C582-B64A-FB03-104781F2E6FD}"/>
          </ac:spMkLst>
        </pc:spChg>
        <pc:spChg chg="mod">
          <ac:chgData name="SOTA UENO (MC-TOK/PW)" userId="1cd39bfe-2c13-4d1e-9169-059e09dcc08c" providerId="ADAL" clId="{E7F4A26F-4655-4017-9585-82B4B156769E}" dt="2026-02-26T05:50:36.210" v="21281" actId="1076"/>
          <ac:spMkLst>
            <pc:docMk/>
            <pc:sldMk cId="3546692421" sldId="980"/>
            <ac:spMk id="29" creationId="{48C7ED7E-40F9-379E-B4FF-9A2ECAB2A5A5}"/>
          </ac:spMkLst>
        </pc:spChg>
        <pc:spChg chg="mod">
          <ac:chgData name="SOTA UENO (MC-TOK/PW)" userId="1cd39bfe-2c13-4d1e-9169-059e09dcc08c" providerId="ADAL" clId="{E7F4A26F-4655-4017-9585-82B4B156769E}" dt="2026-02-26T05:50:36.210" v="21281" actId="1076"/>
          <ac:spMkLst>
            <pc:docMk/>
            <pc:sldMk cId="3546692421" sldId="980"/>
            <ac:spMk id="30" creationId="{0266B2B0-8CE3-6E93-4290-1F99B3FD4060}"/>
          </ac:spMkLst>
        </pc:spChg>
        <pc:spChg chg="mod">
          <ac:chgData name="SOTA UENO (MC-TOK/PW)" userId="1cd39bfe-2c13-4d1e-9169-059e09dcc08c" providerId="ADAL" clId="{E7F4A26F-4655-4017-9585-82B4B156769E}" dt="2026-02-26T05:50:52.621" v="21283" actId="122"/>
          <ac:spMkLst>
            <pc:docMk/>
            <pc:sldMk cId="3546692421" sldId="980"/>
            <ac:spMk id="48" creationId="{0A0B5312-1131-3B4E-8877-D319C2D6D2D3}"/>
          </ac:spMkLst>
        </pc:spChg>
        <pc:spChg chg="mod">
          <ac:chgData name="SOTA UENO (MC-TOK/PW)" userId="1cd39bfe-2c13-4d1e-9169-059e09dcc08c" providerId="ADAL" clId="{E7F4A26F-4655-4017-9585-82B4B156769E}" dt="2026-02-26T05:50:52.621" v="21283" actId="122"/>
          <ac:spMkLst>
            <pc:docMk/>
            <pc:sldMk cId="3546692421" sldId="980"/>
            <ac:spMk id="50" creationId="{CDF8C38B-D8B2-DC12-EC1A-81F1B5ADDDE0}"/>
          </ac:spMkLst>
        </pc:spChg>
        <pc:spChg chg="mod">
          <ac:chgData name="SOTA UENO (MC-TOK/PW)" userId="1cd39bfe-2c13-4d1e-9169-059e09dcc08c" providerId="ADAL" clId="{E7F4A26F-4655-4017-9585-82B4B156769E}" dt="2026-02-26T05:56:21.108" v="21391" actId="1076"/>
          <ac:spMkLst>
            <pc:docMk/>
            <pc:sldMk cId="3546692421" sldId="980"/>
            <ac:spMk id="52" creationId="{87674BF5-3598-C3E5-386F-222C566EBCA9}"/>
          </ac:spMkLst>
        </pc:spChg>
        <pc:spChg chg="mod">
          <ac:chgData name="SOTA UENO (MC-TOK/PW)" userId="1cd39bfe-2c13-4d1e-9169-059e09dcc08c" providerId="ADAL" clId="{E7F4A26F-4655-4017-9585-82B4B156769E}" dt="2026-02-26T05:56:41.559" v="21420" actId="20577"/>
          <ac:spMkLst>
            <pc:docMk/>
            <pc:sldMk cId="3546692421" sldId="980"/>
            <ac:spMk id="54" creationId="{9F85AE0A-D3CB-1B39-85FE-A396889AA4D0}"/>
          </ac:spMkLst>
        </pc:spChg>
        <pc:grpChg chg="mod">
          <ac:chgData name="SOTA UENO (MC-TOK/PW)" userId="1cd39bfe-2c13-4d1e-9169-059e09dcc08c" providerId="ADAL" clId="{E7F4A26F-4655-4017-9585-82B4B156769E}" dt="2026-02-26T05:53:05.352" v="21312" actId="1076"/>
          <ac:grpSpMkLst>
            <pc:docMk/>
            <pc:sldMk cId="3546692421" sldId="980"/>
            <ac:grpSpMk id="11" creationId="{B3CD69B5-E321-0F94-EF8A-C3D87A87F73C}"/>
          </ac:grpSpMkLst>
        </pc:grpChg>
        <pc:grpChg chg="mod">
          <ac:chgData name="SOTA UENO (MC-TOK/PW)" userId="1cd39bfe-2c13-4d1e-9169-059e09dcc08c" providerId="ADAL" clId="{E7F4A26F-4655-4017-9585-82B4B156769E}" dt="2026-02-26T05:53:05.352" v="21312" actId="1076"/>
          <ac:grpSpMkLst>
            <pc:docMk/>
            <pc:sldMk cId="3546692421" sldId="980"/>
            <ac:grpSpMk id="21" creationId="{67CA80E3-BF01-579F-DD5E-6426C6FF929F}"/>
          </ac:grpSpMkLst>
        </pc:grpChg>
        <pc:picChg chg="mod">
          <ac:chgData name="SOTA UENO (MC-TOK/PW)" userId="1cd39bfe-2c13-4d1e-9169-059e09dcc08c" providerId="ADAL" clId="{E7F4A26F-4655-4017-9585-82B4B156769E}" dt="2026-02-26T05:53:55.771" v="21328" actId="1076"/>
          <ac:picMkLst>
            <pc:docMk/>
            <pc:sldMk cId="3546692421" sldId="980"/>
            <ac:picMk id="39" creationId="{1B46F7BB-47CE-BF2B-E0A5-A29B9B35A759}"/>
          </ac:picMkLst>
        </pc:picChg>
      </pc:sldChg>
      <pc:sldChg chg="modSp mod">
        <pc:chgData name="SOTA UENO (MC-TOK/PW)" userId="1cd39bfe-2c13-4d1e-9169-059e09dcc08c" providerId="ADAL" clId="{E7F4A26F-4655-4017-9585-82B4B156769E}" dt="2026-02-26T06:43:22.519" v="22882" actId="20577"/>
        <pc:sldMkLst>
          <pc:docMk/>
          <pc:sldMk cId="2912982522" sldId="983"/>
        </pc:sldMkLst>
        <pc:spChg chg="mod">
          <ac:chgData name="SOTA UENO (MC-TOK/PW)" userId="1cd39bfe-2c13-4d1e-9169-059e09dcc08c" providerId="ADAL" clId="{E7F4A26F-4655-4017-9585-82B4B156769E}" dt="2026-02-26T06:33:30.845" v="22377" actId="20577"/>
          <ac:spMkLst>
            <pc:docMk/>
            <pc:sldMk cId="2912982522" sldId="983"/>
            <ac:spMk id="6" creationId="{5861E616-B896-8AA8-8EB5-FD4FDA0AD0F6}"/>
          </ac:spMkLst>
        </pc:spChg>
        <pc:spChg chg="mod">
          <ac:chgData name="SOTA UENO (MC-TOK/PW)" userId="1cd39bfe-2c13-4d1e-9169-059e09dcc08c" providerId="ADAL" clId="{E7F4A26F-4655-4017-9585-82B4B156769E}" dt="2026-02-26T06:24:31.219" v="21919" actId="20577"/>
          <ac:spMkLst>
            <pc:docMk/>
            <pc:sldMk cId="2912982522" sldId="983"/>
            <ac:spMk id="10" creationId="{761471CE-6714-758F-D829-29B22D9F7663}"/>
          </ac:spMkLst>
        </pc:spChg>
        <pc:spChg chg="mod">
          <ac:chgData name="SOTA UENO (MC-TOK/PW)" userId="1cd39bfe-2c13-4d1e-9169-059e09dcc08c" providerId="ADAL" clId="{E7F4A26F-4655-4017-9585-82B4B156769E}" dt="2026-02-26T06:32:24.345" v="22317" actId="20577"/>
          <ac:spMkLst>
            <pc:docMk/>
            <pc:sldMk cId="2912982522" sldId="983"/>
            <ac:spMk id="30" creationId="{C1B39B77-FBD9-C481-BDB8-3FD440FBEB56}"/>
          </ac:spMkLst>
        </pc:spChg>
        <pc:spChg chg="mod">
          <ac:chgData name="SOTA UENO (MC-TOK/PW)" userId="1cd39bfe-2c13-4d1e-9169-059e09dcc08c" providerId="ADAL" clId="{E7F4A26F-4655-4017-9585-82B4B156769E}" dt="2026-02-26T06:38:45.734" v="22641" actId="20577"/>
          <ac:spMkLst>
            <pc:docMk/>
            <pc:sldMk cId="2912982522" sldId="983"/>
            <ac:spMk id="1025" creationId="{1FA3DB33-9C82-17CD-1DC8-07B1C679B30D}"/>
          </ac:spMkLst>
        </pc:spChg>
      </pc:sldChg>
      <pc:sldChg chg="addSp delSp modSp add mod modNotesTx">
        <pc:chgData name="SOTA UENO (MC-TOK/PW)" userId="1cd39bfe-2c13-4d1e-9169-059e09dcc08c" providerId="ADAL" clId="{E7F4A26F-4655-4017-9585-82B4B156769E}" dt="2026-03-03T02:06:12.476" v="23483" actId="115"/>
        <pc:sldMkLst>
          <pc:docMk/>
          <pc:sldMk cId="995557494" sldId="986"/>
        </pc:sldMkLst>
        <pc:spChg chg="mod">
          <ac:chgData name="SOTA UENO (MC-TOK/PW)" userId="1cd39bfe-2c13-4d1e-9169-059e09dcc08c" providerId="ADAL" clId="{E7F4A26F-4655-4017-9585-82B4B156769E}" dt="2026-02-25T04:27:10.445" v="17863"/>
          <ac:spMkLst>
            <pc:docMk/>
            <pc:sldMk cId="995557494" sldId="986"/>
            <ac:spMk id="2" creationId="{D77B26BC-CE8F-1714-B3BF-DDB5FC9F5F1D}"/>
          </ac:spMkLst>
        </pc:spChg>
        <pc:spChg chg="mod">
          <ac:chgData name="SOTA UENO (MC-TOK/PW)" userId="1cd39bfe-2c13-4d1e-9169-059e09dcc08c" providerId="ADAL" clId="{E7F4A26F-4655-4017-9585-82B4B156769E}" dt="2026-02-26T07:01:02.392" v="23251"/>
          <ac:spMkLst>
            <pc:docMk/>
            <pc:sldMk cId="995557494" sldId="986"/>
            <ac:spMk id="3" creationId="{2F2C9117-6473-7FC4-264C-1477DEA57164}"/>
          </ac:spMkLst>
        </pc:spChg>
        <pc:spChg chg="add mod">
          <ac:chgData name="SOTA UENO (MC-TOK/PW)" userId="1cd39bfe-2c13-4d1e-9169-059e09dcc08c" providerId="ADAL" clId="{E7F4A26F-4655-4017-9585-82B4B156769E}" dt="2026-02-26T07:00:39.009" v="23234" actId="1076"/>
          <ac:spMkLst>
            <pc:docMk/>
            <pc:sldMk cId="995557494" sldId="986"/>
            <ac:spMk id="5" creationId="{2FAB660F-1A7F-D186-8FDC-910FCFA26B5A}"/>
          </ac:spMkLst>
        </pc:spChg>
        <pc:spChg chg="add mod">
          <ac:chgData name="SOTA UENO (MC-TOK/PW)" userId="1cd39bfe-2c13-4d1e-9169-059e09dcc08c" providerId="ADAL" clId="{E7F4A26F-4655-4017-9585-82B4B156769E}" dt="2026-03-03T02:03:22.498" v="23466" actId="1076"/>
          <ac:spMkLst>
            <pc:docMk/>
            <pc:sldMk cId="995557494" sldId="986"/>
            <ac:spMk id="6" creationId="{DEFBAD36-8240-99E6-090F-F31F9DA3170F}"/>
          </ac:spMkLst>
        </pc:spChg>
        <pc:spChg chg="mod topLvl">
          <ac:chgData name="SOTA UENO (MC-TOK/PW)" userId="1cd39bfe-2c13-4d1e-9169-059e09dcc08c" providerId="ADAL" clId="{E7F4A26F-4655-4017-9585-82B4B156769E}" dt="2026-03-03T02:01:56.893" v="23336" actId="12788"/>
          <ac:spMkLst>
            <pc:docMk/>
            <pc:sldMk cId="995557494" sldId="986"/>
            <ac:spMk id="10" creationId="{7BD4509F-31AC-605B-E9EB-DAF28E2EB816}"/>
          </ac:spMkLst>
        </pc:spChg>
        <pc:spChg chg="mod ord topLvl">
          <ac:chgData name="SOTA UENO (MC-TOK/PW)" userId="1cd39bfe-2c13-4d1e-9169-059e09dcc08c" providerId="ADAL" clId="{E7F4A26F-4655-4017-9585-82B4B156769E}" dt="2026-03-03T02:01:56.893" v="23336" actId="12788"/>
          <ac:spMkLst>
            <pc:docMk/>
            <pc:sldMk cId="995557494" sldId="986"/>
            <ac:spMk id="11" creationId="{DFD1D4B4-6171-52D2-7239-74957C9C018A}"/>
          </ac:spMkLst>
        </pc:spChg>
        <pc:spChg chg="add mod topLvl">
          <ac:chgData name="SOTA UENO (MC-TOK/PW)" userId="1cd39bfe-2c13-4d1e-9169-059e09dcc08c" providerId="ADAL" clId="{E7F4A26F-4655-4017-9585-82B4B156769E}" dt="2026-03-03T02:01:56.893" v="23336" actId="12788"/>
          <ac:spMkLst>
            <pc:docMk/>
            <pc:sldMk cId="995557494" sldId="986"/>
            <ac:spMk id="15" creationId="{0231106D-00AC-045A-06E9-A593D65CE9C7}"/>
          </ac:spMkLst>
        </pc:spChg>
        <pc:spChg chg="add mod ord">
          <ac:chgData name="SOTA UENO (MC-TOK/PW)" userId="1cd39bfe-2c13-4d1e-9169-059e09dcc08c" providerId="ADAL" clId="{E7F4A26F-4655-4017-9585-82B4B156769E}" dt="2026-03-03T02:02:55.538" v="23463" actId="554"/>
          <ac:spMkLst>
            <pc:docMk/>
            <pc:sldMk cId="995557494" sldId="986"/>
            <ac:spMk id="18" creationId="{FFB20BA6-8427-77DD-6D44-568C8247F6C4}"/>
          </ac:spMkLst>
        </pc:spChg>
        <pc:spChg chg="add mod">
          <ac:chgData name="SOTA UENO (MC-TOK/PW)" userId="1cd39bfe-2c13-4d1e-9169-059e09dcc08c" providerId="ADAL" clId="{E7F4A26F-4655-4017-9585-82B4B156769E}" dt="2026-03-03T02:06:12.476" v="23483" actId="115"/>
          <ac:spMkLst>
            <pc:docMk/>
            <pc:sldMk cId="995557494" sldId="986"/>
            <ac:spMk id="24" creationId="{C32220FF-DC4C-4A1F-314F-8E1621E9D7E5}"/>
          </ac:spMkLst>
        </pc:spChg>
        <pc:spChg chg="add mod">
          <ac:chgData name="SOTA UENO (MC-TOK/PW)" userId="1cd39bfe-2c13-4d1e-9169-059e09dcc08c" providerId="ADAL" clId="{E7F4A26F-4655-4017-9585-82B4B156769E}" dt="2026-03-03T02:02:39.125" v="23460" actId="12788"/>
          <ac:spMkLst>
            <pc:docMk/>
            <pc:sldMk cId="995557494" sldId="986"/>
            <ac:spMk id="26" creationId="{7B27B64E-66C4-F75C-018D-0E339221E2B1}"/>
          </ac:spMkLst>
        </pc:spChg>
        <pc:spChg chg="add mod">
          <ac:chgData name="SOTA UENO (MC-TOK/PW)" userId="1cd39bfe-2c13-4d1e-9169-059e09dcc08c" providerId="ADAL" clId="{E7F4A26F-4655-4017-9585-82B4B156769E}" dt="2026-03-03T02:02:39.125" v="23460" actId="12788"/>
          <ac:spMkLst>
            <pc:docMk/>
            <pc:sldMk cId="995557494" sldId="986"/>
            <ac:spMk id="27" creationId="{2AC87F8B-1B43-2B7A-B354-52FFA8ED8A16}"/>
          </ac:spMkLst>
        </pc:spChg>
        <pc:spChg chg="add mod">
          <ac:chgData name="SOTA UENO (MC-TOK/PW)" userId="1cd39bfe-2c13-4d1e-9169-059e09dcc08c" providerId="ADAL" clId="{E7F4A26F-4655-4017-9585-82B4B156769E}" dt="2026-03-03T02:02:39.125" v="23460" actId="12788"/>
          <ac:spMkLst>
            <pc:docMk/>
            <pc:sldMk cId="995557494" sldId="986"/>
            <ac:spMk id="28" creationId="{F164D19F-B270-00FA-1AEB-2F7DAA34CEF1}"/>
          </ac:spMkLst>
        </pc:spChg>
        <pc:spChg chg="add mod">
          <ac:chgData name="SOTA UENO (MC-TOK/PW)" userId="1cd39bfe-2c13-4d1e-9169-059e09dcc08c" providerId="ADAL" clId="{E7F4A26F-4655-4017-9585-82B4B156769E}" dt="2026-03-03T02:02:39.125" v="23460" actId="12788"/>
          <ac:spMkLst>
            <pc:docMk/>
            <pc:sldMk cId="995557494" sldId="986"/>
            <ac:spMk id="29" creationId="{DDA5F333-2B34-5B86-9802-0A3465FDE923}"/>
          </ac:spMkLst>
        </pc:spChg>
        <pc:spChg chg="add mod">
          <ac:chgData name="SOTA UENO (MC-TOK/PW)" userId="1cd39bfe-2c13-4d1e-9169-059e09dcc08c" providerId="ADAL" clId="{E7F4A26F-4655-4017-9585-82B4B156769E}" dt="2026-03-03T02:02:55.538" v="23463" actId="554"/>
          <ac:spMkLst>
            <pc:docMk/>
            <pc:sldMk cId="995557494" sldId="986"/>
            <ac:spMk id="30" creationId="{82364136-24CB-2598-E0A8-E71389895AF1}"/>
          </ac:spMkLst>
        </pc:spChg>
        <pc:graphicFrameChg chg="add mod ord modVis">
          <ac:chgData name="SOTA UENO (MC-TOK/PW)" userId="1cd39bfe-2c13-4d1e-9169-059e09dcc08c" providerId="ADAL" clId="{E7F4A26F-4655-4017-9585-82B4B156769E}" dt="2026-02-25T04:27:10.464" v="17883"/>
          <ac:graphicFrameMkLst>
            <pc:docMk/>
            <pc:sldMk cId="995557494" sldId="986"/>
            <ac:graphicFrameMk id="4" creationId="{520E4AC8-C200-E0A3-3386-ED8F03653BB7}"/>
          </ac:graphicFrameMkLst>
        </pc:graphicFrameChg>
      </pc:sldChg>
      <pc:sldChg chg="addSp delSp modSp add mod ord">
        <pc:chgData name="SOTA UENO (MC-TOK/PW)" userId="1cd39bfe-2c13-4d1e-9169-059e09dcc08c" providerId="ADAL" clId="{E7F4A26F-4655-4017-9585-82B4B156769E}" dt="2026-03-03T02:05:21.528" v="23480" actId="20577"/>
        <pc:sldMkLst>
          <pc:docMk/>
          <pc:sldMk cId="3851575879" sldId="988"/>
        </pc:sldMkLst>
        <pc:spChg chg="mod">
          <ac:chgData name="SOTA UENO (MC-TOK/PW)" userId="1cd39bfe-2c13-4d1e-9169-059e09dcc08c" providerId="ADAL" clId="{E7F4A26F-4655-4017-9585-82B4B156769E}" dt="2026-02-25T05:42:55.179" v="19386"/>
          <ac:spMkLst>
            <pc:docMk/>
            <pc:sldMk cId="3851575879" sldId="988"/>
            <ac:spMk id="2" creationId="{AD9B6340-4736-4EF5-1261-9A9E40F70A50}"/>
          </ac:spMkLst>
        </pc:spChg>
        <pc:spChg chg="mod">
          <ac:chgData name="SOTA UENO (MC-TOK/PW)" userId="1cd39bfe-2c13-4d1e-9169-059e09dcc08c" providerId="ADAL" clId="{E7F4A26F-4655-4017-9585-82B4B156769E}" dt="2026-02-25T05:42:55.183" v="19387"/>
          <ac:spMkLst>
            <pc:docMk/>
            <pc:sldMk cId="3851575879" sldId="988"/>
            <ac:spMk id="3" creationId="{D9986CD0-D81F-B996-B67C-8D5BDD358913}"/>
          </ac:spMkLst>
        </pc:spChg>
        <pc:spChg chg="add mod ord topLvl">
          <ac:chgData name="SOTA UENO (MC-TOK/PW)" userId="1cd39bfe-2c13-4d1e-9169-059e09dcc08c" providerId="ADAL" clId="{E7F4A26F-4655-4017-9585-82B4B156769E}" dt="2026-03-03T02:04:39.810" v="23476" actId="20577"/>
          <ac:spMkLst>
            <pc:docMk/>
            <pc:sldMk cId="3851575879" sldId="988"/>
            <ac:spMk id="5" creationId="{A2E82C1C-953C-40E1-EAE2-8EB4A0D8728D}"/>
          </ac:spMkLst>
        </pc:spChg>
        <pc:spChg chg="add mod ord topLvl">
          <ac:chgData name="SOTA UENO (MC-TOK/PW)" userId="1cd39bfe-2c13-4d1e-9169-059e09dcc08c" providerId="ADAL" clId="{E7F4A26F-4655-4017-9585-82B4B156769E}" dt="2026-02-26T07:03:05.894" v="23261" actId="1076"/>
          <ac:spMkLst>
            <pc:docMk/>
            <pc:sldMk cId="3851575879" sldId="988"/>
            <ac:spMk id="8" creationId="{A2E2823B-B096-6B40-B923-38BFAED2E23F}"/>
          </ac:spMkLst>
        </pc:spChg>
        <pc:spChg chg="add mod ord topLvl">
          <ac:chgData name="SOTA UENO (MC-TOK/PW)" userId="1cd39bfe-2c13-4d1e-9169-059e09dcc08c" providerId="ADAL" clId="{E7F4A26F-4655-4017-9585-82B4B156769E}" dt="2026-03-03T02:05:11.852" v="23478" actId="20577"/>
          <ac:spMkLst>
            <pc:docMk/>
            <pc:sldMk cId="3851575879" sldId="988"/>
            <ac:spMk id="9" creationId="{81FD2B04-D004-3EBD-7AF2-372A54CC4340}"/>
          </ac:spMkLst>
        </pc:spChg>
        <pc:spChg chg="add mod ord">
          <ac:chgData name="SOTA UENO (MC-TOK/PW)" userId="1cd39bfe-2c13-4d1e-9169-059e09dcc08c" providerId="ADAL" clId="{E7F4A26F-4655-4017-9585-82B4B156769E}" dt="2026-02-26T07:03:05.894" v="23261" actId="1076"/>
          <ac:spMkLst>
            <pc:docMk/>
            <pc:sldMk cId="3851575879" sldId="988"/>
            <ac:spMk id="12" creationId="{93D2E3B0-8A23-BEE8-F6BC-B57FF0514E24}"/>
          </ac:spMkLst>
        </pc:spChg>
        <pc:spChg chg="add mod ord">
          <ac:chgData name="SOTA UENO (MC-TOK/PW)" userId="1cd39bfe-2c13-4d1e-9169-059e09dcc08c" providerId="ADAL" clId="{E7F4A26F-4655-4017-9585-82B4B156769E}" dt="2026-03-03T02:05:21.528" v="23480" actId="20577"/>
          <ac:spMkLst>
            <pc:docMk/>
            <pc:sldMk cId="3851575879" sldId="988"/>
            <ac:spMk id="13" creationId="{9CBAB614-E0AE-3EE6-9488-F8D0A72191F5}"/>
          </ac:spMkLst>
        </pc:spChg>
        <pc:spChg chg="mod ord topLvl">
          <ac:chgData name="SOTA UENO (MC-TOK/PW)" userId="1cd39bfe-2c13-4d1e-9169-059e09dcc08c" providerId="ADAL" clId="{E7F4A26F-4655-4017-9585-82B4B156769E}" dt="2026-02-26T07:03:05.894" v="23261" actId="1076"/>
          <ac:spMkLst>
            <pc:docMk/>
            <pc:sldMk cId="3851575879" sldId="988"/>
            <ac:spMk id="35" creationId="{FD264DFC-0B73-339C-C696-9E97D32D7313}"/>
          </ac:spMkLst>
        </pc:spChg>
        <pc:graphicFrameChg chg="mod">
          <ac:chgData name="SOTA UENO (MC-TOK/PW)" userId="1cd39bfe-2c13-4d1e-9169-059e09dcc08c" providerId="ADAL" clId="{E7F4A26F-4655-4017-9585-82B4B156769E}" dt="2026-02-25T05:42:55.195" v="19406"/>
          <ac:graphicFrameMkLst>
            <pc:docMk/>
            <pc:sldMk cId="3851575879" sldId="988"/>
            <ac:graphicFrameMk id="4" creationId="{EE57DB3A-07B2-F82F-0573-23918E7ACDE1}"/>
          </ac:graphicFrameMkLst>
        </pc:graphicFrameChg>
      </pc:sldChg>
      <pc:sldChg chg="delSp modSp add mod">
        <pc:chgData name="SOTA UENO (MC-TOK/PW)" userId="1cd39bfe-2c13-4d1e-9169-059e09dcc08c" providerId="ADAL" clId="{E7F4A26F-4655-4017-9585-82B4B156769E}" dt="2026-02-26T06:54:53.588" v="23226" actId="1076"/>
        <pc:sldMkLst>
          <pc:docMk/>
          <pc:sldMk cId="426927151" sldId="994"/>
        </pc:sldMkLst>
        <pc:spChg chg="mod">
          <ac:chgData name="SOTA UENO (MC-TOK/PW)" userId="1cd39bfe-2c13-4d1e-9169-059e09dcc08c" providerId="ADAL" clId="{E7F4A26F-4655-4017-9585-82B4B156769E}" dt="2026-02-26T06:51:18.599" v="23163" actId="113"/>
          <ac:spMkLst>
            <pc:docMk/>
            <pc:sldMk cId="426927151" sldId="994"/>
            <ac:spMk id="7" creationId="{6E64AC3F-3438-DD13-A95F-325BD896BF3E}"/>
          </ac:spMkLst>
        </pc:spChg>
        <pc:spChg chg="mod">
          <ac:chgData name="SOTA UENO (MC-TOK/PW)" userId="1cd39bfe-2c13-4d1e-9169-059e09dcc08c" providerId="ADAL" clId="{E7F4A26F-4655-4017-9585-82B4B156769E}" dt="2026-02-26T06:53:02.497" v="23166" actId="207"/>
          <ac:spMkLst>
            <pc:docMk/>
            <pc:sldMk cId="426927151" sldId="994"/>
            <ac:spMk id="8" creationId="{C43B855E-EB9C-1CA5-CB59-7F2F308903B7}"/>
          </ac:spMkLst>
        </pc:spChg>
        <pc:spChg chg="mod">
          <ac:chgData name="SOTA UENO (MC-TOK/PW)" userId="1cd39bfe-2c13-4d1e-9169-059e09dcc08c" providerId="ADAL" clId="{E7F4A26F-4655-4017-9585-82B4B156769E}" dt="2026-02-26T06:54:53.588" v="23226" actId="1076"/>
          <ac:spMkLst>
            <pc:docMk/>
            <pc:sldMk cId="426927151" sldId="994"/>
            <ac:spMk id="11" creationId="{3134F107-5509-FAAE-3328-BAEA7AC18C8B}"/>
          </ac:spMkLst>
        </pc:spChg>
        <pc:spChg chg="mod">
          <ac:chgData name="SOTA UENO (MC-TOK/PW)" userId="1cd39bfe-2c13-4d1e-9169-059e09dcc08c" providerId="ADAL" clId="{E7F4A26F-4655-4017-9585-82B4B156769E}" dt="2026-02-26T06:54:53.588" v="23226" actId="1076"/>
          <ac:spMkLst>
            <pc:docMk/>
            <pc:sldMk cId="426927151" sldId="994"/>
            <ac:spMk id="12" creationId="{352C1BA3-1C8C-1BBB-4346-8CFA309AEF9A}"/>
          </ac:spMkLst>
        </pc:spChg>
        <pc:spChg chg="mod">
          <ac:chgData name="SOTA UENO (MC-TOK/PW)" userId="1cd39bfe-2c13-4d1e-9169-059e09dcc08c" providerId="ADAL" clId="{E7F4A26F-4655-4017-9585-82B4B156769E}" dt="2026-02-26T06:54:53.588" v="23226" actId="1076"/>
          <ac:spMkLst>
            <pc:docMk/>
            <pc:sldMk cId="426927151" sldId="994"/>
            <ac:spMk id="14" creationId="{44F1A212-AA7A-895A-543A-4E1E9382ADDD}"/>
          </ac:spMkLst>
        </pc:spChg>
        <pc:spChg chg="mod">
          <ac:chgData name="SOTA UENO (MC-TOK/PW)" userId="1cd39bfe-2c13-4d1e-9169-059e09dcc08c" providerId="ADAL" clId="{E7F4A26F-4655-4017-9585-82B4B156769E}" dt="2026-02-26T06:54:53.588" v="23226" actId="1076"/>
          <ac:spMkLst>
            <pc:docMk/>
            <pc:sldMk cId="426927151" sldId="994"/>
            <ac:spMk id="15" creationId="{FCA9A3A2-8A79-ECD8-6406-6B145738BA2F}"/>
          </ac:spMkLst>
        </pc:spChg>
        <pc:spChg chg="mod">
          <ac:chgData name="SOTA UENO (MC-TOK/PW)" userId="1cd39bfe-2c13-4d1e-9169-059e09dcc08c" providerId="ADAL" clId="{E7F4A26F-4655-4017-9585-82B4B156769E}" dt="2026-02-26T06:54:53.588" v="23226" actId="1076"/>
          <ac:spMkLst>
            <pc:docMk/>
            <pc:sldMk cId="426927151" sldId="994"/>
            <ac:spMk id="16" creationId="{0BA5E8E3-2BA5-FA18-B013-4F2F547DEB41}"/>
          </ac:spMkLst>
        </pc:spChg>
        <pc:spChg chg="mod">
          <ac:chgData name="SOTA UENO (MC-TOK/PW)" userId="1cd39bfe-2c13-4d1e-9169-059e09dcc08c" providerId="ADAL" clId="{E7F4A26F-4655-4017-9585-82B4B156769E}" dt="2026-02-26T06:54:53.588" v="23226" actId="1076"/>
          <ac:spMkLst>
            <pc:docMk/>
            <pc:sldMk cId="426927151" sldId="994"/>
            <ac:spMk id="17" creationId="{59FB0804-E414-C1DE-E694-BDEBB480E10B}"/>
          </ac:spMkLst>
        </pc:spChg>
        <pc:spChg chg="mod">
          <ac:chgData name="SOTA UENO (MC-TOK/PW)" userId="1cd39bfe-2c13-4d1e-9169-059e09dcc08c" providerId="ADAL" clId="{E7F4A26F-4655-4017-9585-82B4B156769E}" dt="2026-02-26T06:54:53.588" v="23226" actId="1076"/>
          <ac:spMkLst>
            <pc:docMk/>
            <pc:sldMk cId="426927151" sldId="994"/>
            <ac:spMk id="19" creationId="{535F66BF-CD1C-1489-9209-EC946BE93EB0}"/>
          </ac:spMkLst>
        </pc:spChg>
        <pc:spChg chg="mod">
          <ac:chgData name="SOTA UENO (MC-TOK/PW)" userId="1cd39bfe-2c13-4d1e-9169-059e09dcc08c" providerId="ADAL" clId="{E7F4A26F-4655-4017-9585-82B4B156769E}" dt="2026-02-26T06:54:53.588" v="23226" actId="1076"/>
          <ac:spMkLst>
            <pc:docMk/>
            <pc:sldMk cId="426927151" sldId="994"/>
            <ac:spMk id="22" creationId="{9B66A0FA-980B-E050-52E1-0C11A3F6E54B}"/>
          </ac:spMkLst>
        </pc:spChg>
        <pc:spChg chg="mod">
          <ac:chgData name="SOTA UENO (MC-TOK/PW)" userId="1cd39bfe-2c13-4d1e-9169-059e09dcc08c" providerId="ADAL" clId="{E7F4A26F-4655-4017-9585-82B4B156769E}" dt="2026-02-26T06:54:37.772" v="23225" actId="1076"/>
          <ac:spMkLst>
            <pc:docMk/>
            <pc:sldMk cId="426927151" sldId="994"/>
            <ac:spMk id="23" creationId="{11B526AC-9C4F-C28E-6AF5-4903CE9E3071}"/>
          </ac:spMkLst>
        </pc:spChg>
        <pc:spChg chg="mod">
          <ac:chgData name="SOTA UENO (MC-TOK/PW)" userId="1cd39bfe-2c13-4d1e-9169-059e09dcc08c" providerId="ADAL" clId="{E7F4A26F-4655-4017-9585-82B4B156769E}" dt="2026-02-26T06:54:53.588" v="23226" actId="1076"/>
          <ac:spMkLst>
            <pc:docMk/>
            <pc:sldMk cId="426927151" sldId="994"/>
            <ac:spMk id="44" creationId="{65BAB673-727C-32F2-9548-AFD4ECAA9128}"/>
          </ac:spMkLst>
        </pc:spChg>
        <pc:spChg chg="mod">
          <ac:chgData name="SOTA UENO (MC-TOK/PW)" userId="1cd39bfe-2c13-4d1e-9169-059e09dcc08c" providerId="ADAL" clId="{E7F4A26F-4655-4017-9585-82B4B156769E}" dt="2026-02-26T06:54:53.588" v="23226" actId="1076"/>
          <ac:spMkLst>
            <pc:docMk/>
            <pc:sldMk cId="426927151" sldId="994"/>
            <ac:spMk id="45" creationId="{5F64B271-9E85-F227-7568-B51D2BD05163}"/>
          </ac:spMkLst>
        </pc:spChg>
        <pc:spChg chg="mod">
          <ac:chgData name="SOTA UENO (MC-TOK/PW)" userId="1cd39bfe-2c13-4d1e-9169-059e09dcc08c" providerId="ADAL" clId="{E7F4A26F-4655-4017-9585-82B4B156769E}" dt="2026-02-26T06:54:33.265" v="23224" actId="1076"/>
          <ac:spMkLst>
            <pc:docMk/>
            <pc:sldMk cId="426927151" sldId="994"/>
            <ac:spMk id="61" creationId="{A75AD835-0083-F39C-C0DF-55554504F3EE}"/>
          </ac:spMkLst>
        </pc:spChg>
      </pc:sldChg>
      <pc:sldChg chg="modSp add mod modNotesTx">
        <pc:chgData name="SOTA UENO (MC-TOK/PW)" userId="1cd39bfe-2c13-4d1e-9169-059e09dcc08c" providerId="ADAL" clId="{E7F4A26F-4655-4017-9585-82B4B156769E}" dt="2026-03-03T02:10:12.121" v="23485" actId="20577"/>
        <pc:sldMkLst>
          <pc:docMk/>
          <pc:sldMk cId="113524776" sldId="1013"/>
        </pc:sldMkLst>
        <pc:spChg chg="mod">
          <ac:chgData name="SOTA UENO (MC-TOK/PW)" userId="1cd39bfe-2c13-4d1e-9169-059e09dcc08c" providerId="ADAL" clId="{E7F4A26F-4655-4017-9585-82B4B156769E}" dt="2026-03-03T02:09:56.120" v="23484" actId="113"/>
          <ac:spMkLst>
            <pc:docMk/>
            <pc:sldMk cId="113524776" sldId="1013"/>
            <ac:spMk id="6" creationId="{E314DCEB-A654-8183-930A-316F64CA135C}"/>
          </ac:spMkLst>
        </pc:spChg>
      </pc:sldChg>
      <pc:sldMasterChg chg="addSp modSp mod">
        <pc:chgData name="SOTA UENO (MC-TOK/PW)" userId="1cd39bfe-2c13-4d1e-9169-059e09dcc08c" providerId="ADAL" clId="{E7F4A26F-4655-4017-9585-82B4B156769E}" dt="2026-02-05T04:56:40.388" v="11102"/>
        <pc:sldMasterMkLst>
          <pc:docMk/>
          <pc:sldMasterMk cId="3933015037" sldId="2147483684"/>
        </pc:sldMasterMkLst>
        <pc:spChg chg="mod">
          <ac:chgData name="SOTA UENO (MC-TOK/PW)" userId="1cd39bfe-2c13-4d1e-9169-059e09dcc08c" providerId="ADAL" clId="{E7F4A26F-4655-4017-9585-82B4B156769E}" dt="2026-02-05T04:56:40.194" v="11085"/>
          <ac:spMkLst>
            <pc:docMk/>
            <pc:sldMasterMk cId="3933015037" sldId="2147483684"/>
            <ac:spMk id="1491977" creationId="{00000000-0000-0000-0000-000000000000}"/>
          </ac:spMkLst>
        </pc:spChg>
        <pc:graphicFrameChg chg="add mod ord modVis">
          <ac:chgData name="SOTA UENO (MC-TOK/PW)" userId="1cd39bfe-2c13-4d1e-9169-059e09dcc08c" providerId="ADAL" clId="{E7F4A26F-4655-4017-9585-82B4B156769E}" dt="2026-02-05T04:56:40.388" v="11102"/>
          <ac:graphicFrameMkLst>
            <pc:docMk/>
            <pc:sldMasterMk cId="3933015037" sldId="2147483684"/>
            <ac:graphicFrameMk id="5" creationId="{E4433A3B-7100-B6A7-795D-4ADB208076BD}"/>
          </ac:graphicFrameMkLst>
        </pc:graphicFrameChg>
      </pc:sldMasterChg>
    </pc:docChg>
  </pc:docChgLst>
  <pc:docChgLst>
    <pc:chgData name="主査　福島 直人" userId="S::naoto_2_fukushima@ccken.onmicrosoft.com::8f548a50-3d4a-4660-b17c-82fdb2003fd5" providerId="AD" clId="Web-{52230B4B-5799-03E5-2B82-E551676EEF9C}"/>
    <pc:docChg chg="modSld">
      <pc:chgData name="主査　福島 直人" userId="S::naoto_2_fukushima@ccken.onmicrosoft.com::8f548a50-3d4a-4660-b17c-82fdb2003fd5" providerId="AD" clId="Web-{52230B4B-5799-03E5-2B82-E551676EEF9C}" dt="2026-03-02T06:18:32.881" v="1" actId="20577"/>
      <pc:docMkLst>
        <pc:docMk/>
      </pc:docMkLst>
      <pc:sldChg chg="modSp">
        <pc:chgData name="主査　福島 直人" userId="S::naoto_2_fukushima@ccken.onmicrosoft.com::8f548a50-3d4a-4660-b17c-82fdb2003fd5" providerId="AD" clId="Web-{52230B4B-5799-03E5-2B82-E551676EEF9C}" dt="2026-03-02T06:18:32.881" v="1" actId="20577"/>
        <pc:sldMkLst>
          <pc:docMk/>
          <pc:sldMk cId="3141537626" sldId="1012"/>
        </pc:sldMkLst>
        <pc:spChg chg="mod">
          <ac:chgData name="主査　福島 直人" userId="S::naoto_2_fukushima@ccken.onmicrosoft.com::8f548a50-3d4a-4660-b17c-82fdb2003fd5" providerId="AD" clId="Web-{52230B4B-5799-03E5-2B82-E551676EEF9C}" dt="2026-03-02T06:18:32.881" v="1" actId="20577"/>
          <ac:spMkLst>
            <pc:docMk/>
            <pc:sldMk cId="3141537626" sldId="1012"/>
            <ac:spMk id="4" creationId="{A55EE8E6-A0F1-94E7-6613-C9140D81E01A}"/>
          </ac:spMkLst>
        </pc:spChg>
      </pc:sldChg>
    </pc:docChg>
  </pc:docChgLst>
  <pc:docChgLst>
    <pc:chgData name="主査　福島 直人" userId="S::naoto_2_fukushima@ccken.onmicrosoft.com::8f548a50-3d4a-4660-b17c-82fdb2003fd5" providerId="AD" clId="Web-{6B536209-0E9F-F7F0-66CF-C0AB56366964}"/>
    <pc:docChg chg="modSld">
      <pc:chgData name="主査　福島 直人" userId="S::naoto_2_fukushima@ccken.onmicrosoft.com::8f548a50-3d4a-4660-b17c-82fdb2003fd5" providerId="AD" clId="Web-{6B536209-0E9F-F7F0-66CF-C0AB56366964}" dt="2026-03-03T11:27:02.622" v="7" actId="20577"/>
      <pc:docMkLst>
        <pc:docMk/>
      </pc:docMkLst>
      <pc:sldChg chg="modSp">
        <pc:chgData name="主査　福島 直人" userId="S::naoto_2_fukushima@ccken.onmicrosoft.com::8f548a50-3d4a-4660-b17c-82fdb2003fd5" providerId="AD" clId="Web-{6B536209-0E9F-F7F0-66CF-C0AB56366964}" dt="2026-03-03T11:26:33.573" v="4" actId="20577"/>
        <pc:sldMkLst>
          <pc:docMk/>
          <pc:sldMk cId="2863164929" sldId="773"/>
        </pc:sldMkLst>
        <pc:spChg chg="mod">
          <ac:chgData name="主査　福島 直人" userId="S::naoto_2_fukushima@ccken.onmicrosoft.com::8f548a50-3d4a-4660-b17c-82fdb2003fd5" providerId="AD" clId="Web-{6B536209-0E9F-F7F0-66CF-C0AB56366964}" dt="2026-03-03T11:26:33.573" v="4" actId="20577"/>
          <ac:spMkLst>
            <pc:docMk/>
            <pc:sldMk cId="2863164929" sldId="773"/>
            <ac:spMk id="11" creationId="{EAA32C65-6221-F52E-FD71-8495FDEFED2E}"/>
          </ac:spMkLst>
        </pc:spChg>
      </pc:sldChg>
      <pc:sldChg chg="modSp">
        <pc:chgData name="主査　福島 直人" userId="S::naoto_2_fukushima@ccken.onmicrosoft.com::8f548a50-3d4a-4660-b17c-82fdb2003fd5" providerId="AD" clId="Web-{6B536209-0E9F-F7F0-66CF-C0AB56366964}" dt="2026-03-03T11:24:12.907" v="3" actId="20577"/>
        <pc:sldMkLst>
          <pc:docMk/>
          <pc:sldMk cId="2912982522" sldId="983"/>
        </pc:sldMkLst>
        <pc:spChg chg="mod">
          <ac:chgData name="主査　福島 直人" userId="S::naoto_2_fukushima@ccken.onmicrosoft.com::8f548a50-3d4a-4660-b17c-82fdb2003fd5" providerId="AD" clId="Web-{6B536209-0E9F-F7F0-66CF-C0AB56366964}" dt="2026-03-03T11:24:12.907" v="3" actId="20577"/>
          <ac:spMkLst>
            <pc:docMk/>
            <pc:sldMk cId="2912982522" sldId="983"/>
            <ac:spMk id="10" creationId="{761471CE-6714-758F-D829-29B22D9F7663}"/>
          </ac:spMkLst>
        </pc:spChg>
      </pc:sldChg>
      <pc:sldChg chg="modSp">
        <pc:chgData name="主査　福島 直人" userId="S::naoto_2_fukushima@ccken.onmicrosoft.com::8f548a50-3d4a-4660-b17c-82fdb2003fd5" providerId="AD" clId="Web-{6B536209-0E9F-F7F0-66CF-C0AB56366964}" dt="2026-03-03T11:27:02.622" v="7" actId="20577"/>
        <pc:sldMkLst>
          <pc:docMk/>
          <pc:sldMk cId="995557494" sldId="986"/>
        </pc:sldMkLst>
        <pc:spChg chg="mod">
          <ac:chgData name="主査　福島 直人" userId="S::naoto_2_fukushima@ccken.onmicrosoft.com::8f548a50-3d4a-4660-b17c-82fdb2003fd5" providerId="AD" clId="Web-{6B536209-0E9F-F7F0-66CF-C0AB56366964}" dt="2026-03-03T11:27:02.622" v="7" actId="20577"/>
          <ac:spMkLst>
            <pc:docMk/>
            <pc:sldMk cId="995557494" sldId="986"/>
            <ac:spMk id="15" creationId="{0231106D-00AC-045A-06E9-A593D65CE9C7}"/>
          </ac:spMkLst>
        </pc:spChg>
      </pc:sldChg>
    </pc:docChg>
  </pc:docChgLst>
  <pc:docChgLst>
    <pc:chgData name="明治安田　荻野 純平" userId="S::jy-ogino@ccken.onmicrosoft.com::27cba3d8-e4d3-428c-9353-43187c47438c" providerId="AD" clId="Web-{C9CD1186-4A2D-DB1F-647E-38F8D4DD1E2B}"/>
    <pc:docChg chg="addSld modSld modSection">
      <pc:chgData name="明治安田　荻野 純平" userId="S::jy-ogino@ccken.onmicrosoft.com::27cba3d8-e4d3-428c-9353-43187c47438c" providerId="AD" clId="Web-{C9CD1186-4A2D-DB1F-647E-38F8D4DD1E2B}" dt="2026-02-26T06:02:30.414" v="296" actId="1076"/>
      <pc:docMkLst>
        <pc:docMk/>
      </pc:docMkLst>
    </pc:docChg>
  </pc:docChgLst>
  <pc:docChgLst>
    <pc:chgData name="主査　福島 直人" userId="S::naoto_2_fukushima@ccken.onmicrosoft.com::8f548a50-3d4a-4660-b17c-82fdb2003fd5" providerId="AD" clId="Web-{C48CC299-9486-75A4-4C8D-E1D0FC68487B}"/>
    <pc:docChg chg="delSld modSld modSection">
      <pc:chgData name="主査　福島 直人" userId="S::naoto_2_fukushima@ccken.onmicrosoft.com::8f548a50-3d4a-4660-b17c-82fdb2003fd5" providerId="AD" clId="Web-{C48CC299-9486-75A4-4C8D-E1D0FC68487B}" dt="2026-02-19T16:10:22.198" v="66" actId="20577"/>
      <pc:docMkLst>
        <pc:docMk/>
      </pc:docMkLst>
      <pc:sldChg chg="modSp">
        <pc:chgData name="主査　福島 直人" userId="S::naoto_2_fukushima@ccken.onmicrosoft.com::8f548a50-3d4a-4660-b17c-82fdb2003fd5" providerId="AD" clId="Web-{C48CC299-9486-75A4-4C8D-E1D0FC68487B}" dt="2026-02-19T15:58:24.566" v="5"/>
        <pc:sldMkLst>
          <pc:docMk/>
          <pc:sldMk cId="468256319" sldId="471"/>
        </pc:sldMkLst>
        <pc:graphicFrameChg chg="mod modGraphic">
          <ac:chgData name="主査　福島 直人" userId="S::naoto_2_fukushima@ccken.onmicrosoft.com::8f548a50-3d4a-4660-b17c-82fdb2003fd5" providerId="AD" clId="Web-{C48CC299-9486-75A4-4C8D-E1D0FC68487B}" dt="2026-02-19T15:58:24.566" v="5"/>
          <ac:graphicFrameMkLst>
            <pc:docMk/>
            <pc:sldMk cId="468256319" sldId="471"/>
            <ac:graphicFrameMk id="14" creationId="{81CF28A4-EEDB-E592-71A3-5D2C5757D04E}"/>
          </ac:graphicFrameMkLst>
        </pc:graphicFrameChg>
      </pc:sldChg>
      <pc:sldChg chg="delSp modSp">
        <pc:chgData name="主査　福島 直人" userId="S::naoto_2_fukushima@ccken.onmicrosoft.com::8f548a50-3d4a-4660-b17c-82fdb2003fd5" providerId="AD" clId="Web-{C48CC299-9486-75A4-4C8D-E1D0FC68487B}" dt="2026-02-19T15:59:23.238" v="16"/>
        <pc:sldMkLst>
          <pc:docMk/>
          <pc:sldMk cId="4049209207" sldId="636"/>
        </pc:sldMkLst>
        <pc:spChg chg="mod">
          <ac:chgData name="主査　福島 直人" userId="S::naoto_2_fukushima@ccken.onmicrosoft.com::8f548a50-3d4a-4660-b17c-82fdb2003fd5" providerId="AD" clId="Web-{C48CC299-9486-75A4-4C8D-E1D0FC68487B}" dt="2026-02-19T15:57:58.410" v="0" actId="20577"/>
          <ac:spMkLst>
            <pc:docMk/>
            <pc:sldMk cId="4049209207" sldId="636"/>
            <ac:spMk id="8" creationId="{2C2EB76A-7420-5F31-1301-953C21D57E89}"/>
          </ac:spMkLst>
        </pc:spChg>
      </pc:sldChg>
      <pc:sldChg chg="modSp">
        <pc:chgData name="主査　福島 直人" userId="S::naoto_2_fukushima@ccken.onmicrosoft.com::8f548a50-3d4a-4660-b17c-82fdb2003fd5" providerId="AD" clId="Web-{C48CC299-9486-75A4-4C8D-E1D0FC68487B}" dt="2026-02-19T15:58:25.582" v="7"/>
        <pc:sldMkLst>
          <pc:docMk/>
          <pc:sldMk cId="1392608573" sldId="727"/>
        </pc:sldMkLst>
        <pc:graphicFrameChg chg="mod modGraphic">
          <ac:chgData name="主査　福島 直人" userId="S::naoto_2_fukushima@ccken.onmicrosoft.com::8f548a50-3d4a-4660-b17c-82fdb2003fd5" providerId="AD" clId="Web-{C48CC299-9486-75A4-4C8D-E1D0FC68487B}" dt="2026-02-19T15:58:25.582" v="7"/>
          <ac:graphicFrameMkLst>
            <pc:docMk/>
            <pc:sldMk cId="1392608573" sldId="727"/>
            <ac:graphicFrameMk id="24" creationId="{63EF7961-CB2C-FA8E-B7EF-9A5009CA7C46}"/>
          </ac:graphicFrameMkLst>
        </pc:graphicFrameChg>
      </pc:sldChg>
      <pc:sldChg chg="modSp">
        <pc:chgData name="主査　福島 直人" userId="S::naoto_2_fukushima@ccken.onmicrosoft.com::8f548a50-3d4a-4660-b17c-82fdb2003fd5" providerId="AD" clId="Web-{C48CC299-9486-75A4-4C8D-E1D0FC68487B}" dt="2026-02-19T15:58:03.253" v="1" actId="20577"/>
        <pc:sldMkLst>
          <pc:docMk/>
          <pc:sldMk cId="2998734072" sldId="849"/>
        </pc:sldMkLst>
        <pc:spChg chg="mod">
          <ac:chgData name="主査　福島 直人" userId="S::naoto_2_fukushima@ccken.onmicrosoft.com::8f548a50-3d4a-4660-b17c-82fdb2003fd5" providerId="AD" clId="Web-{C48CC299-9486-75A4-4C8D-E1D0FC68487B}" dt="2026-02-19T15:58:03.253" v="1" actId="20577"/>
          <ac:spMkLst>
            <pc:docMk/>
            <pc:sldMk cId="2998734072" sldId="849"/>
            <ac:spMk id="8" creationId="{CA09F482-EBFB-878A-2FE4-0C9D284D3F6E}"/>
          </ac:spMkLst>
        </pc:spChg>
      </pc:sldChg>
      <pc:sldChg chg="modSp">
        <pc:chgData name="主査　福島 直人" userId="S::naoto_2_fukushima@ccken.onmicrosoft.com::8f548a50-3d4a-4660-b17c-82fdb2003fd5" providerId="AD" clId="Web-{C48CC299-9486-75A4-4C8D-E1D0FC68487B}" dt="2026-02-19T15:58:17.738" v="2" actId="20577"/>
        <pc:sldMkLst>
          <pc:docMk/>
          <pc:sldMk cId="978939477" sldId="850"/>
        </pc:sldMkLst>
        <pc:spChg chg="mod">
          <ac:chgData name="主査　福島 直人" userId="S::naoto_2_fukushima@ccken.onmicrosoft.com::8f548a50-3d4a-4660-b17c-82fdb2003fd5" providerId="AD" clId="Web-{C48CC299-9486-75A4-4C8D-E1D0FC68487B}" dt="2026-02-19T15:58:17.738" v="2" actId="20577"/>
          <ac:spMkLst>
            <pc:docMk/>
            <pc:sldMk cId="978939477" sldId="850"/>
            <ac:spMk id="8" creationId="{0B6CB4C3-6DB6-BDFB-CA8D-9539D82FF7C1}"/>
          </ac:spMkLst>
        </pc:spChg>
      </pc:sldChg>
      <pc:sldChg chg="modSp">
        <pc:chgData name="主査　福島 直人" userId="S::naoto_2_fukushima@ccken.onmicrosoft.com::8f548a50-3d4a-4660-b17c-82fdb2003fd5" providerId="AD" clId="Web-{C48CC299-9486-75A4-4C8D-E1D0FC68487B}" dt="2026-02-19T15:58:27.582" v="9" actId="20577"/>
        <pc:sldMkLst>
          <pc:docMk/>
          <pc:sldMk cId="785633465" sldId="851"/>
        </pc:sldMkLst>
        <pc:spChg chg="mod">
          <ac:chgData name="主査　福島 直人" userId="S::naoto_2_fukushima@ccken.onmicrosoft.com::8f548a50-3d4a-4660-b17c-82fdb2003fd5" providerId="AD" clId="Web-{C48CC299-9486-75A4-4C8D-E1D0FC68487B}" dt="2026-02-19T15:58:27.582" v="9" actId="20577"/>
          <ac:spMkLst>
            <pc:docMk/>
            <pc:sldMk cId="785633465" sldId="851"/>
            <ac:spMk id="8" creationId="{501000AF-F897-B4DD-1580-70745F13E0F9}"/>
          </ac:spMkLst>
        </pc:spChg>
      </pc:sldChg>
      <pc:sldChg chg="modSp">
        <pc:chgData name="主査　福島 直人" userId="S::naoto_2_fukushima@ccken.onmicrosoft.com::8f548a50-3d4a-4660-b17c-82fdb2003fd5" providerId="AD" clId="Web-{C48CC299-9486-75A4-4C8D-E1D0FC68487B}" dt="2026-02-19T15:58:28.644" v="10" actId="20577"/>
        <pc:sldMkLst>
          <pc:docMk/>
          <pc:sldMk cId="3346796719" sldId="853"/>
        </pc:sldMkLst>
        <pc:spChg chg="mod">
          <ac:chgData name="主査　福島 直人" userId="S::naoto_2_fukushima@ccken.onmicrosoft.com::8f548a50-3d4a-4660-b17c-82fdb2003fd5" providerId="AD" clId="Web-{C48CC299-9486-75A4-4C8D-E1D0FC68487B}" dt="2026-02-19T15:58:28.644" v="10" actId="20577"/>
          <ac:spMkLst>
            <pc:docMk/>
            <pc:sldMk cId="3346796719" sldId="853"/>
            <ac:spMk id="8" creationId="{DA787D85-76B5-87D9-9536-34471566DC72}"/>
          </ac:spMkLst>
        </pc:spChg>
      </pc:sldChg>
      <pc:sldChg chg="modSp">
        <pc:chgData name="主査　福島 直人" userId="S::naoto_2_fukushima@ccken.onmicrosoft.com::8f548a50-3d4a-4660-b17c-82fdb2003fd5" providerId="AD" clId="Web-{C48CC299-9486-75A4-4C8D-E1D0FC68487B}" dt="2026-02-19T15:58:41.332" v="11" actId="20577"/>
        <pc:sldMkLst>
          <pc:docMk/>
          <pc:sldMk cId="741583435" sldId="854"/>
        </pc:sldMkLst>
        <pc:spChg chg="mod">
          <ac:chgData name="主査　福島 直人" userId="S::naoto_2_fukushima@ccken.onmicrosoft.com::8f548a50-3d4a-4660-b17c-82fdb2003fd5" providerId="AD" clId="Web-{C48CC299-9486-75A4-4C8D-E1D0FC68487B}" dt="2026-02-19T15:58:41.332" v="11" actId="20577"/>
          <ac:spMkLst>
            <pc:docMk/>
            <pc:sldMk cId="741583435" sldId="854"/>
            <ac:spMk id="8" creationId="{34EC64F1-9178-B55C-0195-07077E06DFC9}"/>
          </ac:spMkLst>
        </pc:spChg>
      </pc:sldChg>
      <pc:sldChg chg="modSp">
        <pc:chgData name="主査　福島 直人" userId="S::naoto_2_fukushima@ccken.onmicrosoft.com::8f548a50-3d4a-4660-b17c-82fdb2003fd5" providerId="AD" clId="Web-{C48CC299-9486-75A4-4C8D-E1D0FC68487B}" dt="2026-02-19T15:58:22.519" v="3" actId="20577"/>
        <pc:sldMkLst>
          <pc:docMk/>
          <pc:sldMk cId="1039007571" sldId="855"/>
        </pc:sldMkLst>
        <pc:spChg chg="mod">
          <ac:chgData name="主査　福島 直人" userId="S::naoto_2_fukushima@ccken.onmicrosoft.com::8f548a50-3d4a-4660-b17c-82fdb2003fd5" providerId="AD" clId="Web-{C48CC299-9486-75A4-4C8D-E1D0FC68487B}" dt="2026-02-19T15:58:22.519" v="3" actId="20577"/>
          <ac:spMkLst>
            <pc:docMk/>
            <pc:sldMk cId="1039007571" sldId="855"/>
            <ac:spMk id="8" creationId="{1C523931-E41F-A957-9DED-16CDEAE6E404}"/>
          </ac:spMkLst>
        </pc:spChg>
      </pc:sldChg>
      <pc:sldChg chg="modSp">
        <pc:chgData name="主査　福島 直人" userId="S::naoto_2_fukushima@ccken.onmicrosoft.com::8f548a50-3d4a-4660-b17c-82fdb2003fd5" providerId="AD" clId="Web-{C48CC299-9486-75A4-4C8D-E1D0FC68487B}" dt="2026-02-19T15:58:26.863" v="8" actId="20577"/>
        <pc:sldMkLst>
          <pc:docMk/>
          <pc:sldMk cId="490314474" sldId="961"/>
        </pc:sldMkLst>
        <pc:spChg chg="mod">
          <ac:chgData name="主査　福島 直人" userId="S::naoto_2_fukushima@ccken.onmicrosoft.com::8f548a50-3d4a-4660-b17c-82fdb2003fd5" providerId="AD" clId="Web-{C48CC299-9486-75A4-4C8D-E1D0FC68487B}" dt="2026-02-19T15:58:26.863" v="8" actId="20577"/>
          <ac:spMkLst>
            <pc:docMk/>
            <pc:sldMk cId="490314474" sldId="961"/>
            <ac:spMk id="8" creationId="{E901DBD4-5D92-F6DA-1842-EA2372F80B25}"/>
          </ac:spMkLst>
        </pc:spChg>
      </pc:sldChg>
    </pc:docChg>
  </pc:docChgLst>
  <pc:docChgLst>
    <pc:chgData name="主査　福島 直人" userId="S::naoto_2_fukushima@ccken.onmicrosoft.com::8f548a50-3d4a-4660-b17c-82fdb2003fd5" providerId="AD" clId="Web-{126A0584-A36B-B145-77AF-0054740975FB}"/>
    <pc:docChg chg="modSld sldOrd modSection">
      <pc:chgData name="主査　福島 直人" userId="S::naoto_2_fukushima@ccken.onmicrosoft.com::8f548a50-3d4a-4660-b17c-82fdb2003fd5" providerId="AD" clId="Web-{126A0584-A36B-B145-77AF-0054740975FB}" dt="2026-02-18T08:48:27.405" v="89" actId="20577"/>
      <pc:docMkLst>
        <pc:docMk/>
      </pc:docMkLst>
      <pc:sldChg chg="modSp">
        <pc:chgData name="主査　福島 直人" userId="S::naoto_2_fukushima@ccken.onmicrosoft.com::8f548a50-3d4a-4660-b17c-82fdb2003fd5" providerId="AD" clId="Web-{126A0584-A36B-B145-77AF-0054740975FB}" dt="2026-02-18T08:18:21.256" v="11" actId="20577"/>
        <pc:sldMkLst>
          <pc:docMk/>
          <pc:sldMk cId="2863164929" sldId="773"/>
        </pc:sldMkLst>
        <pc:spChg chg="mod">
          <ac:chgData name="主査　福島 直人" userId="S::naoto_2_fukushima@ccken.onmicrosoft.com::8f548a50-3d4a-4660-b17c-82fdb2003fd5" providerId="AD" clId="Web-{126A0584-A36B-B145-77AF-0054740975FB}" dt="2026-02-18T08:18:21.256" v="11" actId="20577"/>
          <ac:spMkLst>
            <pc:docMk/>
            <pc:sldMk cId="2863164929" sldId="773"/>
            <ac:spMk id="17" creationId="{67C8EBDA-33F2-D4C4-747B-0442AC70B707}"/>
          </ac:spMkLst>
        </pc:spChg>
      </pc:sldChg>
      <pc:sldChg chg="modSp">
        <pc:chgData name="主査　福島 直人" userId="S::naoto_2_fukushima@ccken.onmicrosoft.com::8f548a50-3d4a-4660-b17c-82fdb2003fd5" providerId="AD" clId="Web-{126A0584-A36B-B145-77AF-0054740975FB}" dt="2026-02-18T08:48:27.405" v="89" actId="20577"/>
        <pc:sldMkLst>
          <pc:docMk/>
          <pc:sldMk cId="2575810299" sldId="958"/>
        </pc:sldMkLst>
        <pc:spChg chg="mod">
          <ac:chgData name="主査　福島 直人" userId="S::naoto_2_fukushima@ccken.onmicrosoft.com::8f548a50-3d4a-4660-b17c-82fdb2003fd5" providerId="AD" clId="Web-{126A0584-A36B-B145-77AF-0054740975FB}" dt="2026-02-18T08:48:27.405" v="89" actId="20577"/>
          <ac:spMkLst>
            <pc:docMk/>
            <pc:sldMk cId="2575810299" sldId="958"/>
            <ac:spMk id="3" creationId="{309EA843-8EB0-DEFE-3D01-4D8DF23D26A2}"/>
          </ac:spMkLst>
        </pc:spChg>
        <pc:spChg chg="mod">
          <ac:chgData name="主査　福島 直人" userId="S::naoto_2_fukushima@ccken.onmicrosoft.com::8f548a50-3d4a-4660-b17c-82fdb2003fd5" providerId="AD" clId="Web-{126A0584-A36B-B145-77AF-0054740975FB}" dt="2026-02-18T08:41:17.131" v="60" actId="20577"/>
          <ac:spMkLst>
            <pc:docMk/>
            <pc:sldMk cId="2575810299" sldId="958"/>
            <ac:spMk id="6" creationId="{568A092F-4BCD-F497-D8D3-73DA53EAE208}"/>
          </ac:spMkLst>
        </pc:spChg>
        <pc:spChg chg="mod">
          <ac:chgData name="主査　福島 直人" userId="S::naoto_2_fukushima@ccken.onmicrosoft.com::8f548a50-3d4a-4660-b17c-82fdb2003fd5" providerId="AD" clId="Web-{126A0584-A36B-B145-77AF-0054740975FB}" dt="2026-02-18T08:45:30.871" v="70" actId="1076"/>
          <ac:spMkLst>
            <pc:docMk/>
            <pc:sldMk cId="2575810299" sldId="958"/>
            <ac:spMk id="7" creationId="{77B1510E-D32B-59E6-7807-D1ADD4826386}"/>
          </ac:spMkLst>
        </pc:spChg>
        <pc:spChg chg="mod">
          <ac:chgData name="主査　福島 直人" userId="S::naoto_2_fukushima@ccken.onmicrosoft.com::8f548a50-3d4a-4660-b17c-82fdb2003fd5" providerId="AD" clId="Web-{126A0584-A36B-B145-77AF-0054740975FB}" dt="2026-02-18T08:46:14.887" v="73" actId="20577"/>
          <ac:spMkLst>
            <pc:docMk/>
            <pc:sldMk cId="2575810299" sldId="958"/>
            <ac:spMk id="9" creationId="{122BDB4F-8DDA-79B4-79E8-139B7EB54958}"/>
          </ac:spMkLst>
        </pc:spChg>
        <pc:spChg chg="mod">
          <ac:chgData name="主査　福島 直人" userId="S::naoto_2_fukushima@ccken.onmicrosoft.com::8f548a50-3d4a-4660-b17c-82fdb2003fd5" providerId="AD" clId="Web-{126A0584-A36B-B145-77AF-0054740975FB}" dt="2026-02-18T08:46:19.106" v="74" actId="20577"/>
          <ac:spMkLst>
            <pc:docMk/>
            <pc:sldMk cId="2575810299" sldId="958"/>
            <ac:spMk id="12" creationId="{CD67A43E-2129-F49F-AC21-CA15C1F34676}"/>
          </ac:spMkLst>
        </pc:spChg>
      </pc:sldChg>
    </pc:docChg>
  </pc:docChgLst>
  <pc:docChgLst>
    <pc:chgData name="明治安田　荻野 純平" userId="S::jy-ogino@ccken.onmicrosoft.com::27cba3d8-e4d3-428c-9353-43187c47438c" providerId="AD" clId="Web-{0FE1EDEB-DFC0-4413-D264-0946BB7EE639}"/>
    <pc:docChg chg="modSld sldOrd">
      <pc:chgData name="明治安田　荻野 純平" userId="S::jy-ogino@ccken.onmicrosoft.com::27cba3d8-e4d3-428c-9353-43187c47438c" providerId="AD" clId="Web-{0FE1EDEB-DFC0-4413-D264-0946BB7EE639}" dt="2026-02-05T07:02:31.191" v="3"/>
      <pc:docMkLst>
        <pc:docMk/>
      </pc:docMkLst>
    </pc:docChg>
  </pc:docChgLst>
  <pc:docChgLst>
    <pc:chgData name="MUIT　髙橋 博実" userId="S::hiromix222_msn.com#ext#@ccken.onmicrosoft.com::9d572560-7f87-4d11-90b9-a0fc016bcb45" providerId="AD" clId="Web-{DD1143C6-E25A-8FE2-7D20-B4A1FDB6CA8E}"/>
    <pc:docChg chg="modSld sldOrd">
      <pc:chgData name="MUIT　髙橋 博実" userId="S::hiromix222_msn.com#ext#@ccken.onmicrosoft.com::9d572560-7f87-4d11-90b9-a0fc016bcb45" providerId="AD" clId="Web-{DD1143C6-E25A-8FE2-7D20-B4A1FDB6CA8E}" dt="2026-02-16T12:01:10.085" v="46"/>
      <pc:docMkLst>
        <pc:docMk/>
      </pc:docMkLst>
      <pc:sldChg chg="modSp">
        <pc:chgData name="MUIT　髙橋 博実" userId="S::hiromix222_msn.com#ext#@ccken.onmicrosoft.com::9d572560-7f87-4d11-90b9-a0fc016bcb45" providerId="AD" clId="Web-{DD1143C6-E25A-8FE2-7D20-B4A1FDB6CA8E}" dt="2026-02-12T06:19:45.547" v="0" actId="14100"/>
        <pc:sldMkLst>
          <pc:docMk/>
          <pc:sldMk cId="1392608573" sldId="727"/>
        </pc:sldMkLst>
        <pc:spChg chg="mod">
          <ac:chgData name="MUIT　髙橋 博実" userId="S::hiromix222_msn.com#ext#@ccken.onmicrosoft.com::9d572560-7f87-4d11-90b9-a0fc016bcb45" providerId="AD" clId="Web-{DD1143C6-E25A-8FE2-7D20-B4A1FDB6CA8E}" dt="2026-02-12T06:19:45.547" v="0" actId="14100"/>
          <ac:spMkLst>
            <pc:docMk/>
            <pc:sldMk cId="1392608573" sldId="727"/>
            <ac:spMk id="37" creationId="{69049471-B8EE-A563-1587-01F325C549CF}"/>
          </ac:spMkLst>
        </pc:spChg>
      </pc:sldChg>
    </pc:docChg>
  </pc:docChgLst>
  <pc:docChgLst>
    <pc:chgData name="主査　福島 直人" userId="S::naoto_2_fukushima@ccken.onmicrosoft.com::8f548a50-3d4a-4660-b17c-82fdb2003fd5" providerId="AD" clId="Web-{51628E4F-9C99-67F2-30BF-C531776C3725}"/>
    <pc:docChg chg="delSld modSld modSection">
      <pc:chgData name="主査　福島 直人" userId="S::naoto_2_fukushima@ccken.onmicrosoft.com::8f548a50-3d4a-4660-b17c-82fdb2003fd5" providerId="AD" clId="Web-{51628E4F-9C99-67F2-30BF-C531776C3725}" dt="2026-02-04T13:10:52.662" v="847" actId="20577"/>
      <pc:docMkLst>
        <pc:docMk/>
      </pc:docMkLst>
      <pc:sldChg chg="addSp delSp modSp">
        <pc:chgData name="主査　福島 直人" userId="S::naoto_2_fukushima@ccken.onmicrosoft.com::8f548a50-3d4a-4660-b17c-82fdb2003fd5" providerId="AD" clId="Web-{51628E4F-9C99-67F2-30BF-C531776C3725}" dt="2026-02-04T10:58:50.846" v="47" actId="1076"/>
        <pc:sldMkLst>
          <pc:docMk/>
          <pc:sldMk cId="2863164929" sldId="773"/>
        </pc:sldMkLst>
        <pc:spChg chg="mod">
          <ac:chgData name="主査　福島 直人" userId="S::naoto_2_fukushima@ccken.onmicrosoft.com::8f548a50-3d4a-4660-b17c-82fdb2003fd5" providerId="AD" clId="Web-{51628E4F-9C99-67F2-30BF-C531776C3725}" dt="2026-02-04T10:58:41.095" v="41" actId="1076"/>
          <ac:spMkLst>
            <pc:docMk/>
            <pc:sldMk cId="2863164929" sldId="773"/>
            <ac:spMk id="13" creationId="{F967AD52-8CCD-A45B-6CC3-8156C90EA7D9}"/>
          </ac:spMkLst>
        </pc:spChg>
        <pc:spChg chg="mod">
          <ac:chgData name="主査　福島 直人" userId="S::naoto_2_fukushima@ccken.onmicrosoft.com::8f548a50-3d4a-4660-b17c-82fdb2003fd5" providerId="AD" clId="Web-{51628E4F-9C99-67F2-30BF-C531776C3725}" dt="2026-02-04T10:58:41.111" v="42" actId="1076"/>
          <ac:spMkLst>
            <pc:docMk/>
            <pc:sldMk cId="2863164929" sldId="773"/>
            <ac:spMk id="16" creationId="{376FFBE3-3FC4-D1DA-7323-AE428AA8AB37}"/>
          </ac:spMkLst>
        </pc:spChg>
        <pc:spChg chg="mod">
          <ac:chgData name="主査　福島 直人" userId="S::naoto_2_fukushima@ccken.onmicrosoft.com::8f548a50-3d4a-4660-b17c-82fdb2003fd5" providerId="AD" clId="Web-{51628E4F-9C99-67F2-30BF-C531776C3725}" dt="2026-02-04T10:58:41.127" v="43" actId="1076"/>
          <ac:spMkLst>
            <pc:docMk/>
            <pc:sldMk cId="2863164929" sldId="773"/>
            <ac:spMk id="17" creationId="{67C8EBDA-33F2-D4C4-747B-0442AC70B707}"/>
          </ac:spMkLst>
        </pc:spChg>
      </pc:sldChg>
    </pc:docChg>
  </pc:docChgLst>
  <pc:docChgLst>
    <pc:chgData name="masazaki yoshihiro/6201258/昌崎　良浩" userId="0c7474cb-3660-4f05-80b1-7e093c724de8" providerId="ADAL" clId="{3014E939-FBF6-5C63-877C-1708B5EB6ECE}"/>
    <pc:docChg chg="undo custSel modSld">
      <pc:chgData name="masazaki yoshihiro/6201258/昌崎　良浩" userId="0c7474cb-3660-4f05-80b1-7e093c724de8" providerId="ADAL" clId="{3014E939-FBF6-5C63-877C-1708B5EB6ECE}" dt="2026-02-23T23:57:29.920" v="2232" actId="208"/>
      <pc:docMkLst>
        <pc:docMk/>
      </pc:docMkLst>
    </pc:docChg>
  </pc:docChgLst>
  <pc:docChgLst>
    <pc:chgData name="masazaki yoshihiro/6201258/昌崎　良浩" userId="S::yoshihiro.masazaki.mk_mcgc.com#ext#@ccken.onmicrosoft.com::338b9127-7fcd-4e96-b095-c08a802489d5" providerId="AD" clId="Web-{9AB253B2-CD01-CC49-58A7-3401390A37DB}"/>
    <pc:docChg chg="modSld">
      <pc:chgData name="masazaki yoshihiro/6201258/昌崎　良浩" userId="S::yoshihiro.masazaki.mk_mcgc.com#ext#@ccken.onmicrosoft.com::338b9127-7fcd-4e96-b095-c08a802489d5" providerId="AD" clId="Web-{9AB253B2-CD01-CC49-58A7-3401390A37DB}" dt="2026-02-20T06:05:40.149" v="434" actId="20577"/>
      <pc:docMkLst>
        <pc:docMk/>
      </pc:docMkLst>
    </pc:docChg>
  </pc:docChgLst>
  <pc:docChgLst>
    <pc:chgData name="主査　福島 直人" userId="S::naoto_2_fukushima@ccken.onmicrosoft.com::8f548a50-3d4a-4660-b17c-82fdb2003fd5" providerId="AD" clId="Web-{F03B18E8-374F-47FF-4373-0855A1B87225}"/>
    <pc:docChg chg="addSld modSld modSection">
      <pc:chgData name="主査　福島 直人" userId="S::naoto_2_fukushima@ccken.onmicrosoft.com::8f548a50-3d4a-4660-b17c-82fdb2003fd5" providerId="AD" clId="Web-{F03B18E8-374F-47FF-4373-0855A1B87225}" dt="2026-02-26T05:46:33.904" v="37" actId="20577"/>
      <pc:docMkLst>
        <pc:docMk/>
      </pc:docMkLst>
      <pc:sldChg chg="delSp">
        <pc:chgData name="主査　福島 直人" userId="S::naoto_2_fukushima@ccken.onmicrosoft.com::8f548a50-3d4a-4660-b17c-82fdb2003fd5" providerId="AD" clId="Web-{F03B18E8-374F-47FF-4373-0855A1B87225}" dt="2026-02-25T10:32:00.214" v="0"/>
        <pc:sldMkLst>
          <pc:docMk/>
          <pc:sldMk cId="3496318797" sldId="954"/>
        </pc:sldMkLst>
      </pc:sldChg>
    </pc:docChg>
  </pc:docChgLst>
  <pc:docChgLst>
    <pc:chgData name="三菱UFJ信託銀行　網野 智仁" userId="S::tomohito_amino@ccken.onmicrosoft.com::f8474316-ab6c-4136-bc0a-a68b4c48cb80" providerId="AD" clId="Web-{79F5BC3D-CE17-914E-B7AE-85F4F96984A1}"/>
    <pc:docChg chg="addSld delSld modSld modSection">
      <pc:chgData name="三菱UFJ信託銀行　網野 智仁" userId="S::tomohito_amino@ccken.onmicrosoft.com::f8474316-ab6c-4136-bc0a-a68b4c48cb80" providerId="AD" clId="Web-{79F5BC3D-CE17-914E-B7AE-85F4F96984A1}" dt="2026-02-05T07:38:57.721" v="329" actId="1076"/>
      <pc:docMkLst>
        <pc:docMk/>
      </pc:docMkLst>
    </pc:docChg>
  </pc:docChgLst>
  <pc:docChgLst>
    <pc:chgData name="明治安田　荻野 純平" userId="S::jy-ogino@ccken.onmicrosoft.com::27cba3d8-e4d3-428c-9353-43187c47438c" providerId="AD" clId="Web-{8867B5F1-3B97-C419-0D0E-F260279D75CF}"/>
    <pc:docChg chg="modSld">
      <pc:chgData name="明治安田　荻野 純平" userId="S::jy-ogino@ccken.onmicrosoft.com::27cba3d8-e4d3-428c-9353-43187c47438c" providerId="AD" clId="Web-{8867B5F1-3B97-C419-0D0E-F260279D75CF}" dt="2026-02-26T14:48:07.618" v="160" actId="20577"/>
      <pc:docMkLst>
        <pc:docMk/>
      </pc:docMkLst>
      <pc:sldChg chg="modSp">
        <pc:chgData name="明治安田　荻野 純平" userId="S::jy-ogino@ccken.onmicrosoft.com::27cba3d8-e4d3-428c-9353-43187c47438c" providerId="AD" clId="Web-{8867B5F1-3B97-C419-0D0E-F260279D75CF}" dt="2026-02-26T14:42:08.991" v="98" actId="20577"/>
        <pc:sldMkLst>
          <pc:docMk/>
          <pc:sldMk cId="3546692421" sldId="980"/>
        </pc:sldMkLst>
        <pc:spChg chg="mod">
          <ac:chgData name="明治安田　荻野 純平" userId="S::jy-ogino@ccken.onmicrosoft.com::27cba3d8-e4d3-428c-9353-43187c47438c" providerId="AD" clId="Web-{8867B5F1-3B97-C419-0D0E-F260279D75CF}" dt="2026-02-26T14:40:41.331" v="90" actId="14100"/>
          <ac:spMkLst>
            <pc:docMk/>
            <pc:sldMk cId="3546692421" sldId="980"/>
            <ac:spMk id="52" creationId="{87674BF5-3598-C3E5-386F-222C566EBCA9}"/>
          </ac:spMkLst>
        </pc:spChg>
        <pc:spChg chg="mod">
          <ac:chgData name="明治安田　荻野 純平" userId="S::jy-ogino@ccken.onmicrosoft.com::27cba3d8-e4d3-428c-9353-43187c47438c" providerId="AD" clId="Web-{8867B5F1-3B97-C419-0D0E-F260279D75CF}" dt="2026-02-26T14:42:08.991" v="98" actId="20577"/>
          <ac:spMkLst>
            <pc:docMk/>
            <pc:sldMk cId="3546692421" sldId="980"/>
            <ac:spMk id="54" creationId="{9F85AE0A-D3CB-1B39-85FE-A396889AA4D0}"/>
          </ac:spMkLst>
        </pc:spChg>
      </pc:sldChg>
      <pc:sldChg chg="modSp">
        <pc:chgData name="明治安田　荻野 純平" userId="S::jy-ogino@ccken.onmicrosoft.com::27cba3d8-e4d3-428c-9353-43187c47438c" providerId="AD" clId="Web-{8867B5F1-3B97-C419-0D0E-F260279D75CF}" dt="2026-02-26T14:38:03.305" v="43" actId="14100"/>
        <pc:sldMkLst>
          <pc:docMk/>
          <pc:sldMk cId="426927151" sldId="994"/>
        </pc:sldMkLst>
        <pc:spChg chg="mod">
          <ac:chgData name="明治安田　荻野 純平" userId="S::jy-ogino@ccken.onmicrosoft.com::27cba3d8-e4d3-428c-9353-43187c47438c" providerId="AD" clId="Web-{8867B5F1-3B97-C419-0D0E-F260279D75CF}" dt="2026-02-26T14:36:45.398" v="40" actId="20577"/>
          <ac:spMkLst>
            <pc:docMk/>
            <pc:sldMk cId="426927151" sldId="994"/>
            <ac:spMk id="3" creationId="{C24114A6-8D1A-5788-F398-37B65FCD299E}"/>
          </ac:spMkLst>
        </pc:spChg>
        <pc:spChg chg="mod">
          <ac:chgData name="明治安田　荻野 純平" userId="S::jy-ogino@ccken.onmicrosoft.com::27cba3d8-e4d3-428c-9353-43187c47438c" providerId="AD" clId="Web-{8867B5F1-3B97-C419-0D0E-F260279D75CF}" dt="2026-02-26T14:38:03.305" v="43" actId="14100"/>
          <ac:spMkLst>
            <pc:docMk/>
            <pc:sldMk cId="426927151" sldId="994"/>
            <ac:spMk id="8" creationId="{C43B855E-EB9C-1CA5-CB59-7F2F308903B7}"/>
          </ac:spMkLst>
        </pc:spChg>
        <pc:spChg chg="mod">
          <ac:chgData name="明治安田　荻野 純平" userId="S::jy-ogino@ccken.onmicrosoft.com::27cba3d8-e4d3-428c-9353-43187c47438c" providerId="AD" clId="Web-{8867B5F1-3B97-C419-0D0E-F260279D75CF}" dt="2026-02-26T14:35:59.429" v="39" actId="20577"/>
          <ac:spMkLst>
            <pc:docMk/>
            <pc:sldMk cId="426927151" sldId="994"/>
            <ac:spMk id="12" creationId="{352C1BA3-1C8C-1BBB-4346-8CFA309AEF9A}"/>
          </ac:spMkLst>
        </pc:spChg>
        <pc:spChg chg="mod">
          <ac:chgData name="明治安田　荻野 純平" userId="S::jy-ogino@ccken.onmicrosoft.com::27cba3d8-e4d3-428c-9353-43187c47438c" providerId="AD" clId="Web-{8867B5F1-3B97-C419-0D0E-F260279D75CF}" dt="2026-02-26T14:35:51.726" v="37" actId="20577"/>
          <ac:spMkLst>
            <pc:docMk/>
            <pc:sldMk cId="426927151" sldId="994"/>
            <ac:spMk id="17" creationId="{59FB0804-E414-C1DE-E694-BDEBB480E10B}"/>
          </ac:spMkLst>
        </pc:spChg>
      </pc:sldChg>
      <pc:sldChg chg="modSp">
        <pc:chgData name="明治安田　荻野 純平" userId="S::jy-ogino@ccken.onmicrosoft.com::27cba3d8-e4d3-428c-9353-43187c47438c" providerId="AD" clId="Web-{8867B5F1-3B97-C419-0D0E-F260279D75CF}" dt="2026-02-26T14:39:05.822" v="65" actId="20577"/>
        <pc:sldMkLst>
          <pc:docMk/>
          <pc:sldMk cId="1557085014" sldId="1005"/>
        </pc:sldMkLst>
        <pc:spChg chg="mod">
          <ac:chgData name="明治安田　荻野 純平" userId="S::jy-ogino@ccken.onmicrosoft.com::27cba3d8-e4d3-428c-9353-43187c47438c" providerId="AD" clId="Web-{8867B5F1-3B97-C419-0D0E-F260279D75CF}" dt="2026-02-26T14:39:00.837" v="60" actId="20577"/>
          <ac:spMkLst>
            <pc:docMk/>
            <pc:sldMk cId="1557085014" sldId="1005"/>
            <ac:spMk id="12" creationId="{0E173D1D-BB62-54CB-AB4B-C633F7A15517}"/>
          </ac:spMkLst>
        </pc:spChg>
        <pc:spChg chg="mod">
          <ac:chgData name="明治安田　荻野 純平" userId="S::jy-ogino@ccken.onmicrosoft.com::27cba3d8-e4d3-428c-9353-43187c47438c" providerId="AD" clId="Web-{8867B5F1-3B97-C419-0D0E-F260279D75CF}" dt="2026-02-26T14:39:05.822" v="65" actId="20577"/>
          <ac:spMkLst>
            <pc:docMk/>
            <pc:sldMk cId="1557085014" sldId="1005"/>
            <ac:spMk id="17" creationId="{34B9CE4E-7850-82F4-6128-825C6D4BBFDD}"/>
          </ac:spMkLst>
        </pc:spChg>
        <pc:spChg chg="mod">
          <ac:chgData name="明治安田　荻野 純平" userId="S::jy-ogino@ccken.onmicrosoft.com::27cba3d8-e4d3-428c-9353-43187c47438c" providerId="AD" clId="Web-{8867B5F1-3B97-C419-0D0E-F260279D75CF}" dt="2026-02-26T14:38:46.790" v="56" actId="20577"/>
          <ac:spMkLst>
            <pc:docMk/>
            <pc:sldMk cId="1557085014" sldId="1005"/>
            <ac:spMk id="26" creationId="{B124331C-3A53-238D-959D-FB97D2880ECD}"/>
          </ac:spMkLst>
        </pc:spChg>
      </pc:sldChg>
      <pc:sldChg chg="modSp">
        <pc:chgData name="明治安田　荻野 純平" userId="S::jy-ogino@ccken.onmicrosoft.com::27cba3d8-e4d3-428c-9353-43187c47438c" providerId="AD" clId="Web-{8867B5F1-3B97-C419-0D0E-F260279D75CF}" dt="2026-02-26T14:40:01.029" v="87" actId="20577"/>
        <pc:sldMkLst>
          <pc:docMk/>
          <pc:sldMk cId="433359686" sldId="1008"/>
        </pc:sldMkLst>
        <pc:spChg chg="mod">
          <ac:chgData name="明治安田　荻野 純平" userId="S::jy-ogino@ccken.onmicrosoft.com::27cba3d8-e4d3-428c-9353-43187c47438c" providerId="AD" clId="Web-{8867B5F1-3B97-C419-0D0E-F260279D75CF}" dt="2026-02-26T14:39:44.900" v="79" actId="20577"/>
          <ac:spMkLst>
            <pc:docMk/>
            <pc:sldMk cId="433359686" sldId="1008"/>
            <ac:spMk id="7" creationId="{2982206F-0657-4D05-EFEC-DEFB72D781B0}"/>
          </ac:spMkLst>
        </pc:spChg>
        <pc:spChg chg="mod">
          <ac:chgData name="明治安田　荻野 純平" userId="S::jy-ogino@ccken.onmicrosoft.com::27cba3d8-e4d3-428c-9353-43187c47438c" providerId="AD" clId="Web-{8867B5F1-3B97-C419-0D0E-F260279D75CF}" dt="2026-02-26T14:39:39.072" v="75" actId="20577"/>
          <ac:spMkLst>
            <pc:docMk/>
            <pc:sldMk cId="433359686" sldId="1008"/>
            <ac:spMk id="56" creationId="{FBE47691-5267-1458-7B44-9D755962C2A6}"/>
          </ac:spMkLst>
        </pc:spChg>
        <pc:spChg chg="mod">
          <ac:chgData name="明治安田　荻野 純平" userId="S::jy-ogino@ccken.onmicrosoft.com::27cba3d8-e4d3-428c-9353-43187c47438c" providerId="AD" clId="Web-{8867B5F1-3B97-C419-0D0E-F260279D75CF}" dt="2026-02-26T14:40:01.029" v="87" actId="20577"/>
          <ac:spMkLst>
            <pc:docMk/>
            <pc:sldMk cId="433359686" sldId="1008"/>
            <ac:spMk id="102" creationId="{0DB7154A-9423-8777-3CA7-F333C5E91EFC}"/>
          </ac:spMkLst>
        </pc:spChg>
      </pc:sldChg>
    </pc:docChg>
  </pc:docChgLst>
  <pc:docChgLst>
    <pc:chgData name="主査　福島 直人" userId="S::naoto_2_fukushima@ccken.onmicrosoft.com::8f548a50-3d4a-4660-b17c-82fdb2003fd5" providerId="AD" clId="Web-{690779BD-0B15-35F5-5F4F-A1DADDD34FDA}"/>
    <pc:docChg chg="modSld">
      <pc:chgData name="主査　福島 直人" userId="S::naoto_2_fukushima@ccken.onmicrosoft.com::8f548a50-3d4a-4660-b17c-82fdb2003fd5" providerId="AD" clId="Web-{690779BD-0B15-35F5-5F4F-A1DADDD34FDA}" dt="2026-02-10T01:10:53.530" v="2" actId="1076"/>
      <pc:docMkLst>
        <pc:docMk/>
      </pc:docMkLst>
      <pc:sldChg chg="modSp">
        <pc:chgData name="主査　福島 直人" userId="S::naoto_2_fukushima@ccken.onmicrosoft.com::8f548a50-3d4a-4660-b17c-82fdb2003fd5" providerId="AD" clId="Web-{690779BD-0B15-35F5-5F4F-A1DADDD34FDA}" dt="2026-02-10T01:10:53.530" v="2" actId="1076"/>
        <pc:sldMkLst>
          <pc:docMk/>
          <pc:sldMk cId="468256319" sldId="471"/>
        </pc:sldMkLst>
      </pc:sldChg>
    </pc:docChg>
  </pc:docChgLst>
  <pc:docChgLst>
    <pc:chgData name="主査　福島 直人" userId="S::naoto_2_fukushima@ccken.onmicrosoft.com::8f548a50-3d4a-4660-b17c-82fdb2003fd5" providerId="AD" clId="Web-{0F787F82-2155-4640-356A-503C17CAEB0F}"/>
    <pc:docChg chg="modSld">
      <pc:chgData name="主査　福島 直人" userId="S::naoto_2_fukushima@ccken.onmicrosoft.com::8f548a50-3d4a-4660-b17c-82fdb2003fd5" providerId="AD" clId="Web-{0F787F82-2155-4640-356A-503C17CAEB0F}" dt="2026-03-02T01:02:12.805" v="5" actId="20577"/>
      <pc:docMkLst>
        <pc:docMk/>
      </pc:docMkLst>
      <pc:sldChg chg="modSp">
        <pc:chgData name="主査　福島 直人" userId="S::naoto_2_fukushima@ccken.onmicrosoft.com::8f548a50-3d4a-4660-b17c-82fdb2003fd5" providerId="AD" clId="Web-{0F787F82-2155-4640-356A-503C17CAEB0F}" dt="2026-03-02T01:02:12.805" v="5" actId="20577"/>
        <pc:sldMkLst>
          <pc:docMk/>
          <pc:sldMk cId="490314474" sldId="961"/>
        </pc:sldMkLst>
      </pc:sldChg>
    </pc:docChg>
  </pc:docChgLst>
  <pc:docChgLst>
    <pc:chgData name="三菱UFJ信託銀行　網野 智仁" userId="S::tomohito_amino@ccken.onmicrosoft.com::f8474316-ab6c-4136-bc0a-a68b4c48cb80" providerId="AD" clId="Web-{99699E77-2B92-AC73-5F20-D2CDFB803DAD}"/>
    <pc:docChg chg="delSld modSld sldOrd modSection">
      <pc:chgData name="三菱UFJ信託銀行　網野 智仁" userId="S::tomohito_amino@ccken.onmicrosoft.com::f8474316-ab6c-4136-bc0a-a68b4c48cb80" providerId="AD" clId="Web-{99699E77-2B92-AC73-5F20-D2CDFB803DAD}" dt="2026-02-26T14:47:23.233" v="226"/>
      <pc:docMkLst>
        <pc:docMk/>
      </pc:docMkLst>
      <pc:sldChg chg="modSp">
        <pc:chgData name="三菱UFJ信託銀行　網野 智仁" userId="S::tomohito_amino@ccken.onmicrosoft.com::f8474316-ab6c-4136-bc0a-a68b4c48cb80" providerId="AD" clId="Web-{99699E77-2B92-AC73-5F20-D2CDFB803DAD}" dt="2026-02-26T14:30:49.637" v="133" actId="20577"/>
        <pc:sldMkLst>
          <pc:docMk/>
          <pc:sldMk cId="3740400021" sldId="808"/>
        </pc:sldMkLst>
        <pc:spChg chg="mod">
          <ac:chgData name="三菱UFJ信託銀行　網野 智仁" userId="S::tomohito_amino@ccken.onmicrosoft.com::f8474316-ab6c-4136-bc0a-a68b4c48cb80" providerId="AD" clId="Web-{99699E77-2B92-AC73-5F20-D2CDFB803DAD}" dt="2026-02-26T14:30:49.637" v="133" actId="20577"/>
          <ac:spMkLst>
            <pc:docMk/>
            <pc:sldMk cId="3740400021" sldId="808"/>
            <ac:spMk id="7" creationId="{3E73ECD1-EE70-F57D-5BEB-684D4D488BC8}"/>
          </ac:spMkLst>
        </pc:spChg>
        <pc:graphicFrameChg chg="mod">
          <ac:chgData name="三菱UFJ信託銀行　網野 智仁" userId="S::tomohito_amino@ccken.onmicrosoft.com::f8474316-ab6c-4136-bc0a-a68b4c48cb80" providerId="AD" clId="Web-{99699E77-2B92-AC73-5F20-D2CDFB803DAD}" dt="2026-02-26T14:30:09.226" v="124" actId="1076"/>
          <ac:graphicFrameMkLst>
            <pc:docMk/>
            <pc:sldMk cId="3740400021" sldId="808"/>
            <ac:graphicFrameMk id="9" creationId="{B52BE3F1-7E2C-458C-B1E6-150E3C9D8028}"/>
          </ac:graphicFrameMkLst>
        </pc:graphicFrameChg>
        <pc:graphicFrameChg chg="mod modGraphic">
          <ac:chgData name="三菱UFJ信託銀行　網野 智仁" userId="S::tomohito_amino@ccken.onmicrosoft.com::f8474316-ab6c-4136-bc0a-a68b4c48cb80" providerId="AD" clId="Web-{99699E77-2B92-AC73-5F20-D2CDFB803DAD}" dt="2026-02-26T14:30:09.258" v="125" actId="1076"/>
          <ac:graphicFrameMkLst>
            <pc:docMk/>
            <pc:sldMk cId="3740400021" sldId="808"/>
            <ac:graphicFrameMk id="13" creationId="{E49B29B1-EAF1-BDDE-111D-9019A3CA58FF}"/>
          </ac:graphicFrameMkLst>
        </pc:graphicFrameChg>
      </pc:sldChg>
      <pc:sldChg chg="modSp">
        <pc:chgData name="三菱UFJ信託銀行　網野 智仁" userId="S::tomohito_amino@ccken.onmicrosoft.com::f8474316-ab6c-4136-bc0a-a68b4c48cb80" providerId="AD" clId="Web-{99699E77-2B92-AC73-5F20-D2CDFB803DAD}" dt="2026-02-26T14:27:45.911" v="107"/>
        <pc:sldMkLst>
          <pc:docMk/>
          <pc:sldMk cId="2863564126" sldId="809"/>
        </pc:sldMkLst>
        <pc:graphicFrameChg chg="mod modGraphic">
          <ac:chgData name="三菱UFJ信託銀行　網野 智仁" userId="S::tomohito_amino@ccken.onmicrosoft.com::f8474316-ab6c-4136-bc0a-a68b4c48cb80" providerId="AD" clId="Web-{99699E77-2B92-AC73-5F20-D2CDFB803DAD}" dt="2026-02-26T14:27:44.411" v="105"/>
          <ac:graphicFrameMkLst>
            <pc:docMk/>
            <pc:sldMk cId="2863564126" sldId="809"/>
            <ac:graphicFrameMk id="5" creationId="{FD63A822-5B26-65A1-59E7-DEFF86BACD14}"/>
          </ac:graphicFrameMkLst>
        </pc:graphicFrameChg>
        <pc:graphicFrameChg chg="mod modGraphic">
          <ac:chgData name="三菱UFJ信託銀行　網野 智仁" userId="S::tomohito_amino@ccken.onmicrosoft.com::f8474316-ab6c-4136-bc0a-a68b4c48cb80" providerId="AD" clId="Web-{99699E77-2B92-AC73-5F20-D2CDFB803DAD}" dt="2026-02-26T14:27:45.911" v="107"/>
          <ac:graphicFrameMkLst>
            <pc:docMk/>
            <pc:sldMk cId="2863564126" sldId="809"/>
            <ac:graphicFrameMk id="6" creationId="{A96560D9-9B7B-C267-61CE-69EC58D75A04}"/>
          </ac:graphicFrameMkLst>
        </pc:graphicFrameChg>
      </pc:sldChg>
      <pc:sldChg chg="modSp">
        <pc:chgData name="三菱UFJ信託銀行　網野 智仁" userId="S::tomohito_amino@ccken.onmicrosoft.com::f8474316-ab6c-4136-bc0a-a68b4c48cb80" providerId="AD" clId="Web-{99699E77-2B92-AC73-5F20-D2CDFB803DAD}" dt="2026-02-26T14:27:50.192" v="111"/>
        <pc:sldMkLst>
          <pc:docMk/>
          <pc:sldMk cId="4048481670" sldId="810"/>
        </pc:sldMkLst>
        <pc:graphicFrameChg chg="mod modGraphic">
          <ac:chgData name="三菱UFJ信託銀行　網野 智仁" userId="S::tomohito_amino@ccken.onmicrosoft.com::f8474316-ab6c-4136-bc0a-a68b4c48cb80" providerId="AD" clId="Web-{99699E77-2B92-AC73-5F20-D2CDFB803DAD}" dt="2026-02-26T14:27:48.380" v="109"/>
          <ac:graphicFrameMkLst>
            <pc:docMk/>
            <pc:sldMk cId="4048481670" sldId="810"/>
            <ac:graphicFrameMk id="6" creationId="{E852BA61-0444-8E8E-FB67-6169CAC8673A}"/>
          </ac:graphicFrameMkLst>
        </pc:graphicFrameChg>
        <pc:graphicFrameChg chg="mod modGraphic">
          <ac:chgData name="三菱UFJ信託銀行　網野 智仁" userId="S::tomohito_amino@ccken.onmicrosoft.com::f8474316-ab6c-4136-bc0a-a68b4c48cb80" providerId="AD" clId="Web-{99699E77-2B92-AC73-5F20-D2CDFB803DAD}" dt="2026-02-26T14:27:50.192" v="111"/>
          <ac:graphicFrameMkLst>
            <pc:docMk/>
            <pc:sldMk cId="4048481670" sldId="810"/>
            <ac:graphicFrameMk id="7" creationId="{F5C2A429-2D4C-49F1-E37F-A009531F8C67}"/>
          </ac:graphicFrameMkLst>
        </pc:graphicFrameChg>
      </pc:sldChg>
      <pc:sldChg chg="modSp ord">
        <pc:chgData name="三菱UFJ信託銀行　網野 智仁" userId="S::tomohito_amino@ccken.onmicrosoft.com::f8474316-ab6c-4136-bc0a-a68b4c48cb80" providerId="AD" clId="Web-{99699E77-2B92-AC73-5F20-D2CDFB803DAD}" dt="2026-02-26T14:47:23.233" v="226"/>
        <pc:sldMkLst>
          <pc:docMk/>
          <pc:sldMk cId="656133690" sldId="811"/>
        </pc:sldMkLst>
        <pc:graphicFrameChg chg="mod modGraphic">
          <ac:chgData name="三菱UFJ信託銀行　網野 智仁" userId="S::tomohito_amino@ccken.onmicrosoft.com::f8474316-ab6c-4136-bc0a-a68b4c48cb80" providerId="AD" clId="Web-{99699E77-2B92-AC73-5F20-D2CDFB803DAD}" dt="2026-02-26T14:27:53.723" v="113"/>
          <ac:graphicFrameMkLst>
            <pc:docMk/>
            <pc:sldMk cId="656133690" sldId="811"/>
            <ac:graphicFrameMk id="4" creationId="{6AB771B0-FEEF-1484-D4B9-6E7084EA28E6}"/>
          </ac:graphicFrameMkLst>
        </pc:graphicFrameChg>
      </pc:sldChg>
      <pc:sldChg chg="modSp">
        <pc:chgData name="三菱UFJ信託銀行　網野 智仁" userId="S::tomohito_amino@ccken.onmicrosoft.com::f8474316-ab6c-4136-bc0a-a68b4c48cb80" providerId="AD" clId="Web-{99699E77-2B92-AC73-5F20-D2CDFB803DAD}" dt="2026-02-26T14:28:06.114" v="121"/>
        <pc:sldMkLst>
          <pc:docMk/>
          <pc:sldMk cId="3784166746" sldId="812"/>
        </pc:sldMkLst>
        <pc:graphicFrameChg chg="mod modGraphic">
          <ac:chgData name="三菱UFJ信託銀行　網野 智仁" userId="S::tomohito_amino@ccken.onmicrosoft.com::f8474316-ab6c-4136-bc0a-a68b4c48cb80" providerId="AD" clId="Web-{99699E77-2B92-AC73-5F20-D2CDFB803DAD}" dt="2026-02-26T14:28:02.927" v="117"/>
          <ac:graphicFrameMkLst>
            <pc:docMk/>
            <pc:sldMk cId="3784166746" sldId="812"/>
            <ac:graphicFrameMk id="4" creationId="{0595A386-EC60-5C78-CDC4-89F032B930F7}"/>
          </ac:graphicFrameMkLst>
        </pc:graphicFrameChg>
        <pc:graphicFrameChg chg="mod modGraphic">
          <ac:chgData name="三菱UFJ信託銀行　網野 智仁" userId="S::tomohito_amino@ccken.onmicrosoft.com::f8474316-ab6c-4136-bc0a-a68b4c48cb80" providerId="AD" clId="Web-{99699E77-2B92-AC73-5F20-D2CDFB803DAD}" dt="2026-02-26T14:28:03.099" v="119"/>
          <ac:graphicFrameMkLst>
            <pc:docMk/>
            <pc:sldMk cId="3784166746" sldId="812"/>
            <ac:graphicFrameMk id="5" creationId="{507477FE-0B4E-3085-FF73-DF617CF7736C}"/>
          </ac:graphicFrameMkLst>
        </pc:graphicFrameChg>
        <pc:graphicFrameChg chg="mod modGraphic">
          <ac:chgData name="三菱UFJ信託銀行　網野 智仁" userId="S::tomohito_amino@ccken.onmicrosoft.com::f8474316-ab6c-4136-bc0a-a68b4c48cb80" providerId="AD" clId="Web-{99699E77-2B92-AC73-5F20-D2CDFB803DAD}" dt="2026-02-26T14:28:06.114" v="121"/>
          <ac:graphicFrameMkLst>
            <pc:docMk/>
            <pc:sldMk cId="3784166746" sldId="812"/>
            <ac:graphicFrameMk id="7" creationId="{17B6D5D2-357C-BE29-940E-AB62644F3873}"/>
          </ac:graphicFrameMkLst>
        </pc:graphicFrameChg>
      </pc:sldChg>
      <pc:sldChg chg="modSp">
        <pc:chgData name="三菱UFJ信託銀行　網野 智仁" userId="S::tomohito_amino@ccken.onmicrosoft.com::f8474316-ab6c-4136-bc0a-a68b4c48cb80" providerId="AD" clId="Web-{99699E77-2B92-AC73-5F20-D2CDFB803DAD}" dt="2026-02-26T14:27:59.864" v="115"/>
        <pc:sldMkLst>
          <pc:docMk/>
          <pc:sldMk cId="1689093626" sldId="838"/>
        </pc:sldMkLst>
        <pc:graphicFrameChg chg="mod modGraphic">
          <ac:chgData name="三菱UFJ信託銀行　網野 智仁" userId="S::tomohito_amino@ccken.onmicrosoft.com::f8474316-ab6c-4136-bc0a-a68b4c48cb80" providerId="AD" clId="Web-{99699E77-2B92-AC73-5F20-D2CDFB803DAD}" dt="2026-02-26T14:27:59.864" v="115"/>
          <ac:graphicFrameMkLst>
            <pc:docMk/>
            <pc:sldMk cId="1689093626" sldId="838"/>
            <ac:graphicFrameMk id="3" creationId="{51351D9B-EF6B-5B6B-AB95-57DF5FF96891}"/>
          </ac:graphicFrameMkLst>
        </pc:graphicFrameChg>
      </pc:sldChg>
      <pc:sldChg chg="modSp">
        <pc:chgData name="三菱UFJ信託銀行　網野 智仁" userId="S::tomohito_amino@ccken.onmicrosoft.com::f8474316-ab6c-4136-bc0a-a68b4c48cb80" providerId="AD" clId="Web-{99699E77-2B92-AC73-5F20-D2CDFB803DAD}" dt="2026-02-26T14:15:58.279" v="5" actId="20577"/>
        <pc:sldMkLst>
          <pc:docMk/>
          <pc:sldMk cId="4077408376" sldId="962"/>
        </pc:sldMkLst>
        <pc:spChg chg="mod">
          <ac:chgData name="三菱UFJ信託銀行　網野 智仁" userId="S::tomohito_amino@ccken.onmicrosoft.com::f8474316-ab6c-4136-bc0a-a68b4c48cb80" providerId="AD" clId="Web-{99699E77-2B92-AC73-5F20-D2CDFB803DAD}" dt="2026-02-26T14:15:58.279" v="5" actId="20577"/>
          <ac:spMkLst>
            <pc:docMk/>
            <pc:sldMk cId="4077408376" sldId="962"/>
            <ac:spMk id="9" creationId="{54DDE1CC-0568-EF6F-FE9D-3552007C535E}"/>
          </ac:spMkLst>
        </pc:spChg>
      </pc:sldChg>
      <pc:sldChg chg="addSp delSp modSp">
        <pc:chgData name="三菱UFJ信託銀行　網野 智仁" userId="S::tomohito_amino@ccken.onmicrosoft.com::f8474316-ab6c-4136-bc0a-a68b4c48cb80" providerId="AD" clId="Web-{99699E77-2B92-AC73-5F20-D2CDFB803DAD}" dt="2026-02-26T14:38:56.037" v="186" actId="1076"/>
        <pc:sldMkLst>
          <pc:docMk/>
          <pc:sldMk cId="3913572286" sldId="963"/>
        </pc:sldMkLst>
        <pc:spChg chg="mod">
          <ac:chgData name="三菱UFJ信託銀行　網野 智仁" userId="S::tomohito_amino@ccken.onmicrosoft.com::f8474316-ab6c-4136-bc0a-a68b4c48cb80" providerId="AD" clId="Web-{99699E77-2B92-AC73-5F20-D2CDFB803DAD}" dt="2026-02-26T14:38:47.209" v="184" actId="1076"/>
          <ac:spMkLst>
            <pc:docMk/>
            <pc:sldMk cId="3913572286" sldId="963"/>
            <ac:spMk id="4" creationId="{7620D1D4-3C19-7AFB-29D1-A5875FB24387}"/>
          </ac:spMkLst>
        </pc:spChg>
        <pc:spChg chg="mod">
          <ac:chgData name="三菱UFJ信託銀行　網野 智仁" userId="S::tomohito_amino@ccken.onmicrosoft.com::f8474316-ab6c-4136-bc0a-a68b4c48cb80" providerId="AD" clId="Web-{99699E77-2B92-AC73-5F20-D2CDFB803DAD}" dt="2026-02-26T14:38:51.771" v="185" actId="1076"/>
          <ac:spMkLst>
            <pc:docMk/>
            <pc:sldMk cId="3913572286" sldId="963"/>
            <ac:spMk id="5" creationId="{AC3DE9BA-634B-AF73-92AE-5059797484AD}"/>
          </ac:spMkLst>
        </pc:spChg>
        <pc:spChg chg="add mod">
          <ac:chgData name="三菱UFJ信託銀行　網野 智仁" userId="S::tomohito_amino@ccken.onmicrosoft.com::f8474316-ab6c-4136-bc0a-a68b4c48cb80" providerId="AD" clId="Web-{99699E77-2B92-AC73-5F20-D2CDFB803DAD}" dt="2026-02-26T14:35:10.139" v="181" actId="20577"/>
          <ac:spMkLst>
            <pc:docMk/>
            <pc:sldMk cId="3913572286" sldId="963"/>
            <ac:spMk id="6" creationId="{EBBA6372-2C91-AF48-8951-CB78365F5572}"/>
          </ac:spMkLst>
        </pc:spChg>
        <pc:spChg chg="mod">
          <ac:chgData name="三菱UFJ信託銀行　網野 智仁" userId="S::tomohito_amino@ccken.onmicrosoft.com::f8474316-ab6c-4136-bc0a-a68b4c48cb80" providerId="AD" clId="Web-{99699E77-2B92-AC73-5F20-D2CDFB803DAD}" dt="2026-02-26T14:19:19.696" v="43" actId="14100"/>
          <ac:spMkLst>
            <pc:docMk/>
            <pc:sldMk cId="3913572286" sldId="963"/>
            <ac:spMk id="7" creationId="{E39F57E1-2631-9C69-0B6B-A19304FA8C47}"/>
          </ac:spMkLst>
        </pc:spChg>
        <pc:spChg chg="mod">
          <ac:chgData name="三菱UFJ信託銀行　網野 智仁" userId="S::tomohito_amino@ccken.onmicrosoft.com::f8474316-ab6c-4136-bc0a-a68b4c48cb80" providerId="AD" clId="Web-{99699E77-2B92-AC73-5F20-D2CDFB803DAD}" dt="2026-02-26T14:20:28.886" v="68" actId="14100"/>
          <ac:spMkLst>
            <pc:docMk/>
            <pc:sldMk cId="3913572286" sldId="963"/>
            <ac:spMk id="9" creationId="{BB51E254-81C4-42C6-E58A-5950996ABADA}"/>
          </ac:spMkLst>
        </pc:spChg>
        <pc:spChg chg="mod">
          <ac:chgData name="三菱UFJ信託銀行　網野 智仁" userId="S::tomohito_amino@ccken.onmicrosoft.com::f8474316-ab6c-4136-bc0a-a68b4c48cb80" providerId="AD" clId="Web-{99699E77-2B92-AC73-5F20-D2CDFB803DAD}" dt="2026-02-26T14:34:06.839" v="166" actId="20577"/>
          <ac:spMkLst>
            <pc:docMk/>
            <pc:sldMk cId="3913572286" sldId="963"/>
            <ac:spMk id="10" creationId="{DC55178E-5128-52D5-AB2D-4C5DCBB21AD3}"/>
          </ac:spMkLst>
        </pc:spChg>
        <pc:spChg chg="mod">
          <ac:chgData name="三菱UFJ信託銀行　網野 智仁" userId="S::tomohito_amino@ccken.onmicrosoft.com::f8474316-ab6c-4136-bc0a-a68b4c48cb80" providerId="AD" clId="Web-{99699E77-2B92-AC73-5F20-D2CDFB803DAD}" dt="2026-02-26T14:20:10.244" v="55" actId="14100"/>
          <ac:spMkLst>
            <pc:docMk/>
            <pc:sldMk cId="3913572286" sldId="963"/>
            <ac:spMk id="11" creationId="{75CF3661-0390-5272-526C-44710B2B8CBB}"/>
          </ac:spMkLst>
        </pc:spChg>
        <pc:spChg chg="mod">
          <ac:chgData name="三菱UFJ信託銀行　網野 智仁" userId="S::tomohito_amino@ccken.onmicrosoft.com::f8474316-ab6c-4136-bc0a-a68b4c48cb80" providerId="AD" clId="Web-{99699E77-2B92-AC73-5F20-D2CDFB803DAD}" dt="2026-02-26T14:20:28.917" v="69" actId="14100"/>
          <ac:spMkLst>
            <pc:docMk/>
            <pc:sldMk cId="3913572286" sldId="963"/>
            <ac:spMk id="14" creationId="{43F5DB69-9519-BFF4-6E50-F72F2C905C21}"/>
          </ac:spMkLst>
        </pc:spChg>
        <pc:spChg chg="mod">
          <ac:chgData name="三菱UFJ信託銀行　網野 智仁" userId="S::tomohito_amino@ccken.onmicrosoft.com::f8474316-ab6c-4136-bc0a-a68b4c48cb80" providerId="AD" clId="Web-{99699E77-2B92-AC73-5F20-D2CDFB803DAD}" dt="2026-02-26T14:20:28.948" v="70" actId="14100"/>
          <ac:spMkLst>
            <pc:docMk/>
            <pc:sldMk cId="3913572286" sldId="963"/>
            <ac:spMk id="16" creationId="{71F6C996-AFE4-75C0-E47A-70D2660F0D94}"/>
          </ac:spMkLst>
        </pc:spChg>
        <pc:spChg chg="mod">
          <ac:chgData name="三菱UFJ信託銀行　網野 智仁" userId="S::tomohito_amino@ccken.onmicrosoft.com::f8474316-ab6c-4136-bc0a-a68b4c48cb80" providerId="AD" clId="Web-{99699E77-2B92-AC73-5F20-D2CDFB803DAD}" dt="2026-02-26T14:20:19.229" v="61" actId="1076"/>
          <ac:spMkLst>
            <pc:docMk/>
            <pc:sldMk cId="3913572286" sldId="963"/>
            <ac:spMk id="20" creationId="{EF8082AC-394C-5197-FA2C-5462D45EF3D1}"/>
          </ac:spMkLst>
        </pc:spChg>
        <pc:spChg chg="mod">
          <ac:chgData name="三菱UFJ信託銀行　網野 智仁" userId="S::tomohito_amino@ccken.onmicrosoft.com::f8474316-ab6c-4136-bc0a-a68b4c48cb80" providerId="AD" clId="Web-{99699E77-2B92-AC73-5F20-D2CDFB803DAD}" dt="2026-02-26T14:20:15.104" v="59" actId="1076"/>
          <ac:spMkLst>
            <pc:docMk/>
            <pc:sldMk cId="3913572286" sldId="963"/>
            <ac:spMk id="21" creationId="{29D9BAEB-FA1C-DE0F-8619-253AE5F5D04F}"/>
          </ac:spMkLst>
        </pc:spChg>
        <pc:spChg chg="mod">
          <ac:chgData name="三菱UFJ信託銀行　網野 智仁" userId="S::tomohito_amino@ccken.onmicrosoft.com::f8474316-ab6c-4136-bc0a-a68b4c48cb80" providerId="AD" clId="Web-{99699E77-2B92-AC73-5F20-D2CDFB803DAD}" dt="2026-02-26T14:20:17.323" v="60" actId="1076"/>
          <ac:spMkLst>
            <pc:docMk/>
            <pc:sldMk cId="3913572286" sldId="963"/>
            <ac:spMk id="30" creationId="{525B9DD4-7C74-9A88-28A8-0942EAE828DD}"/>
          </ac:spMkLst>
        </pc:spChg>
        <pc:grpChg chg="mod">
          <ac:chgData name="三菱UFJ信託銀行　網野 智仁" userId="S::tomohito_amino@ccken.onmicrosoft.com::f8474316-ab6c-4136-bc0a-a68b4c48cb80" providerId="AD" clId="Web-{99699E77-2B92-AC73-5F20-D2CDFB803DAD}" dt="2026-02-26T14:34:39.137" v="169" actId="1076"/>
          <ac:grpSpMkLst>
            <pc:docMk/>
            <pc:sldMk cId="3913572286" sldId="963"/>
            <ac:grpSpMk id="22" creationId="{F5DB6571-11BB-AA15-2778-376FFA5464EB}"/>
          </ac:grpSpMkLst>
        </pc:grpChg>
        <pc:grpChg chg="mod">
          <ac:chgData name="三菱UFJ信託銀行　網野 智仁" userId="S::tomohito_amino@ccken.onmicrosoft.com::f8474316-ab6c-4136-bc0a-a68b4c48cb80" providerId="AD" clId="Web-{99699E77-2B92-AC73-5F20-D2CDFB803DAD}" dt="2026-02-26T14:38:56.037" v="186" actId="1076"/>
          <ac:grpSpMkLst>
            <pc:docMk/>
            <pc:sldMk cId="3913572286" sldId="963"/>
            <ac:grpSpMk id="23" creationId="{3BABA799-2690-5092-42A9-80C55A81B682}"/>
          </ac:grpSpMkLst>
        </pc:grpChg>
      </pc:sldChg>
      <pc:sldChg chg="delSp modSp modCm">
        <pc:chgData name="三菱UFJ信託銀行　網野 智仁" userId="S::tomohito_amino@ccken.onmicrosoft.com::f8474316-ab6c-4136-bc0a-a68b4c48cb80" providerId="AD" clId="Web-{99699E77-2B92-AC73-5F20-D2CDFB803DAD}" dt="2026-02-26T14:35:26.108" v="182" actId="1076"/>
        <pc:sldMkLst>
          <pc:docMk/>
          <pc:sldMk cId="3211560190" sldId="974"/>
        </pc:sldMkLst>
        <pc:spChg chg="mod">
          <ac:chgData name="三菱UFJ信託銀行　網野 智仁" userId="S::tomohito_amino@ccken.onmicrosoft.com::f8474316-ab6c-4136-bc0a-a68b4c48cb80" providerId="AD" clId="Web-{99699E77-2B92-AC73-5F20-D2CDFB803DAD}" dt="2026-02-26T14:33:55.682" v="151" actId="20577"/>
          <ac:spMkLst>
            <pc:docMk/>
            <pc:sldMk cId="3211560190" sldId="974"/>
            <ac:spMk id="26" creationId="{37BDFC22-17F5-C34B-13D9-790848410026}"/>
          </ac:spMkLst>
        </pc:spChg>
        <pc:spChg chg="mod">
          <ac:chgData name="三菱UFJ信託銀行　網野 智仁" userId="S::tomohito_amino@ccken.onmicrosoft.com::f8474316-ab6c-4136-bc0a-a68b4c48cb80" providerId="AD" clId="Web-{99699E77-2B92-AC73-5F20-D2CDFB803DAD}" dt="2026-02-26T14:35:26.108" v="182" actId="1076"/>
          <ac:spMkLst>
            <pc:docMk/>
            <pc:sldMk cId="3211560190" sldId="974"/>
            <ac:spMk id="33" creationId="{2A57F66B-81EC-7721-AADD-E559D403123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三菱UFJ信託銀行　網野 智仁" userId="S::tomohito_amino@ccken.onmicrosoft.com::f8474316-ab6c-4136-bc0a-a68b4c48cb80" providerId="AD" clId="Web-{99699E77-2B92-AC73-5F20-D2CDFB803DAD}" dt="2026-02-26T14:33:52.307" v="150" actId="20577"/>
              <pc2:cmMkLst xmlns:pc2="http://schemas.microsoft.com/office/powerpoint/2019/9/main/command">
                <pc:docMk/>
                <pc:sldMk cId="3211560190" sldId="974"/>
                <pc2:cmMk id="{A185451F-9A32-4C1E-AFCD-4A613D0E05EB}"/>
              </pc2:cmMkLst>
            </pc226:cmChg>
            <pc226:cmChg xmlns:pc226="http://schemas.microsoft.com/office/powerpoint/2022/06/main/command" chg="mod">
              <pc226:chgData name="三菱UFJ信託銀行　網野 智仁" userId="S::tomohito_amino@ccken.onmicrosoft.com::f8474316-ab6c-4136-bc0a-a68b4c48cb80" providerId="AD" clId="Web-{99699E77-2B92-AC73-5F20-D2CDFB803DAD}" dt="2026-02-26T14:33:52.307" v="150" actId="20577"/>
              <pc2:cmMkLst xmlns:pc2="http://schemas.microsoft.com/office/powerpoint/2019/9/main/command">
                <pc:docMk/>
                <pc:sldMk cId="3211560190" sldId="974"/>
                <pc2:cmMk id="{E25B2D68-FBC4-442B-A1A5-8AA2661529F2}"/>
              </pc2:cmMkLst>
            </pc226:cmChg>
          </p:ext>
        </pc:extLst>
      </pc:sldChg>
    </pc:docChg>
  </pc:docChgLst>
  <pc:docChgLst>
    <pc:chgData name="主査　福島 直人" userId="S::naoto_2_fukushima@ccken.onmicrosoft.com::8f548a50-3d4a-4660-b17c-82fdb2003fd5" providerId="AD" clId="Web-{10165FA0-138F-75AF-974D-8EADED0149E9}"/>
    <pc:docChg chg="modSld">
      <pc:chgData name="主査　福島 直人" userId="S::naoto_2_fukushima@ccken.onmicrosoft.com::8f548a50-3d4a-4660-b17c-82fdb2003fd5" providerId="AD" clId="Web-{10165FA0-138F-75AF-974D-8EADED0149E9}" dt="2026-03-02T06:17:31.453" v="322" actId="20577"/>
      <pc:docMkLst>
        <pc:docMk/>
      </pc:docMkLst>
      <pc:sldChg chg="modSp">
        <pc:chgData name="主査　福島 直人" userId="S::naoto_2_fukushima@ccken.onmicrosoft.com::8f548a50-3d4a-4660-b17c-82fdb2003fd5" providerId="AD" clId="Web-{10165FA0-138F-75AF-974D-8EADED0149E9}" dt="2026-03-02T05:34:16.458" v="159" actId="20577"/>
        <pc:sldMkLst>
          <pc:docMk/>
          <pc:sldMk cId="3546692421" sldId="980"/>
        </pc:sldMkLst>
        <pc:spChg chg="mod">
          <ac:chgData name="主査　福島 直人" userId="S::naoto_2_fukushima@ccken.onmicrosoft.com::8f548a50-3d4a-4660-b17c-82fdb2003fd5" providerId="AD" clId="Web-{10165FA0-138F-75AF-974D-8EADED0149E9}" dt="2026-03-02T05:34:16.458" v="159" actId="20577"/>
          <ac:spMkLst>
            <pc:docMk/>
            <pc:sldMk cId="3546692421" sldId="980"/>
            <ac:spMk id="54" creationId="{9F85AE0A-D3CB-1B39-85FE-A396889AA4D0}"/>
          </ac:spMkLst>
        </pc:spChg>
      </pc:sldChg>
      <pc:sldChg chg="addSp modSp">
        <pc:chgData name="主査　福島 直人" userId="S::naoto_2_fukushima@ccken.onmicrosoft.com::8f548a50-3d4a-4660-b17c-82fdb2003fd5" providerId="AD" clId="Web-{10165FA0-138F-75AF-974D-8EADED0149E9}" dt="2026-03-02T06:16:34.124" v="320" actId="20577"/>
        <pc:sldMkLst>
          <pc:docMk/>
          <pc:sldMk cId="2912982522" sldId="983"/>
        </pc:sldMkLst>
        <pc:spChg chg="mod">
          <ac:chgData name="主査　福島 直人" userId="S::naoto_2_fukushima@ccken.onmicrosoft.com::8f548a50-3d4a-4660-b17c-82fdb2003fd5" providerId="AD" clId="Web-{10165FA0-138F-75AF-974D-8EADED0149E9}" dt="2026-03-02T06:10:21.585" v="300" actId="1076"/>
          <ac:spMkLst>
            <pc:docMk/>
            <pc:sldMk cId="2912982522" sldId="983"/>
            <ac:spMk id="4" creationId="{3DF6FE05-BAEF-9EB2-22BE-128877E30059}"/>
          </ac:spMkLst>
        </pc:spChg>
        <pc:spChg chg="mod">
          <ac:chgData name="主査　福島 直人" userId="S::naoto_2_fukushima@ccken.onmicrosoft.com::8f548a50-3d4a-4660-b17c-82fdb2003fd5" providerId="AD" clId="Web-{10165FA0-138F-75AF-974D-8EADED0149E9}" dt="2026-03-02T06:10:21.913" v="312" actId="1076"/>
          <ac:spMkLst>
            <pc:docMk/>
            <pc:sldMk cId="2912982522" sldId="983"/>
            <ac:spMk id="5" creationId="{3D80048A-BD09-3DAE-F2B5-5EAF52E99B8F}"/>
          </ac:spMkLst>
        </pc:spChg>
        <pc:spChg chg="mod">
          <ac:chgData name="主査　福島 直人" userId="S::naoto_2_fukushima@ccken.onmicrosoft.com::8f548a50-3d4a-4660-b17c-82fdb2003fd5" providerId="AD" clId="Web-{10165FA0-138F-75AF-974D-8EADED0149E9}" dt="2026-03-02T06:10:21.945" v="313" actId="1076"/>
          <ac:spMkLst>
            <pc:docMk/>
            <pc:sldMk cId="2912982522" sldId="983"/>
            <ac:spMk id="6" creationId="{5861E616-B896-8AA8-8EB5-FD4FDA0AD0F6}"/>
          </ac:spMkLst>
        </pc:spChg>
        <pc:spChg chg="mod">
          <ac:chgData name="主査　福島 直人" userId="S::naoto_2_fukushima@ccken.onmicrosoft.com::8f548a50-3d4a-4660-b17c-82fdb2003fd5" providerId="AD" clId="Web-{10165FA0-138F-75AF-974D-8EADED0149E9}" dt="2026-03-02T06:10:21.616" v="301" actId="1076"/>
          <ac:spMkLst>
            <pc:docMk/>
            <pc:sldMk cId="2912982522" sldId="983"/>
            <ac:spMk id="7" creationId="{42E24D2E-8E60-35A2-91D2-E3E2D414A748}"/>
          </ac:spMkLst>
        </pc:spChg>
        <pc:spChg chg="mod">
          <ac:chgData name="主査　福島 直人" userId="S::naoto_2_fukushima@ccken.onmicrosoft.com::8f548a50-3d4a-4660-b17c-82fdb2003fd5" providerId="AD" clId="Web-{10165FA0-138F-75AF-974D-8EADED0149E9}" dt="2026-03-02T06:10:21.960" v="314" actId="1076"/>
          <ac:spMkLst>
            <pc:docMk/>
            <pc:sldMk cId="2912982522" sldId="983"/>
            <ac:spMk id="8" creationId="{513C4F2B-AE35-7297-FB3C-6AA24AACC3A0}"/>
          </ac:spMkLst>
        </pc:spChg>
        <pc:spChg chg="mod">
          <ac:chgData name="主査　福島 直人" userId="S::naoto_2_fukushima@ccken.onmicrosoft.com::8f548a50-3d4a-4660-b17c-82fdb2003fd5" providerId="AD" clId="Web-{10165FA0-138F-75AF-974D-8EADED0149E9}" dt="2026-03-02T06:10:21.663" v="302" actId="1076"/>
          <ac:spMkLst>
            <pc:docMk/>
            <pc:sldMk cId="2912982522" sldId="983"/>
            <ac:spMk id="10" creationId="{761471CE-6714-758F-D829-29B22D9F7663}"/>
          </ac:spMkLst>
        </pc:spChg>
        <pc:spChg chg="mod">
          <ac:chgData name="主査　福島 直人" userId="S::naoto_2_fukushima@ccken.onmicrosoft.com::8f548a50-3d4a-4660-b17c-82fdb2003fd5" providerId="AD" clId="Web-{10165FA0-138F-75AF-974D-8EADED0149E9}" dt="2026-03-02T06:10:21.757" v="306" actId="1076"/>
          <ac:spMkLst>
            <pc:docMk/>
            <pc:sldMk cId="2912982522" sldId="983"/>
            <ac:spMk id="20" creationId="{281D8492-B0AF-DF35-EAD0-55123FDC07E8}"/>
          </ac:spMkLst>
        </pc:spChg>
        <pc:spChg chg="mod">
          <ac:chgData name="主査　福島 直人" userId="S::naoto_2_fukushima@ccken.onmicrosoft.com::8f548a50-3d4a-4660-b17c-82fdb2003fd5" providerId="AD" clId="Web-{10165FA0-138F-75AF-974D-8EADED0149E9}" dt="2026-03-02T06:10:21.788" v="307" actId="1076"/>
          <ac:spMkLst>
            <pc:docMk/>
            <pc:sldMk cId="2912982522" sldId="983"/>
            <ac:spMk id="27" creationId="{C22B4FCC-EFEF-4F67-15FC-2A697F500845}"/>
          </ac:spMkLst>
        </pc:spChg>
        <pc:spChg chg="mod">
          <ac:chgData name="主査　福島 直人" userId="S::naoto_2_fukushima@ccken.onmicrosoft.com::8f548a50-3d4a-4660-b17c-82fdb2003fd5" providerId="AD" clId="Web-{10165FA0-138F-75AF-974D-8EADED0149E9}" dt="2026-03-02T06:10:21.695" v="303" actId="1076"/>
          <ac:spMkLst>
            <pc:docMk/>
            <pc:sldMk cId="2912982522" sldId="983"/>
            <ac:spMk id="30" creationId="{C1B39B77-FBD9-C481-BDB8-3FD440FBEB56}"/>
          </ac:spMkLst>
        </pc:spChg>
        <pc:spChg chg="mod">
          <ac:chgData name="主査　福島 直人" userId="S::naoto_2_fukushima@ccken.onmicrosoft.com::8f548a50-3d4a-4660-b17c-82fdb2003fd5" providerId="AD" clId="Web-{10165FA0-138F-75AF-974D-8EADED0149E9}" dt="2026-03-02T06:10:21.569" v="299" actId="1076"/>
          <ac:spMkLst>
            <pc:docMk/>
            <pc:sldMk cId="2912982522" sldId="983"/>
            <ac:spMk id="31" creationId="{10764CD6-5C0A-2629-2BD6-C59591142F2E}"/>
          </ac:spMkLst>
        </pc:spChg>
        <pc:spChg chg="mod">
          <ac:chgData name="主査　福島 直人" userId="S::naoto_2_fukushima@ccken.onmicrosoft.com::8f548a50-3d4a-4660-b17c-82fdb2003fd5" providerId="AD" clId="Web-{10165FA0-138F-75AF-974D-8EADED0149E9}" dt="2026-03-02T06:10:21.820" v="308" actId="1076"/>
          <ac:spMkLst>
            <pc:docMk/>
            <pc:sldMk cId="2912982522" sldId="983"/>
            <ac:spMk id="1025" creationId="{1FA3DB33-9C82-17CD-1DC8-07B1C679B30D}"/>
          </ac:spMkLst>
        </pc:spChg>
        <pc:spChg chg="mod">
          <ac:chgData name="主査　福島 直人" userId="S::naoto_2_fukushima@ccken.onmicrosoft.com::8f548a50-3d4a-4660-b17c-82fdb2003fd5" providerId="AD" clId="Web-{10165FA0-138F-75AF-974D-8EADED0149E9}" dt="2026-03-02T06:10:21.710" v="304" actId="1076"/>
          <ac:spMkLst>
            <pc:docMk/>
            <pc:sldMk cId="2912982522" sldId="983"/>
            <ac:spMk id="1028" creationId="{41518210-4B66-CB14-0675-543B862A686F}"/>
          </ac:spMkLst>
        </pc:spChg>
        <pc:spChg chg="mod">
          <ac:chgData name="主査　福島 直人" userId="S::naoto_2_fukushima@ccken.onmicrosoft.com::8f548a50-3d4a-4660-b17c-82fdb2003fd5" providerId="AD" clId="Web-{10165FA0-138F-75AF-974D-8EADED0149E9}" dt="2026-03-02T06:10:21.741" v="305" actId="1076"/>
          <ac:spMkLst>
            <pc:docMk/>
            <pc:sldMk cId="2912982522" sldId="983"/>
            <ac:spMk id="1029" creationId="{98843844-BC1D-C0C4-BFBC-25264B8C60FF}"/>
          </ac:spMkLst>
        </pc:spChg>
        <pc:spChg chg="mod">
          <ac:chgData name="主査　福島 直人" userId="S::naoto_2_fukushima@ccken.onmicrosoft.com::8f548a50-3d4a-4660-b17c-82fdb2003fd5" providerId="AD" clId="Web-{10165FA0-138F-75AF-974D-8EADED0149E9}" dt="2026-03-02T06:10:33.695" v="317" actId="20577"/>
          <ac:spMkLst>
            <pc:docMk/>
            <pc:sldMk cId="2912982522" sldId="983"/>
            <ac:spMk id="1032" creationId="{428DD5BD-C273-5AFF-394B-F268E0F1CCB5}"/>
          </ac:spMkLst>
        </pc:spChg>
        <pc:spChg chg="mod">
          <ac:chgData name="主査　福島 直人" userId="S::naoto_2_fukushima@ccken.onmicrosoft.com::8f548a50-3d4a-4660-b17c-82fdb2003fd5" providerId="AD" clId="Web-{10165FA0-138F-75AF-974D-8EADED0149E9}" dt="2026-03-02T06:10:21.851" v="309" actId="1076"/>
          <ac:spMkLst>
            <pc:docMk/>
            <pc:sldMk cId="2912982522" sldId="983"/>
            <ac:spMk id="1047" creationId="{7B4D5BB7-46B6-E1E6-453C-E87CCEDC256E}"/>
          </ac:spMkLst>
        </pc:spChg>
        <pc:spChg chg="mod">
          <ac:chgData name="主査　福島 直人" userId="S::naoto_2_fukushima@ccken.onmicrosoft.com::8f548a50-3d4a-4660-b17c-82fdb2003fd5" providerId="AD" clId="Web-{10165FA0-138F-75AF-974D-8EADED0149E9}" dt="2026-03-02T06:10:21.866" v="310" actId="1076"/>
          <ac:spMkLst>
            <pc:docMk/>
            <pc:sldMk cId="2912982522" sldId="983"/>
            <ac:spMk id="1049" creationId="{FBDC66AD-F09E-F923-F665-851BDCE38728}"/>
          </ac:spMkLst>
        </pc:spChg>
        <pc:spChg chg="mod">
          <ac:chgData name="主査　福島 直人" userId="S::naoto_2_fukushima@ccken.onmicrosoft.com::8f548a50-3d4a-4660-b17c-82fdb2003fd5" providerId="AD" clId="Web-{10165FA0-138F-75AF-974D-8EADED0149E9}" dt="2026-03-02T06:10:21.898" v="311" actId="1076"/>
          <ac:spMkLst>
            <pc:docMk/>
            <pc:sldMk cId="2912982522" sldId="983"/>
            <ac:spMk id="1050" creationId="{C4C73788-5563-36B5-1786-005D073A2866}"/>
          </ac:spMkLst>
        </pc:spChg>
        <pc:spChg chg="mod">
          <ac:chgData name="主査　福島 直人" userId="S::naoto_2_fukushima@ccken.onmicrosoft.com::8f548a50-3d4a-4660-b17c-82fdb2003fd5" providerId="AD" clId="Web-{10165FA0-138F-75AF-974D-8EADED0149E9}" dt="2026-03-02T06:10:21.538" v="298" actId="1076"/>
          <ac:spMkLst>
            <pc:docMk/>
            <pc:sldMk cId="2912982522" sldId="983"/>
            <ac:spMk id="1052" creationId="{EB4D71D2-F363-1B27-3E78-0A79E296C7EF}"/>
          </ac:spMkLst>
        </pc:spChg>
        <pc:spChg chg="mod">
          <ac:chgData name="主査　福島 直人" userId="S::naoto_2_fukushima@ccken.onmicrosoft.com::8f548a50-3d4a-4660-b17c-82fdb2003fd5" providerId="AD" clId="Web-{10165FA0-138F-75AF-974D-8EADED0149E9}" dt="2026-03-02T06:10:21.491" v="296" actId="1076"/>
          <ac:spMkLst>
            <pc:docMk/>
            <pc:sldMk cId="2912982522" sldId="983"/>
            <ac:spMk id="1054" creationId="{60495D22-92DC-F479-4514-1D5268439114}"/>
          </ac:spMkLst>
        </pc:spChg>
        <pc:spChg chg="mod">
          <ac:chgData name="主査　福島 直人" userId="S::naoto_2_fukushima@ccken.onmicrosoft.com::8f548a50-3d4a-4660-b17c-82fdb2003fd5" providerId="AD" clId="Web-{10165FA0-138F-75AF-974D-8EADED0149E9}" dt="2026-03-02T06:10:21.507" v="297" actId="1076"/>
          <ac:spMkLst>
            <pc:docMk/>
            <pc:sldMk cId="2912982522" sldId="983"/>
            <ac:spMk id="1056" creationId="{E40639B8-8488-D49C-2392-E58237C29316}"/>
          </ac:spMkLst>
        </pc:spChg>
      </pc:sldChg>
      <pc:sldChg chg="modSp">
        <pc:chgData name="主査　福島 直人" userId="S::naoto_2_fukushima@ccken.onmicrosoft.com::8f548a50-3d4a-4660-b17c-82fdb2003fd5" providerId="AD" clId="Web-{10165FA0-138F-75AF-974D-8EADED0149E9}" dt="2026-03-02T05:31:14.105" v="131" actId="20577"/>
        <pc:sldMkLst>
          <pc:docMk/>
          <pc:sldMk cId="426927151" sldId="994"/>
        </pc:sldMkLst>
        <pc:spChg chg="mod">
          <ac:chgData name="主査　福島 直人" userId="S::naoto_2_fukushima@ccken.onmicrosoft.com::8f548a50-3d4a-4660-b17c-82fdb2003fd5" providerId="AD" clId="Web-{10165FA0-138F-75AF-974D-8EADED0149E9}" dt="2026-03-02T05:31:14.105" v="131" actId="20577"/>
          <ac:spMkLst>
            <pc:docMk/>
            <pc:sldMk cId="426927151" sldId="994"/>
            <ac:spMk id="22" creationId="{9B66A0FA-980B-E050-52E1-0C11A3F6E54B}"/>
          </ac:spMkLst>
        </pc:spChg>
      </pc:sldChg>
      <pc:sldChg chg="modSp">
        <pc:chgData name="主査　福島 直人" userId="S::naoto_2_fukushima@ccken.onmicrosoft.com::8f548a50-3d4a-4660-b17c-82fdb2003fd5" providerId="AD" clId="Web-{10165FA0-138F-75AF-974D-8EADED0149E9}" dt="2026-03-02T05:33:00.658" v="133" actId="20577"/>
        <pc:sldMkLst>
          <pc:docMk/>
          <pc:sldMk cId="1557085014" sldId="1005"/>
        </pc:sldMkLst>
        <pc:spChg chg="mod">
          <ac:chgData name="主査　福島 直人" userId="S::naoto_2_fukushima@ccken.onmicrosoft.com::8f548a50-3d4a-4660-b17c-82fdb2003fd5" providerId="AD" clId="Web-{10165FA0-138F-75AF-974D-8EADED0149E9}" dt="2026-03-02T05:33:00.658" v="133" actId="20577"/>
          <ac:spMkLst>
            <pc:docMk/>
            <pc:sldMk cId="1557085014" sldId="1005"/>
            <ac:spMk id="20" creationId="{2DC3E7AA-22AE-3847-4553-5E737F0778D5}"/>
          </ac:spMkLst>
        </pc:spChg>
      </pc:sldChg>
      <pc:sldChg chg="modSp">
        <pc:chgData name="主査　福島 直人" userId="S::naoto_2_fukushima@ccken.onmicrosoft.com::8f548a50-3d4a-4660-b17c-82fdb2003fd5" providerId="AD" clId="Web-{10165FA0-138F-75AF-974D-8EADED0149E9}" dt="2026-03-02T05:58:44.007" v="259" actId="20577"/>
        <pc:sldMkLst>
          <pc:docMk/>
          <pc:sldMk cId="433359686" sldId="1008"/>
        </pc:sldMkLst>
        <pc:spChg chg="mod">
          <ac:chgData name="主査　福島 直人" userId="S::naoto_2_fukushima@ccken.onmicrosoft.com::8f548a50-3d4a-4660-b17c-82fdb2003fd5" providerId="AD" clId="Web-{10165FA0-138F-75AF-974D-8EADED0149E9}" dt="2026-03-02T05:58:44.007" v="259" actId="20577"/>
          <ac:spMkLst>
            <pc:docMk/>
            <pc:sldMk cId="433359686" sldId="1008"/>
            <ac:spMk id="8" creationId="{D5298AA4-3E5C-FB0E-6286-2E97290F0861}"/>
          </ac:spMkLst>
        </pc:spChg>
        <pc:spChg chg="mod">
          <ac:chgData name="主査　福島 直人" userId="S::naoto_2_fukushima@ccken.onmicrosoft.com::8f548a50-3d4a-4660-b17c-82fdb2003fd5" providerId="AD" clId="Web-{10165FA0-138F-75AF-974D-8EADED0149E9}" dt="2026-03-02T05:37:52.559" v="181" actId="20577"/>
          <ac:spMkLst>
            <pc:docMk/>
            <pc:sldMk cId="433359686" sldId="1008"/>
            <ac:spMk id="102" creationId="{0DB7154A-9423-8777-3CA7-F333C5E91EFC}"/>
          </ac:spMkLst>
        </pc:spChg>
      </pc:sldChg>
      <pc:sldChg chg="addSp delSp modSp">
        <pc:chgData name="主査　福島 直人" userId="S::naoto_2_fukushima@ccken.onmicrosoft.com::8f548a50-3d4a-4660-b17c-82fdb2003fd5" providerId="AD" clId="Web-{10165FA0-138F-75AF-974D-8EADED0149E9}" dt="2026-03-02T06:17:31.453" v="322" actId="20577"/>
        <pc:sldMkLst>
          <pc:docMk/>
          <pc:sldMk cId="3141537626" sldId="1012"/>
        </pc:sldMkLst>
        <pc:spChg chg="mod">
          <ac:chgData name="主査　福島 直人" userId="S::naoto_2_fukushima@ccken.onmicrosoft.com::8f548a50-3d4a-4660-b17c-82fdb2003fd5" providerId="AD" clId="Web-{10165FA0-138F-75AF-974D-8EADED0149E9}" dt="2026-03-02T06:17:31.453" v="322" actId="20577"/>
          <ac:spMkLst>
            <pc:docMk/>
            <pc:sldMk cId="3141537626" sldId="1012"/>
            <ac:spMk id="4" creationId="{A55EE8E6-A0F1-94E7-6613-C9140D81E01A}"/>
          </ac:spMkLst>
        </pc:spChg>
        <pc:spChg chg="add mod ord">
          <ac:chgData name="主査　福島 直人" userId="S::naoto_2_fukushima@ccken.onmicrosoft.com::8f548a50-3d4a-4660-b17c-82fdb2003fd5" providerId="AD" clId="Web-{10165FA0-138F-75AF-974D-8EADED0149E9}" dt="2026-03-02T05:16:01.479" v="67" actId="14100"/>
          <ac:spMkLst>
            <pc:docMk/>
            <pc:sldMk cId="3141537626" sldId="1012"/>
            <ac:spMk id="5" creationId="{5062DB5A-2358-EF0B-EFE9-E2FEAF20666F}"/>
          </ac:spMkLst>
        </pc:spChg>
        <pc:spChg chg="mod">
          <ac:chgData name="主査　福島 直人" userId="S::naoto_2_fukushima@ccken.onmicrosoft.com::8f548a50-3d4a-4660-b17c-82fdb2003fd5" providerId="AD" clId="Web-{10165FA0-138F-75AF-974D-8EADED0149E9}" dt="2026-03-02T05:19:01.908" v="86" actId="1076"/>
          <ac:spMkLst>
            <pc:docMk/>
            <pc:sldMk cId="3141537626" sldId="1012"/>
            <ac:spMk id="16" creationId="{06205FEE-467E-4B24-3B7E-A71E8F013DFE}"/>
          </ac:spMkLst>
        </pc:spChg>
        <pc:spChg chg="mod">
          <ac:chgData name="主査　福島 直人" userId="S::naoto_2_fukushima@ccken.onmicrosoft.com::8f548a50-3d4a-4660-b17c-82fdb2003fd5" providerId="AD" clId="Web-{10165FA0-138F-75AF-974D-8EADED0149E9}" dt="2026-03-02T05:19:01.955" v="87" actId="1076"/>
          <ac:spMkLst>
            <pc:docMk/>
            <pc:sldMk cId="3141537626" sldId="1012"/>
            <ac:spMk id="18" creationId="{6065471C-0F5D-ECA2-299F-30C95D584CF8}"/>
          </ac:spMkLst>
        </pc:spChg>
        <pc:spChg chg="mod">
          <ac:chgData name="主査　福島 直人" userId="S::naoto_2_fukushima@ccken.onmicrosoft.com::8f548a50-3d4a-4660-b17c-82fdb2003fd5" providerId="AD" clId="Web-{10165FA0-138F-75AF-974D-8EADED0149E9}" dt="2026-03-02T05:24:59.338" v="114"/>
          <ac:spMkLst>
            <pc:docMk/>
            <pc:sldMk cId="3141537626" sldId="1012"/>
            <ac:spMk id="23" creationId="{CEEE26DD-90E5-F863-0AAC-2B225F907783}"/>
          </ac:spMkLst>
        </pc:spChg>
        <pc:spChg chg="mod">
          <ac:chgData name="主査　福島 直人" userId="S::naoto_2_fukushima@ccken.onmicrosoft.com::8f548a50-3d4a-4660-b17c-82fdb2003fd5" providerId="AD" clId="Web-{10165FA0-138F-75AF-974D-8EADED0149E9}" dt="2026-03-02T05:25:09.603" v="116"/>
          <ac:spMkLst>
            <pc:docMk/>
            <pc:sldMk cId="3141537626" sldId="1012"/>
            <ac:spMk id="25" creationId="{2B7CB434-F7BC-30CE-315A-9187A3F5A57A}"/>
          </ac:spMkLst>
        </pc:spChg>
        <pc:spChg chg="mod">
          <ac:chgData name="主査　福島 直人" userId="S::naoto_2_fukushima@ccken.onmicrosoft.com::8f548a50-3d4a-4660-b17c-82fdb2003fd5" providerId="AD" clId="Web-{10165FA0-138F-75AF-974D-8EADED0149E9}" dt="2026-03-02T05:25:05.150" v="115"/>
          <ac:spMkLst>
            <pc:docMk/>
            <pc:sldMk cId="3141537626" sldId="1012"/>
            <ac:spMk id="28" creationId="{FB1A7DFB-178E-1C96-5B81-F81743EA4B35}"/>
          </ac:spMkLst>
        </pc:spChg>
        <pc:spChg chg="mod">
          <ac:chgData name="主査　福島 直人" userId="S::naoto_2_fukushima@ccken.onmicrosoft.com::8f548a50-3d4a-4660-b17c-82fdb2003fd5" providerId="AD" clId="Web-{10165FA0-138F-75AF-974D-8EADED0149E9}" dt="2026-03-02T05:16:42.278" v="72" actId="1076"/>
          <ac:spMkLst>
            <pc:docMk/>
            <pc:sldMk cId="3141537626" sldId="1012"/>
            <ac:spMk id="36" creationId="{ED9A7FBF-7102-D243-0FF6-EE36350722EA}"/>
          </ac:spMkLst>
        </pc:spChg>
        <pc:spChg chg="mod">
          <ac:chgData name="主査　福島 直人" userId="S::naoto_2_fukushima@ccken.onmicrosoft.com::8f548a50-3d4a-4660-b17c-82fdb2003fd5" providerId="AD" clId="Web-{10165FA0-138F-75AF-974D-8EADED0149E9}" dt="2026-03-02T05:17:27.499" v="79" actId="1076"/>
          <ac:spMkLst>
            <pc:docMk/>
            <pc:sldMk cId="3141537626" sldId="1012"/>
            <ac:spMk id="38" creationId="{58D4C89B-3730-53BC-203B-B81D5721FC1E}"/>
          </ac:spMkLst>
        </pc:spChg>
        <pc:spChg chg="mod">
          <ac:chgData name="主査　福島 直人" userId="S::naoto_2_fukushima@ccken.onmicrosoft.com::8f548a50-3d4a-4660-b17c-82fdb2003fd5" providerId="AD" clId="Web-{10165FA0-138F-75AF-974D-8EADED0149E9}" dt="2026-03-02T05:19:02.127" v="93" actId="1076"/>
          <ac:spMkLst>
            <pc:docMk/>
            <pc:sldMk cId="3141537626" sldId="1012"/>
            <ac:spMk id="40" creationId="{120F810C-8C18-52B9-5065-27B327C3BB25}"/>
          </ac:spMkLst>
        </pc:spChg>
        <pc:spChg chg="mod">
          <ac:chgData name="主査　福島 直人" userId="S::naoto_2_fukushima@ccken.onmicrosoft.com::8f548a50-3d4a-4660-b17c-82fdb2003fd5" providerId="AD" clId="Web-{10165FA0-138F-75AF-974D-8EADED0149E9}" dt="2026-03-02T05:17:27.530" v="80" actId="1076"/>
          <ac:spMkLst>
            <pc:docMk/>
            <pc:sldMk cId="3141537626" sldId="1012"/>
            <ac:spMk id="42" creationId="{A0340353-E899-552A-2480-66285C504A5A}"/>
          </ac:spMkLst>
        </pc:spChg>
        <pc:spChg chg="mod">
          <ac:chgData name="主査　福島 直人" userId="S::naoto_2_fukushima@ccken.onmicrosoft.com::8f548a50-3d4a-4660-b17c-82fdb2003fd5" providerId="AD" clId="Web-{10165FA0-138F-75AF-974D-8EADED0149E9}" dt="2026-03-02T05:17:27.561" v="81" actId="1076"/>
          <ac:spMkLst>
            <pc:docMk/>
            <pc:sldMk cId="3141537626" sldId="1012"/>
            <ac:spMk id="44" creationId="{53DF4160-C46A-DB49-68EA-6A7CF2EF4972}"/>
          </ac:spMkLst>
        </pc:spChg>
        <pc:picChg chg="mod">
          <ac:chgData name="主査　福島 直人" userId="S::naoto_2_fukushima@ccken.onmicrosoft.com::8f548a50-3d4a-4660-b17c-82fdb2003fd5" providerId="AD" clId="Web-{10165FA0-138F-75AF-974D-8EADED0149E9}" dt="2026-03-02T05:16:57.701" v="75" actId="1076"/>
          <ac:picMkLst>
            <pc:docMk/>
            <pc:sldMk cId="3141537626" sldId="1012"/>
            <ac:picMk id="14" creationId="{A3C90E8F-476F-AB89-510E-442BC42C3816}"/>
          </ac:picMkLst>
        </pc:picChg>
        <pc:picChg chg="mod">
          <ac:chgData name="主査　福島 直人" userId="S::naoto_2_fukushima@ccken.onmicrosoft.com::8f548a50-3d4a-4660-b17c-82fdb2003fd5" providerId="AD" clId="Web-{10165FA0-138F-75AF-974D-8EADED0149E9}" dt="2026-03-02T05:19:02.065" v="91" actId="1076"/>
          <ac:picMkLst>
            <pc:docMk/>
            <pc:sldMk cId="3141537626" sldId="1012"/>
            <ac:picMk id="32" creationId="{9465C956-471D-AF5D-6777-C9130ECA165A}"/>
          </ac:picMkLst>
        </pc:picChg>
        <pc:picChg chg="mod">
          <ac:chgData name="主査　福島 直人" userId="S::naoto_2_fukushima@ccken.onmicrosoft.com::8f548a50-3d4a-4660-b17c-82fdb2003fd5" providerId="AD" clId="Web-{10165FA0-138F-75AF-974D-8EADED0149E9}" dt="2026-03-02T05:19:02.096" v="92" actId="1076"/>
          <ac:picMkLst>
            <pc:docMk/>
            <pc:sldMk cId="3141537626" sldId="1012"/>
            <ac:picMk id="34" creationId="{3F301C28-8DFD-8C94-23C6-E5EA8B1256E7}"/>
          </ac:picMkLst>
        </pc:picChg>
        <pc:picChg chg="mod">
          <ac:chgData name="主査　福島 直人" userId="S::naoto_2_fukushima@ccken.onmicrosoft.com::8f548a50-3d4a-4660-b17c-82fdb2003fd5" providerId="AD" clId="Web-{10165FA0-138F-75AF-974D-8EADED0149E9}" dt="2026-03-02T05:19:02.158" v="94" actId="1076"/>
          <ac:picMkLst>
            <pc:docMk/>
            <pc:sldMk cId="3141537626" sldId="1012"/>
            <ac:picMk id="46" creationId="{F6AE4923-96CB-F625-B533-D21063190A59}"/>
          </ac:picMkLst>
        </pc:picChg>
        <pc:picChg chg="mod">
          <ac:chgData name="主査　福島 直人" userId="S::naoto_2_fukushima@ccken.onmicrosoft.com::8f548a50-3d4a-4660-b17c-82fdb2003fd5" providerId="AD" clId="Web-{10165FA0-138F-75AF-974D-8EADED0149E9}" dt="2026-03-02T05:16:55.810" v="74" actId="1076"/>
          <ac:picMkLst>
            <pc:docMk/>
            <pc:sldMk cId="3141537626" sldId="1012"/>
            <ac:picMk id="48" creationId="{FC146F74-5929-5BC2-A47C-09442EC7346C}"/>
          </ac:picMkLst>
        </pc:picChg>
      </pc:sldChg>
    </pc:docChg>
  </pc:docChgLst>
  <pc:docChgLst>
    <pc:chgData name="MUIT　髙橋 博実" userId="S::hiromix222_msn.com#ext#@ccken.onmicrosoft.com::9d572560-7f87-4d11-90b9-a0fc016bcb45" providerId="AD" clId="Web-{B702A087-DE17-09D9-DAA2-C3D87EA24820}"/>
    <pc:docChg chg="modSld">
      <pc:chgData name="MUIT　髙橋 博実" userId="S::hiromix222_msn.com#ext#@ccken.onmicrosoft.com::9d572560-7f87-4d11-90b9-a0fc016bcb45" providerId="AD" clId="Web-{B702A087-DE17-09D9-DAA2-C3D87EA24820}" dt="2026-02-05T07:15:26.145" v="1" actId="14100"/>
      <pc:docMkLst>
        <pc:docMk/>
      </pc:docMkLst>
    </pc:docChg>
  </pc:docChgLst>
  <pc:docChgLst>
    <pc:chgData name="主査　福島 直人" userId="S::naoto_2_fukushima@ccken.onmicrosoft.com::8f548a50-3d4a-4660-b17c-82fdb2003fd5" providerId="AD" clId="Web-{D8A51672-2187-782B-EEC0-B22A6BC7FA91}"/>
    <pc:docChg chg="modSld">
      <pc:chgData name="主査　福島 直人" userId="S::naoto_2_fukushima@ccken.onmicrosoft.com::8f548a50-3d4a-4660-b17c-82fdb2003fd5" providerId="AD" clId="Web-{D8A51672-2187-782B-EEC0-B22A6BC7FA91}" dt="2026-02-28T14:04:44.271" v="60" actId="20577"/>
      <pc:docMkLst>
        <pc:docMk/>
      </pc:docMkLst>
      <pc:sldChg chg="modSp">
        <pc:chgData name="主査　福島 直人" userId="S::naoto_2_fukushima@ccken.onmicrosoft.com::8f548a50-3d4a-4660-b17c-82fdb2003fd5" providerId="AD" clId="Web-{D8A51672-2187-782B-EEC0-B22A6BC7FA91}" dt="2026-02-28T13:49:54.716" v="47"/>
        <pc:sldMkLst>
          <pc:docMk/>
          <pc:sldMk cId="468256319" sldId="471"/>
        </pc:sldMkLst>
        <pc:graphicFrameChg chg="mod modGraphic">
          <ac:chgData name="主査　福島 直人" userId="S::naoto_2_fukushima@ccken.onmicrosoft.com::8f548a50-3d4a-4660-b17c-82fdb2003fd5" providerId="AD" clId="Web-{D8A51672-2187-782B-EEC0-B22A6BC7FA91}" dt="2026-02-28T13:49:54.716" v="47"/>
          <ac:graphicFrameMkLst>
            <pc:docMk/>
            <pc:sldMk cId="468256319" sldId="471"/>
            <ac:graphicFrameMk id="14" creationId="{81CF28A4-EEDB-E592-71A3-5D2C5757D04E}"/>
          </ac:graphicFrameMkLst>
        </pc:graphicFrameChg>
      </pc:sldChg>
      <pc:sldChg chg="modSp">
        <pc:chgData name="主査　福島 直人" userId="S::naoto_2_fukushima@ccken.onmicrosoft.com::8f548a50-3d4a-4660-b17c-82fdb2003fd5" providerId="AD" clId="Web-{D8A51672-2187-782B-EEC0-B22A6BC7FA91}" dt="2026-02-28T13:54:04.876" v="51" actId="20577"/>
        <pc:sldMkLst>
          <pc:docMk/>
          <pc:sldMk cId="3496318797" sldId="954"/>
        </pc:sldMkLst>
        <pc:spChg chg="mod">
          <ac:chgData name="主査　福島 直人" userId="S::naoto_2_fukushima@ccken.onmicrosoft.com::8f548a50-3d4a-4660-b17c-82fdb2003fd5" providerId="AD" clId="Web-{D8A51672-2187-782B-EEC0-B22A6BC7FA91}" dt="2026-02-28T13:54:04.876" v="51" actId="20577"/>
          <ac:spMkLst>
            <pc:docMk/>
            <pc:sldMk cId="3496318797" sldId="954"/>
            <ac:spMk id="12" creationId="{8BB88D25-544E-9A08-8706-DD53B84DB04E}"/>
          </ac:spMkLst>
        </pc:spChg>
      </pc:sldChg>
      <pc:sldChg chg="modSp">
        <pc:chgData name="主査　福島 直人" userId="S::naoto_2_fukushima@ccken.onmicrosoft.com::8f548a50-3d4a-4660-b17c-82fdb2003fd5" providerId="AD" clId="Web-{D8A51672-2187-782B-EEC0-B22A6BC7FA91}" dt="2026-02-28T13:58:31.829" v="53" actId="20577"/>
        <pc:sldMkLst>
          <pc:docMk/>
          <pc:sldMk cId="2802704857" sldId="956"/>
        </pc:sldMkLst>
        <pc:spChg chg="mod">
          <ac:chgData name="主査　福島 直人" userId="S::naoto_2_fukushima@ccken.onmicrosoft.com::8f548a50-3d4a-4660-b17c-82fdb2003fd5" providerId="AD" clId="Web-{D8A51672-2187-782B-EEC0-B22A6BC7FA91}" dt="2026-02-28T13:58:31.829" v="53" actId="20577"/>
          <ac:spMkLst>
            <pc:docMk/>
            <pc:sldMk cId="2802704857" sldId="956"/>
            <ac:spMk id="17" creationId="{0C0DD888-EB56-B2B0-A5ED-9362C620C6AB}"/>
          </ac:spMkLst>
        </pc:spChg>
      </pc:sldChg>
      <pc:sldChg chg="modSp">
        <pc:chgData name="主査　福島 直人" userId="S::naoto_2_fukushima@ccken.onmicrosoft.com::8f548a50-3d4a-4660-b17c-82fdb2003fd5" providerId="AD" clId="Web-{D8A51672-2187-782B-EEC0-B22A6BC7FA91}" dt="2026-02-28T13:45:46.141" v="45" actId="20577"/>
        <pc:sldMkLst>
          <pc:docMk/>
          <pc:sldMk cId="490314474" sldId="961"/>
        </pc:sldMkLst>
      </pc:sldChg>
      <pc:sldChg chg="modSp">
        <pc:chgData name="主査　福島 直人" userId="S::naoto_2_fukushima@ccken.onmicrosoft.com::8f548a50-3d4a-4660-b17c-82fdb2003fd5" providerId="AD" clId="Web-{D8A51672-2187-782B-EEC0-B22A6BC7FA91}" dt="2026-02-28T14:03:18.427" v="56" actId="20577"/>
        <pc:sldMkLst>
          <pc:docMk/>
          <pc:sldMk cId="3913572286" sldId="963"/>
        </pc:sldMkLst>
        <pc:spChg chg="mod">
          <ac:chgData name="主査　福島 直人" userId="S::naoto_2_fukushima@ccken.onmicrosoft.com::8f548a50-3d4a-4660-b17c-82fdb2003fd5" providerId="AD" clId="Web-{D8A51672-2187-782B-EEC0-B22A6BC7FA91}" dt="2026-02-28T14:03:18.427" v="56" actId="20577"/>
          <ac:spMkLst>
            <pc:docMk/>
            <pc:sldMk cId="3913572286" sldId="963"/>
            <ac:spMk id="10" creationId="{DC55178E-5128-52D5-AB2D-4C5DCBB21AD3}"/>
          </ac:spMkLst>
        </pc:spChg>
      </pc:sldChg>
      <pc:sldChg chg="modSp">
        <pc:chgData name="主査　福島 直人" userId="S::naoto_2_fukushima@ccken.onmicrosoft.com::8f548a50-3d4a-4660-b17c-82fdb2003fd5" providerId="AD" clId="Web-{D8A51672-2187-782B-EEC0-B22A6BC7FA91}" dt="2026-02-28T14:04:44.271" v="60" actId="20577"/>
        <pc:sldMkLst>
          <pc:docMk/>
          <pc:sldMk cId="3211560190" sldId="974"/>
        </pc:sldMkLst>
        <pc:spChg chg="mod">
          <ac:chgData name="主査　福島 直人" userId="S::naoto_2_fukushima@ccken.onmicrosoft.com::8f548a50-3d4a-4660-b17c-82fdb2003fd5" providerId="AD" clId="Web-{D8A51672-2187-782B-EEC0-B22A6BC7FA91}" dt="2026-02-28T14:04:44.271" v="60" actId="20577"/>
          <ac:spMkLst>
            <pc:docMk/>
            <pc:sldMk cId="3211560190" sldId="974"/>
            <ac:spMk id="21" creationId="{4BAA5754-32CF-2E17-52F8-9CF1A83E2217}"/>
          </ac:spMkLst>
        </pc:spChg>
        <pc:spChg chg="mod">
          <ac:chgData name="主査　福島 直人" userId="S::naoto_2_fukushima@ccken.onmicrosoft.com::8f548a50-3d4a-4660-b17c-82fdb2003fd5" providerId="AD" clId="Web-{D8A51672-2187-782B-EEC0-B22A6BC7FA91}" dt="2026-02-28T13:40:42.023" v="4" actId="20577"/>
          <ac:spMkLst>
            <pc:docMk/>
            <pc:sldMk cId="3211560190" sldId="974"/>
            <ac:spMk id="33" creationId="{2A57F66B-81EC-7721-AADD-E559D4031237}"/>
          </ac:spMkLst>
        </pc:spChg>
      </pc:sldChg>
      <pc:sldChg chg="modSp">
        <pc:chgData name="主査　福島 直人" userId="S::naoto_2_fukushima@ccken.onmicrosoft.com::8f548a50-3d4a-4660-b17c-82fdb2003fd5" providerId="AD" clId="Web-{D8A51672-2187-782B-EEC0-B22A6BC7FA91}" dt="2026-02-28T13:41:39.041" v="10" actId="20577"/>
        <pc:sldMkLst>
          <pc:docMk/>
          <pc:sldMk cId="3546692421" sldId="980"/>
        </pc:sldMkLst>
        <pc:spChg chg="mod">
          <ac:chgData name="主査　福島 直人" userId="S::naoto_2_fukushima@ccken.onmicrosoft.com::8f548a50-3d4a-4660-b17c-82fdb2003fd5" providerId="AD" clId="Web-{D8A51672-2187-782B-EEC0-B22A6BC7FA91}" dt="2026-02-28T13:41:39.041" v="10" actId="20577"/>
          <ac:spMkLst>
            <pc:docMk/>
            <pc:sldMk cId="3546692421" sldId="980"/>
            <ac:spMk id="3" creationId="{621978EE-DA10-745F-625F-087334F96D8E}"/>
          </ac:spMkLst>
        </pc:spChg>
      </pc:sldChg>
      <pc:sldChg chg="modSp">
        <pc:chgData name="主査　福島 直人" userId="S::naoto_2_fukushima@ccken.onmicrosoft.com::8f548a50-3d4a-4660-b17c-82fdb2003fd5" providerId="AD" clId="Web-{D8A51672-2187-782B-EEC0-B22A6BC7FA91}" dt="2026-02-28T13:41:47.635" v="14" actId="20577"/>
        <pc:sldMkLst>
          <pc:docMk/>
          <pc:sldMk cId="2912982522" sldId="983"/>
        </pc:sldMkLst>
        <pc:spChg chg="mod">
          <ac:chgData name="主査　福島 直人" userId="S::naoto_2_fukushima@ccken.onmicrosoft.com::8f548a50-3d4a-4660-b17c-82fdb2003fd5" providerId="AD" clId="Web-{D8A51672-2187-782B-EEC0-B22A6BC7FA91}" dt="2026-02-28T13:41:47.635" v="14" actId="20577"/>
          <ac:spMkLst>
            <pc:docMk/>
            <pc:sldMk cId="2912982522" sldId="983"/>
            <ac:spMk id="3" creationId="{4A350774-AB6D-A1D7-13CA-8E4633DC6618}"/>
          </ac:spMkLst>
        </pc:spChg>
      </pc:sldChg>
      <pc:sldChg chg="modSp">
        <pc:chgData name="主査　福島 直人" userId="S::naoto_2_fukushima@ccken.onmicrosoft.com::8f548a50-3d4a-4660-b17c-82fdb2003fd5" providerId="AD" clId="Web-{D8A51672-2187-782B-EEC0-B22A6BC7FA91}" dt="2026-02-28T13:41:32.322" v="7" actId="20577"/>
        <pc:sldMkLst>
          <pc:docMk/>
          <pc:sldMk cId="426927151" sldId="994"/>
        </pc:sldMkLst>
        <pc:spChg chg="mod">
          <ac:chgData name="主査　福島 直人" userId="S::naoto_2_fukushima@ccken.onmicrosoft.com::8f548a50-3d4a-4660-b17c-82fdb2003fd5" providerId="AD" clId="Web-{D8A51672-2187-782B-EEC0-B22A6BC7FA91}" dt="2026-02-28T13:41:32.322" v="7" actId="20577"/>
          <ac:spMkLst>
            <pc:docMk/>
            <pc:sldMk cId="426927151" sldId="994"/>
            <ac:spMk id="3" creationId="{C24114A6-8D1A-5788-F398-37B65FCD299E}"/>
          </ac:spMkLst>
        </pc:spChg>
      </pc:sldChg>
      <pc:sldChg chg="modSp">
        <pc:chgData name="主査　福島 直人" userId="S::naoto_2_fukushima@ccken.onmicrosoft.com::8f548a50-3d4a-4660-b17c-82fdb2003fd5" providerId="AD" clId="Web-{D8A51672-2187-782B-EEC0-B22A6BC7FA91}" dt="2026-02-28T13:41:35.572" v="8" actId="20577"/>
        <pc:sldMkLst>
          <pc:docMk/>
          <pc:sldMk cId="1557085014" sldId="1005"/>
        </pc:sldMkLst>
        <pc:spChg chg="mod">
          <ac:chgData name="主査　福島 直人" userId="S::naoto_2_fukushima@ccken.onmicrosoft.com::8f548a50-3d4a-4660-b17c-82fdb2003fd5" providerId="AD" clId="Web-{D8A51672-2187-782B-EEC0-B22A6BC7FA91}" dt="2026-02-28T13:41:35.572" v="8" actId="20577"/>
          <ac:spMkLst>
            <pc:docMk/>
            <pc:sldMk cId="1557085014" sldId="1005"/>
            <ac:spMk id="3" creationId="{6BBC01EF-CC51-901A-96C3-C95C77D75ADE}"/>
          </ac:spMkLst>
        </pc:spChg>
      </pc:sldChg>
      <pc:sldChg chg="modSp">
        <pc:chgData name="主査　福島 直人" userId="S::naoto_2_fukushima@ccken.onmicrosoft.com::8f548a50-3d4a-4660-b17c-82fdb2003fd5" providerId="AD" clId="Web-{D8A51672-2187-782B-EEC0-B22A6BC7FA91}" dt="2026-02-28T13:41:42.994" v="11" actId="20577"/>
        <pc:sldMkLst>
          <pc:docMk/>
          <pc:sldMk cId="433359686" sldId="1008"/>
        </pc:sldMkLst>
        <pc:spChg chg="mod">
          <ac:chgData name="主査　福島 直人" userId="S::naoto_2_fukushima@ccken.onmicrosoft.com::8f548a50-3d4a-4660-b17c-82fdb2003fd5" providerId="AD" clId="Web-{D8A51672-2187-782B-EEC0-B22A6BC7FA91}" dt="2026-02-28T13:41:42.994" v="11" actId="20577"/>
          <ac:spMkLst>
            <pc:docMk/>
            <pc:sldMk cId="433359686" sldId="1008"/>
            <ac:spMk id="3" creationId="{D859F2C1-F2EE-0446-B6B9-0F2D3C21A174}"/>
          </ac:spMkLst>
        </pc:spChg>
      </pc:sldChg>
    </pc:docChg>
  </pc:docChgLst>
  <pc:docChgLst>
    <pc:chgData name="明治安田　八木 彰之" userId="S::ak-yagi@ccken.onmicrosoft.com::d1f97d3f-409d-461c-820e-b1af6ee40ad0" providerId="AD" clId="Web-{EBA49ACC-EB41-3A3A-72FC-C68DED81EC5D}"/>
    <pc:docChg chg="modSld">
      <pc:chgData name="明治安田　八木 彰之" userId="S::ak-yagi@ccken.onmicrosoft.com::d1f97d3f-409d-461c-820e-b1af6ee40ad0" providerId="AD" clId="Web-{EBA49ACC-EB41-3A3A-72FC-C68DED81EC5D}" dt="2026-02-18T13:39:32.491" v="55"/>
      <pc:docMkLst>
        <pc:docMk/>
      </pc:docMkLst>
      <pc:sldChg chg="modSp">
        <pc:chgData name="明治安田　八木 彰之" userId="S::ak-yagi@ccken.onmicrosoft.com::d1f97d3f-409d-461c-820e-b1af6ee40ad0" providerId="AD" clId="Web-{EBA49ACC-EB41-3A3A-72FC-C68DED81EC5D}" dt="2026-02-18T13:39:32.491" v="55"/>
        <pc:sldMkLst>
          <pc:docMk/>
          <pc:sldMk cId="3014012821" sldId="953"/>
        </pc:sldMkLst>
        <pc:graphicFrameChg chg="mod modGraphic">
          <ac:chgData name="明治安田　八木 彰之" userId="S::ak-yagi@ccken.onmicrosoft.com::d1f97d3f-409d-461c-820e-b1af6ee40ad0" providerId="AD" clId="Web-{EBA49ACC-EB41-3A3A-72FC-C68DED81EC5D}" dt="2026-02-18T13:39:32.491" v="55"/>
          <ac:graphicFrameMkLst>
            <pc:docMk/>
            <pc:sldMk cId="3014012821" sldId="953"/>
            <ac:graphicFrameMk id="4" creationId="{1C244B7C-8934-CD2B-1B19-2C15BA647848}"/>
          </ac:graphicFrameMkLst>
        </pc:graphicFrameChg>
      </pc:sldChg>
    </pc:docChg>
  </pc:docChgLst>
  <pc:docChgLst>
    <pc:chgData name="主査　福島 直人" userId="S::naoto_2_fukushima@ccken.onmicrosoft.com::8f548a50-3d4a-4660-b17c-82fdb2003fd5" providerId="AD" clId="Web-{4051709E-5397-C391-0229-DFFF20762975}"/>
    <pc:docChg chg="addSld modSld modSection">
      <pc:chgData name="主査　福島 直人" userId="S::naoto_2_fukushima@ccken.onmicrosoft.com::8f548a50-3d4a-4660-b17c-82fdb2003fd5" providerId="AD" clId="Web-{4051709E-5397-C391-0229-DFFF20762975}" dt="2026-02-27T12:47:54.488" v="145" actId="1076"/>
      <pc:docMkLst>
        <pc:docMk/>
      </pc:docMkLst>
      <pc:sldChg chg="addSp delSp modSp">
        <pc:chgData name="主査　福島 直人" userId="S::naoto_2_fukushima@ccken.onmicrosoft.com::8f548a50-3d4a-4660-b17c-82fdb2003fd5" providerId="AD" clId="Web-{4051709E-5397-C391-0229-DFFF20762975}" dt="2026-02-27T12:47:54.488" v="145" actId="1076"/>
        <pc:sldMkLst>
          <pc:docMk/>
          <pc:sldMk cId="3496318797" sldId="954"/>
        </pc:sldMkLst>
        <pc:spChg chg="add mod">
          <ac:chgData name="主査　福島 直人" userId="S::naoto_2_fukushima@ccken.onmicrosoft.com::8f548a50-3d4a-4660-b17c-82fdb2003fd5" providerId="AD" clId="Web-{4051709E-5397-C391-0229-DFFF20762975}" dt="2026-02-27T12:47:54.472" v="144" actId="1076"/>
          <ac:spMkLst>
            <pc:docMk/>
            <pc:sldMk cId="3496318797" sldId="954"/>
            <ac:spMk id="5" creationId="{9ADB5574-B4AD-64FB-AA99-6E465AB132C4}"/>
          </ac:spMkLst>
        </pc:spChg>
        <pc:spChg chg="add mod">
          <ac:chgData name="主査　福島 直人" userId="S::naoto_2_fukushima@ccken.onmicrosoft.com::8f548a50-3d4a-4660-b17c-82fdb2003fd5" providerId="AD" clId="Web-{4051709E-5397-C391-0229-DFFF20762975}" dt="2026-02-27T12:46:33.987" v="135" actId="20577"/>
          <ac:spMkLst>
            <pc:docMk/>
            <pc:sldMk cId="3496318797" sldId="954"/>
            <ac:spMk id="9" creationId="{A08B64A4-1A5A-0C7E-1A5F-E72B95CBC969}"/>
          </ac:spMkLst>
        </pc:spChg>
        <pc:spChg chg="add mod">
          <ac:chgData name="主査　福島 直人" userId="S::naoto_2_fukushima@ccken.onmicrosoft.com::8f548a50-3d4a-4660-b17c-82fdb2003fd5" providerId="AD" clId="Web-{4051709E-5397-C391-0229-DFFF20762975}" dt="2026-02-27T12:39:55.585" v="87" actId="1076"/>
          <ac:spMkLst>
            <pc:docMk/>
            <pc:sldMk cId="3496318797" sldId="954"/>
            <ac:spMk id="10" creationId="{D937A15B-DD85-D7BA-2451-1371F47EF3B3}"/>
          </ac:spMkLst>
        </pc:spChg>
      </pc:sldChg>
      <pc:sldChg chg="addSp modSp">
        <pc:chgData name="主査　福島 直人" userId="S::naoto_2_fukushima@ccken.onmicrosoft.com::8f548a50-3d4a-4660-b17c-82fdb2003fd5" providerId="AD" clId="Web-{4051709E-5397-C391-0229-DFFF20762975}" dt="2026-02-27T11:06:18.717" v="26" actId="20577"/>
        <pc:sldMkLst>
          <pc:docMk/>
          <pc:sldMk cId="2802704857" sldId="956"/>
        </pc:sldMkLst>
        <pc:spChg chg="add mod">
          <ac:chgData name="主査　福島 直人" userId="S::naoto_2_fukushima@ccken.onmicrosoft.com::8f548a50-3d4a-4660-b17c-82fdb2003fd5" providerId="AD" clId="Web-{4051709E-5397-C391-0229-DFFF20762975}" dt="2026-02-27T11:06:18.717" v="26" actId="20577"/>
          <ac:spMkLst>
            <pc:docMk/>
            <pc:sldMk cId="2802704857" sldId="956"/>
            <ac:spMk id="10" creationId="{6821E550-E732-4942-378F-4290F3C35C39}"/>
          </ac:spMkLst>
        </pc:spChg>
      </pc:sldChg>
      <pc:sldChg chg="addSp modSp">
        <pc:chgData name="主査　福島 直人" userId="S::naoto_2_fukushima@ccken.onmicrosoft.com::8f548a50-3d4a-4660-b17c-82fdb2003fd5" providerId="AD" clId="Web-{4051709E-5397-C391-0229-DFFF20762975}" dt="2026-02-27T11:08:16.689" v="31" actId="14100"/>
        <pc:sldMkLst>
          <pc:docMk/>
          <pc:sldMk cId="2575810299" sldId="958"/>
        </pc:sldMkLst>
      </pc:sldChg>
    </pc:docChg>
  </pc:docChgLst>
  <pc:docChgLst>
    <pc:chgData name="三菱UFJ信託銀行　網野 智仁" userId="S::tomohito_amino@ccken.onmicrosoft.com::f8474316-ab6c-4136-bc0a-a68b4c48cb80" providerId="AD" clId="Web-{DB038119-3A81-D210-007D-5BD300AD30AF}"/>
    <pc:docChg chg="addSld delSld modSection">
      <pc:chgData name="三菱UFJ信託銀行　網野 智仁" userId="S::tomohito_amino@ccken.onmicrosoft.com::f8474316-ab6c-4136-bc0a-a68b4c48cb80" providerId="AD" clId="Web-{DB038119-3A81-D210-007D-5BD300AD30AF}" dt="2026-02-12T08:39:53.934" v="3"/>
      <pc:docMkLst>
        <pc:docMk/>
      </pc:docMkLst>
    </pc:docChg>
  </pc:docChgLst>
  <pc:docChgLst>
    <pc:chgData name="主査　福島 直人" userId="S::naoto_2_fukushima@ccken.onmicrosoft.com::8f548a50-3d4a-4660-b17c-82fdb2003fd5" providerId="AD" clId="Web-{4C698553-6F18-CD71-BD64-A68072CAF175}"/>
    <pc:docChg chg="addSld delSld modSld sldOrd modSection">
      <pc:chgData name="主査　福島 直人" userId="S::naoto_2_fukushima@ccken.onmicrosoft.com::8f548a50-3d4a-4660-b17c-82fdb2003fd5" providerId="AD" clId="Web-{4C698553-6F18-CD71-BD64-A68072CAF175}" dt="2026-02-04T06:52:47.181" v="134" actId="20577"/>
      <pc:docMkLst>
        <pc:docMk/>
      </pc:docMkLst>
      <pc:sldChg chg="modSp">
        <pc:chgData name="主査　福島 直人" userId="S::naoto_2_fukushima@ccken.onmicrosoft.com::8f548a50-3d4a-4660-b17c-82fdb2003fd5" providerId="AD" clId="Web-{4C698553-6F18-CD71-BD64-A68072CAF175}" dt="2026-02-04T06:49:01.675" v="48" actId="20577"/>
        <pc:sldMkLst>
          <pc:docMk/>
          <pc:sldMk cId="2290740309" sldId="674"/>
        </pc:sldMkLst>
        <pc:spChg chg="mod">
          <ac:chgData name="主査　福島 直人" userId="S::naoto_2_fukushima@ccken.onmicrosoft.com::8f548a50-3d4a-4660-b17c-82fdb2003fd5" providerId="AD" clId="Web-{4C698553-6F18-CD71-BD64-A68072CAF175}" dt="2026-02-04T06:49:01.675" v="48" actId="20577"/>
          <ac:spMkLst>
            <pc:docMk/>
            <pc:sldMk cId="2290740309" sldId="674"/>
            <ac:spMk id="3" creationId="{00000000-0000-0000-0000-000000000000}"/>
          </ac:spMkLst>
        </pc:spChg>
      </pc:sldChg>
      <pc:sldChg chg="modSp">
        <pc:chgData name="主査　福島 直人" userId="S::naoto_2_fukushima@ccken.onmicrosoft.com::8f548a50-3d4a-4660-b17c-82fdb2003fd5" providerId="AD" clId="Web-{4C698553-6F18-CD71-BD64-A68072CAF175}" dt="2026-02-04T06:52:35.618" v="112"/>
        <pc:sldMkLst>
          <pc:docMk/>
          <pc:sldMk cId="1392608573" sldId="727"/>
        </pc:sldMkLst>
        <pc:spChg chg="mod">
          <ac:chgData name="主査　福島 直人" userId="S::naoto_2_fukushima@ccken.onmicrosoft.com::8f548a50-3d4a-4660-b17c-82fdb2003fd5" providerId="AD" clId="Web-{4C698553-6F18-CD71-BD64-A68072CAF175}" dt="2026-02-04T06:52:23.227" v="110" actId="14100"/>
          <ac:spMkLst>
            <pc:docMk/>
            <pc:sldMk cId="1392608573" sldId="727"/>
            <ac:spMk id="3" creationId="{9DB2B4C0-610E-E6A1-6B7B-489441D67C56}"/>
          </ac:spMkLst>
        </pc:spChg>
        <pc:spChg chg="mod">
          <ac:chgData name="主査　福島 直人" userId="S::naoto_2_fukushima@ccken.onmicrosoft.com::8f548a50-3d4a-4660-b17c-82fdb2003fd5" providerId="AD" clId="Web-{4C698553-6F18-CD71-BD64-A68072CAF175}" dt="2026-02-04T06:52:23.149" v="109" actId="14100"/>
          <ac:spMkLst>
            <pc:docMk/>
            <pc:sldMk cId="1392608573" sldId="727"/>
            <ac:spMk id="5" creationId="{A91FDA4D-43D0-CD1A-2F78-41AC297B4E48}"/>
          </ac:spMkLst>
        </pc:spChg>
        <pc:spChg chg="mod">
          <ac:chgData name="主査　福島 直人" userId="S::naoto_2_fukushima@ccken.onmicrosoft.com::8f548a50-3d4a-4660-b17c-82fdb2003fd5" providerId="AD" clId="Web-{4C698553-6F18-CD71-BD64-A68072CAF175}" dt="2026-02-04T06:50:40.537" v="89" actId="1076"/>
          <ac:spMkLst>
            <pc:docMk/>
            <pc:sldMk cId="1392608573" sldId="727"/>
            <ac:spMk id="6" creationId="{606F6E3D-C4E2-CA54-1C1D-93E694D47844}"/>
          </ac:spMkLst>
        </pc:spChg>
        <pc:spChg chg="mod">
          <ac:chgData name="主査　福島 直人" userId="S::naoto_2_fukushima@ccken.onmicrosoft.com::8f548a50-3d4a-4660-b17c-82fdb2003fd5" providerId="AD" clId="Web-{4C698553-6F18-CD71-BD64-A68072CAF175}" dt="2026-02-04T06:50:40.193" v="84" actId="1076"/>
          <ac:spMkLst>
            <pc:docMk/>
            <pc:sldMk cId="1392608573" sldId="727"/>
            <ac:spMk id="8" creationId="{E16511C5-A4EE-C10C-4C49-E227E635EF08}"/>
          </ac:spMkLst>
        </pc:spChg>
        <pc:spChg chg="mod">
          <ac:chgData name="主査　福島 直人" userId="S::naoto_2_fukushima@ccken.onmicrosoft.com::8f548a50-3d4a-4660-b17c-82fdb2003fd5" providerId="AD" clId="Web-{4C698553-6F18-CD71-BD64-A68072CAF175}" dt="2026-02-04T06:50:40.256" v="85" actId="1076"/>
          <ac:spMkLst>
            <pc:docMk/>
            <pc:sldMk cId="1392608573" sldId="727"/>
            <ac:spMk id="10" creationId="{C0046302-064D-3562-3A76-CB759961F8A9}"/>
          </ac:spMkLst>
        </pc:spChg>
        <pc:spChg chg="mod">
          <ac:chgData name="主査　福島 直人" userId="S::naoto_2_fukushima@ccken.onmicrosoft.com::8f548a50-3d4a-4660-b17c-82fdb2003fd5" providerId="AD" clId="Web-{4C698553-6F18-CD71-BD64-A68072CAF175}" dt="2026-02-04T06:50:45.725" v="107" actId="1076"/>
          <ac:spMkLst>
            <pc:docMk/>
            <pc:sldMk cId="1392608573" sldId="727"/>
            <ac:spMk id="13" creationId="{45DB125F-D6D1-692D-76F7-1B992668032B}"/>
          </ac:spMkLst>
        </pc:spChg>
        <pc:spChg chg="mod">
          <ac:chgData name="主査　福島 直人" userId="S::naoto_2_fukushima@ccken.onmicrosoft.com::8f548a50-3d4a-4660-b17c-82fdb2003fd5" providerId="AD" clId="Web-{4C698553-6F18-CD71-BD64-A68072CAF175}" dt="2026-02-04T06:50:41.068" v="96" actId="1076"/>
          <ac:spMkLst>
            <pc:docMk/>
            <pc:sldMk cId="1392608573" sldId="727"/>
            <ac:spMk id="14" creationId="{616E407D-475A-2CB4-4D1A-206C8AD23511}"/>
          </ac:spMkLst>
        </pc:spChg>
        <pc:spChg chg="mod">
          <ac:chgData name="主査　福島 直人" userId="S::naoto_2_fukushima@ccken.onmicrosoft.com::8f548a50-3d4a-4660-b17c-82fdb2003fd5" providerId="AD" clId="Web-{4C698553-6F18-CD71-BD64-A68072CAF175}" dt="2026-02-04T06:50:41.162" v="97" actId="1076"/>
          <ac:spMkLst>
            <pc:docMk/>
            <pc:sldMk cId="1392608573" sldId="727"/>
            <ac:spMk id="15" creationId="{80C3DEFC-4423-75A2-EA10-75CD380219CE}"/>
          </ac:spMkLst>
        </pc:spChg>
        <pc:spChg chg="mod">
          <ac:chgData name="主査　福島 直人" userId="S::naoto_2_fukushima@ccken.onmicrosoft.com::8f548a50-3d4a-4660-b17c-82fdb2003fd5" providerId="AD" clId="Web-{4C698553-6F18-CD71-BD64-A68072CAF175}" dt="2026-02-04T06:50:40.615" v="90" actId="1076"/>
          <ac:spMkLst>
            <pc:docMk/>
            <pc:sldMk cId="1392608573" sldId="727"/>
            <ac:spMk id="16" creationId="{25D8757A-1BFA-8912-39E9-77918BCD8F92}"/>
          </ac:spMkLst>
        </pc:spChg>
        <pc:spChg chg="mod">
          <ac:chgData name="主査　福島 直人" userId="S::naoto_2_fukushima@ccken.onmicrosoft.com::8f548a50-3d4a-4660-b17c-82fdb2003fd5" providerId="AD" clId="Web-{4C698553-6F18-CD71-BD64-A68072CAF175}" dt="2026-02-04T06:50:41.240" v="98" actId="1076"/>
          <ac:spMkLst>
            <pc:docMk/>
            <pc:sldMk cId="1392608573" sldId="727"/>
            <ac:spMk id="17" creationId="{01FB34DB-22EF-6BAB-827D-2E4099E99652}"/>
          </ac:spMkLst>
        </pc:spChg>
        <pc:spChg chg="mod">
          <ac:chgData name="主査　福島 直人" userId="S::naoto_2_fukushima@ccken.onmicrosoft.com::8f548a50-3d4a-4660-b17c-82fdb2003fd5" providerId="AD" clId="Web-{4C698553-6F18-CD71-BD64-A68072CAF175}" dt="2026-02-04T06:50:40.678" v="91" actId="1076"/>
          <ac:spMkLst>
            <pc:docMk/>
            <pc:sldMk cId="1392608573" sldId="727"/>
            <ac:spMk id="18" creationId="{9A58E431-0C0E-5D05-4118-59B39C8BDE9B}"/>
          </ac:spMkLst>
        </pc:spChg>
        <pc:spChg chg="mod">
          <ac:chgData name="主査　福島 直人" userId="S::naoto_2_fukushima@ccken.onmicrosoft.com::8f548a50-3d4a-4660-b17c-82fdb2003fd5" providerId="AD" clId="Web-{4C698553-6F18-CD71-BD64-A68072CAF175}" dt="2026-02-04T06:50:41.334" v="99" actId="1076"/>
          <ac:spMkLst>
            <pc:docMk/>
            <pc:sldMk cId="1392608573" sldId="727"/>
            <ac:spMk id="19" creationId="{C4066E69-AD25-24A7-CBAB-2F5A3AB95047}"/>
          </ac:spMkLst>
        </pc:spChg>
        <pc:spChg chg="mod">
          <ac:chgData name="主査　福島 直人" userId="S::naoto_2_fukushima@ccken.onmicrosoft.com::8f548a50-3d4a-4660-b17c-82fdb2003fd5" providerId="AD" clId="Web-{4C698553-6F18-CD71-BD64-A68072CAF175}" dt="2026-02-04T06:50:40.740" v="92" actId="1076"/>
          <ac:spMkLst>
            <pc:docMk/>
            <pc:sldMk cId="1392608573" sldId="727"/>
            <ac:spMk id="20" creationId="{FEEAA8B3-D0E5-2EA3-C3EA-B95EB45E7C79}"/>
          </ac:spMkLst>
        </pc:spChg>
        <pc:spChg chg="mod">
          <ac:chgData name="主査　福島 直人" userId="S::naoto_2_fukushima@ccken.onmicrosoft.com::8f548a50-3d4a-4660-b17c-82fdb2003fd5" providerId="AD" clId="Web-{4C698553-6F18-CD71-BD64-A68072CAF175}" dt="2026-02-04T06:50:40.834" v="93" actId="1076"/>
          <ac:spMkLst>
            <pc:docMk/>
            <pc:sldMk cId="1392608573" sldId="727"/>
            <ac:spMk id="22" creationId="{51FEBE46-0A39-6351-6535-293000D325C4}"/>
          </ac:spMkLst>
        </pc:spChg>
        <pc:spChg chg="mod">
          <ac:chgData name="主査　福島 直人" userId="S::naoto_2_fukushima@ccken.onmicrosoft.com::8f548a50-3d4a-4660-b17c-82fdb2003fd5" providerId="AD" clId="Web-{4C698553-6F18-CD71-BD64-A68072CAF175}" dt="2026-02-04T06:50:41.397" v="100" actId="1076"/>
          <ac:spMkLst>
            <pc:docMk/>
            <pc:sldMk cId="1392608573" sldId="727"/>
            <ac:spMk id="27" creationId="{BA1414C7-D7A6-7F00-DE1C-AF2DB5E7F91B}"/>
          </ac:spMkLst>
        </pc:spChg>
        <pc:spChg chg="mod">
          <ac:chgData name="主査　福島 直人" userId="S::naoto_2_fukushima@ccken.onmicrosoft.com::8f548a50-3d4a-4660-b17c-82fdb2003fd5" providerId="AD" clId="Web-{4C698553-6F18-CD71-BD64-A68072CAF175}" dt="2026-02-04T06:50:39.975" v="81" actId="1076"/>
          <ac:spMkLst>
            <pc:docMk/>
            <pc:sldMk cId="1392608573" sldId="727"/>
            <ac:spMk id="28" creationId="{CD5637F7-B2A7-A3EF-4BAB-F06235D76ACE}"/>
          </ac:spMkLst>
        </pc:spChg>
        <pc:spChg chg="mod">
          <ac:chgData name="主査　福島 直人" userId="S::naoto_2_fukushima@ccken.onmicrosoft.com::8f548a50-3d4a-4660-b17c-82fdb2003fd5" providerId="AD" clId="Web-{4C698553-6F18-CD71-BD64-A68072CAF175}" dt="2026-02-04T06:50:41.475" v="101" actId="1076"/>
          <ac:spMkLst>
            <pc:docMk/>
            <pc:sldMk cId="1392608573" sldId="727"/>
            <ac:spMk id="29" creationId="{52CE3D2D-7D5C-A557-478C-59A2F303E0D5}"/>
          </ac:spMkLst>
        </pc:spChg>
        <pc:spChg chg="mod">
          <ac:chgData name="主査　福島 直人" userId="S::naoto_2_fukushima@ccken.onmicrosoft.com::8f548a50-3d4a-4660-b17c-82fdb2003fd5" providerId="AD" clId="Web-{4C698553-6F18-CD71-BD64-A68072CAF175}" dt="2026-02-04T06:50:40.037" v="82" actId="1076"/>
          <ac:spMkLst>
            <pc:docMk/>
            <pc:sldMk cId="1392608573" sldId="727"/>
            <ac:spMk id="30" creationId="{2D831423-B65F-6F7E-540F-D0C7A796F4E0}"/>
          </ac:spMkLst>
        </pc:spChg>
        <pc:spChg chg="mod">
          <ac:chgData name="主査　福島 直人" userId="S::naoto_2_fukushima@ccken.onmicrosoft.com::8f548a50-3d4a-4660-b17c-82fdb2003fd5" providerId="AD" clId="Web-{4C698553-6F18-CD71-BD64-A68072CAF175}" dt="2026-02-04T06:52:23.055" v="108" actId="14100"/>
          <ac:spMkLst>
            <pc:docMk/>
            <pc:sldMk cId="1392608573" sldId="727"/>
            <ac:spMk id="37" creationId="{69049471-B8EE-A563-1587-01F325C549CF}"/>
          </ac:spMkLst>
        </pc:spChg>
        <pc:spChg chg="mod">
          <ac:chgData name="主査　福島 直人" userId="S::naoto_2_fukushima@ccken.onmicrosoft.com::8f548a50-3d4a-4660-b17c-82fdb2003fd5" providerId="AD" clId="Web-{4C698553-6F18-CD71-BD64-A68072CAF175}" dt="2026-02-04T06:50:41.553" v="102" actId="1076"/>
          <ac:spMkLst>
            <pc:docMk/>
            <pc:sldMk cId="1392608573" sldId="727"/>
            <ac:spMk id="38" creationId="{3677ACB2-CB9E-EE5D-7C71-683289666B74}"/>
          </ac:spMkLst>
        </pc:spChg>
        <pc:spChg chg="mod">
          <ac:chgData name="主査　福島 直人" userId="S::naoto_2_fukushima@ccken.onmicrosoft.com::8f548a50-3d4a-4660-b17c-82fdb2003fd5" providerId="AD" clId="Web-{4C698553-6F18-CD71-BD64-A68072CAF175}" dt="2026-02-04T06:50:40.928" v="94" actId="1076"/>
          <ac:spMkLst>
            <pc:docMk/>
            <pc:sldMk cId="1392608573" sldId="727"/>
            <ac:spMk id="39" creationId="{A48D18FA-DFEB-AB65-0466-EA2C368CB530}"/>
          </ac:spMkLst>
        </pc:spChg>
        <pc:spChg chg="mod">
          <ac:chgData name="主査　福島 直人" userId="S::naoto_2_fukushima@ccken.onmicrosoft.com::8f548a50-3d4a-4660-b17c-82fdb2003fd5" providerId="AD" clId="Web-{4C698553-6F18-CD71-BD64-A68072CAF175}" dt="2026-02-04T06:50:40.990" v="95" actId="1076"/>
          <ac:spMkLst>
            <pc:docMk/>
            <pc:sldMk cId="1392608573" sldId="727"/>
            <ac:spMk id="41" creationId="{BC5BFF2F-05D9-91CF-AA07-054EF80B49C9}"/>
          </ac:spMkLst>
        </pc:spChg>
        <pc:spChg chg="mod">
          <ac:chgData name="主査　福島 直人" userId="S::naoto_2_fukushima@ccken.onmicrosoft.com::8f548a50-3d4a-4660-b17c-82fdb2003fd5" providerId="AD" clId="Web-{4C698553-6F18-CD71-BD64-A68072CAF175}" dt="2026-02-04T06:50:40.397" v="87" actId="1076"/>
          <ac:spMkLst>
            <pc:docMk/>
            <pc:sldMk cId="1392608573" sldId="727"/>
            <ac:spMk id="42" creationId="{3E0686D5-718A-1B08-B685-F946E8AF6A73}"/>
          </ac:spMkLst>
        </pc:spChg>
        <pc:spChg chg="mod">
          <ac:chgData name="主査　福島 直人" userId="S::naoto_2_fukushima@ccken.onmicrosoft.com::8f548a50-3d4a-4660-b17c-82fdb2003fd5" providerId="AD" clId="Web-{4C698553-6F18-CD71-BD64-A68072CAF175}" dt="2026-02-04T06:50:41.615" v="103" actId="1076"/>
          <ac:spMkLst>
            <pc:docMk/>
            <pc:sldMk cId="1392608573" sldId="727"/>
            <ac:spMk id="45" creationId="{2B712B75-5A64-6709-EA90-2A800CB994C0}"/>
          </ac:spMkLst>
        </pc:spChg>
        <pc:spChg chg="mod">
          <ac:chgData name="主査　福島 直人" userId="S::naoto_2_fukushima@ccken.onmicrosoft.com::8f548a50-3d4a-4660-b17c-82fdb2003fd5" providerId="AD" clId="Web-{4C698553-6F18-CD71-BD64-A68072CAF175}" dt="2026-02-04T06:50:41.693" v="104" actId="1076"/>
          <ac:spMkLst>
            <pc:docMk/>
            <pc:sldMk cId="1392608573" sldId="727"/>
            <ac:spMk id="46" creationId="{89C9F81A-D043-E61F-76A4-467E152C10F1}"/>
          </ac:spMkLst>
        </pc:spChg>
        <pc:spChg chg="mod">
          <ac:chgData name="主査　福島 直人" userId="S::naoto_2_fukushima@ccken.onmicrosoft.com::8f548a50-3d4a-4660-b17c-82fdb2003fd5" providerId="AD" clId="Web-{4C698553-6F18-CD71-BD64-A68072CAF175}" dt="2026-02-04T06:50:41.772" v="105" actId="1076"/>
          <ac:spMkLst>
            <pc:docMk/>
            <pc:sldMk cId="1392608573" sldId="727"/>
            <ac:spMk id="48" creationId="{6CCF2F3A-B8B1-9CC5-AD33-D1189AB2776C}"/>
          </ac:spMkLst>
        </pc:spChg>
        <pc:graphicFrameChg chg="mod modGraphic">
          <ac:chgData name="主査　福島 直人" userId="S::naoto_2_fukushima@ccken.onmicrosoft.com::8f548a50-3d4a-4660-b17c-82fdb2003fd5" providerId="AD" clId="Web-{4C698553-6F18-CD71-BD64-A68072CAF175}" dt="2026-02-04T06:52:35.618" v="112"/>
          <ac:graphicFrameMkLst>
            <pc:docMk/>
            <pc:sldMk cId="1392608573" sldId="727"/>
            <ac:graphicFrameMk id="24" creationId="{63EF7961-CB2C-FA8E-B7EF-9A5009CA7C46}"/>
          </ac:graphicFrameMkLst>
        </pc:graphicFrameChg>
        <pc:cxnChg chg="mod">
          <ac:chgData name="主査　福島 直人" userId="S::naoto_2_fukushima@ccken.onmicrosoft.com::8f548a50-3d4a-4660-b17c-82fdb2003fd5" providerId="AD" clId="Web-{4C698553-6F18-CD71-BD64-A68072CAF175}" dt="2026-02-04T06:50:39.897" v="80" actId="1076"/>
          <ac:cxnSpMkLst>
            <pc:docMk/>
            <pc:sldMk cId="1392608573" sldId="727"/>
            <ac:cxnSpMk id="26" creationId="{5D924768-52A3-CCC7-7D35-C38D47CC47BE}"/>
          </ac:cxnSpMkLst>
        </pc:cxnChg>
        <pc:cxnChg chg="mod">
          <ac:chgData name="主査　福島 直人" userId="S::naoto_2_fukushima@ccken.onmicrosoft.com::8f548a50-3d4a-4660-b17c-82fdb2003fd5" providerId="AD" clId="Web-{4C698553-6F18-CD71-BD64-A68072CAF175}" dt="2026-02-04T06:50:40.115" v="83" actId="1076"/>
          <ac:cxnSpMkLst>
            <pc:docMk/>
            <pc:sldMk cId="1392608573" sldId="727"/>
            <ac:cxnSpMk id="35" creationId="{F986775A-A193-540B-64E1-D11EE8F93B7E}"/>
          </ac:cxnSpMkLst>
        </pc:cxnChg>
      </pc:sldChg>
      <pc:sldChg chg="modSp add ord replId">
        <pc:chgData name="主査　福島 直人" userId="S::naoto_2_fukushima@ccken.onmicrosoft.com::8f548a50-3d4a-4660-b17c-82fdb2003fd5" providerId="AD" clId="Web-{4C698553-6F18-CD71-BD64-A68072CAF175}" dt="2026-02-04T06:46:00.606" v="22" actId="20577"/>
        <pc:sldMkLst>
          <pc:docMk/>
          <pc:sldMk cId="2998734072" sldId="849"/>
        </pc:sldMkLst>
        <pc:spChg chg="mod">
          <ac:chgData name="主査　福島 直人" userId="S::naoto_2_fukushima@ccken.onmicrosoft.com::8f548a50-3d4a-4660-b17c-82fdb2003fd5" providerId="AD" clId="Web-{4C698553-6F18-CD71-BD64-A68072CAF175}" dt="2026-02-04T06:46:00.606" v="22" actId="20577"/>
          <ac:spMkLst>
            <pc:docMk/>
            <pc:sldMk cId="2998734072" sldId="849"/>
            <ac:spMk id="8" creationId="{CA09F482-EBFB-878A-2FE4-0C9D284D3F6E}"/>
          </ac:spMkLst>
        </pc:spChg>
      </pc:sldChg>
      <pc:sldChg chg="modSp add ord replId">
        <pc:chgData name="主査　福島 直人" userId="S::naoto_2_fukushima@ccken.onmicrosoft.com::8f548a50-3d4a-4660-b17c-82fdb2003fd5" providerId="AD" clId="Web-{4C698553-6F18-CD71-BD64-A68072CAF175}" dt="2026-02-04T06:47:04.296" v="29" actId="20577"/>
        <pc:sldMkLst>
          <pc:docMk/>
          <pc:sldMk cId="978939477" sldId="850"/>
        </pc:sldMkLst>
        <pc:spChg chg="mod">
          <ac:chgData name="主査　福島 直人" userId="S::naoto_2_fukushima@ccken.onmicrosoft.com::8f548a50-3d4a-4660-b17c-82fdb2003fd5" providerId="AD" clId="Web-{4C698553-6F18-CD71-BD64-A68072CAF175}" dt="2026-02-04T06:47:04.296" v="29" actId="20577"/>
          <ac:spMkLst>
            <pc:docMk/>
            <pc:sldMk cId="978939477" sldId="850"/>
            <ac:spMk id="8" creationId="{0B6CB4C3-6DB6-BDFB-CA8D-9539D82FF7C1}"/>
          </ac:spMkLst>
        </pc:spChg>
      </pc:sldChg>
      <pc:sldChg chg="modSp add ord replId">
        <pc:chgData name="主査　福島 直人" userId="S::naoto_2_fukushima@ccken.onmicrosoft.com::8f548a50-3d4a-4660-b17c-82fdb2003fd5" providerId="AD" clId="Web-{4C698553-6F18-CD71-BD64-A68072CAF175}" dt="2026-02-04T06:48:02.611" v="39" actId="20577"/>
        <pc:sldMkLst>
          <pc:docMk/>
          <pc:sldMk cId="785633465" sldId="851"/>
        </pc:sldMkLst>
        <pc:spChg chg="mod">
          <ac:chgData name="主査　福島 直人" userId="S::naoto_2_fukushima@ccken.onmicrosoft.com::8f548a50-3d4a-4660-b17c-82fdb2003fd5" providerId="AD" clId="Web-{4C698553-6F18-CD71-BD64-A68072CAF175}" dt="2026-02-04T06:48:02.611" v="39" actId="20577"/>
          <ac:spMkLst>
            <pc:docMk/>
            <pc:sldMk cId="785633465" sldId="851"/>
            <ac:spMk id="8" creationId="{501000AF-F897-B4DD-1580-70745F13E0F9}"/>
          </ac:spMkLst>
        </pc:spChg>
      </pc:sldChg>
      <pc:sldChg chg="modSp add replId">
        <pc:chgData name="主査　福島 直人" userId="S::naoto_2_fukushima@ccken.onmicrosoft.com::8f548a50-3d4a-4660-b17c-82fdb2003fd5" providerId="AD" clId="Web-{4C698553-6F18-CD71-BD64-A68072CAF175}" dt="2026-02-04T06:48:19.471" v="43" actId="20577"/>
        <pc:sldMkLst>
          <pc:docMk/>
          <pc:sldMk cId="3346796719" sldId="853"/>
        </pc:sldMkLst>
        <pc:spChg chg="mod">
          <ac:chgData name="主査　福島 直人" userId="S::naoto_2_fukushima@ccken.onmicrosoft.com::8f548a50-3d4a-4660-b17c-82fdb2003fd5" providerId="AD" clId="Web-{4C698553-6F18-CD71-BD64-A68072CAF175}" dt="2026-02-04T06:48:19.471" v="43" actId="20577"/>
          <ac:spMkLst>
            <pc:docMk/>
            <pc:sldMk cId="3346796719" sldId="853"/>
            <ac:spMk id="8" creationId="{DA787D85-76B5-87D9-9536-34471566DC72}"/>
          </ac:spMkLst>
        </pc:spChg>
      </pc:sldChg>
      <pc:sldChg chg="modSp add ord replId">
        <pc:chgData name="主査　福島 直人" userId="S::naoto_2_fukushima@ccken.onmicrosoft.com::8f548a50-3d4a-4660-b17c-82fdb2003fd5" providerId="AD" clId="Web-{4C698553-6F18-CD71-BD64-A68072CAF175}" dt="2026-02-04T06:48:29.299" v="45" actId="20577"/>
        <pc:sldMkLst>
          <pc:docMk/>
          <pc:sldMk cId="741583435" sldId="854"/>
        </pc:sldMkLst>
        <pc:spChg chg="mod">
          <ac:chgData name="主査　福島 直人" userId="S::naoto_2_fukushima@ccken.onmicrosoft.com::8f548a50-3d4a-4660-b17c-82fdb2003fd5" providerId="AD" clId="Web-{4C698553-6F18-CD71-BD64-A68072CAF175}" dt="2026-02-04T06:48:29.299" v="45" actId="20577"/>
          <ac:spMkLst>
            <pc:docMk/>
            <pc:sldMk cId="741583435" sldId="854"/>
            <ac:spMk id="8" creationId="{34EC64F1-9178-B55C-0195-07077E06DFC9}"/>
          </ac:spMkLst>
        </pc:spChg>
      </pc:sldChg>
      <pc:sldChg chg="modSp add replId">
        <pc:chgData name="主査　福島 直人" userId="S::naoto_2_fukushima@ccken.onmicrosoft.com::8f548a50-3d4a-4660-b17c-82fdb2003fd5" providerId="AD" clId="Web-{4C698553-6F18-CD71-BD64-A68072CAF175}" dt="2026-02-04T06:47:15.453" v="32" actId="20577"/>
        <pc:sldMkLst>
          <pc:docMk/>
          <pc:sldMk cId="1039007571" sldId="855"/>
        </pc:sldMkLst>
        <pc:spChg chg="mod">
          <ac:chgData name="主査　福島 直人" userId="S::naoto_2_fukushima@ccken.onmicrosoft.com::8f548a50-3d4a-4660-b17c-82fdb2003fd5" providerId="AD" clId="Web-{4C698553-6F18-CD71-BD64-A68072CAF175}" dt="2026-02-04T06:47:15.453" v="32" actId="20577"/>
          <ac:spMkLst>
            <pc:docMk/>
            <pc:sldMk cId="1039007571" sldId="855"/>
            <ac:spMk id="8" creationId="{1C523931-E41F-A957-9DED-16CDEAE6E404}"/>
          </ac:spMkLst>
        </pc:spChg>
      </pc:sldChg>
    </pc:docChg>
  </pc:docChgLst>
  <pc:docChgLst>
    <pc:chgData name="主査　福島 直人" userId="S::naoto_2_fukushima@ccken.onmicrosoft.com::8f548a50-3d4a-4660-b17c-82fdb2003fd5" providerId="AD" clId="Web-{874795AB-4E81-F842-FA1B-60F6926E24EB}"/>
    <pc:docChg chg="addSld delSld modSld modSection">
      <pc:chgData name="主査　福島 直人" userId="S::naoto_2_fukushima@ccken.onmicrosoft.com::8f548a50-3d4a-4660-b17c-82fdb2003fd5" providerId="AD" clId="Web-{874795AB-4E81-F842-FA1B-60F6926E24EB}" dt="2026-02-28T13:02:07.777" v="235" actId="20577"/>
      <pc:docMkLst>
        <pc:docMk/>
      </pc:docMkLst>
      <pc:sldChg chg="modSp">
        <pc:chgData name="主査　福島 直人" userId="S::naoto_2_fukushima@ccken.onmicrosoft.com::8f548a50-3d4a-4660-b17c-82fdb2003fd5" providerId="AD" clId="Web-{874795AB-4E81-F842-FA1B-60F6926E24EB}" dt="2026-02-28T12:26:20.831" v="4"/>
        <pc:sldMkLst>
          <pc:docMk/>
          <pc:sldMk cId="468256319" sldId="471"/>
        </pc:sldMkLst>
        <pc:graphicFrameChg chg="mod modGraphic">
          <ac:chgData name="主査　福島 直人" userId="S::naoto_2_fukushima@ccken.onmicrosoft.com::8f548a50-3d4a-4660-b17c-82fdb2003fd5" providerId="AD" clId="Web-{874795AB-4E81-F842-FA1B-60F6926E24EB}" dt="2026-02-28T12:26:20.831" v="4"/>
          <ac:graphicFrameMkLst>
            <pc:docMk/>
            <pc:sldMk cId="468256319" sldId="471"/>
            <ac:graphicFrameMk id="9" creationId="{D0A2CC2F-E126-64DD-32A4-1C5F3361211B}"/>
          </ac:graphicFrameMkLst>
        </pc:graphicFrameChg>
      </pc:sldChg>
      <pc:sldChg chg="modSp">
        <pc:chgData name="主査　福島 直人" userId="S::naoto_2_fukushima@ccken.onmicrosoft.com::8f548a50-3d4a-4660-b17c-82fdb2003fd5" providerId="AD" clId="Web-{874795AB-4E81-F842-FA1B-60F6926E24EB}" dt="2026-02-28T12:59:53.564" v="204" actId="20577"/>
        <pc:sldMkLst>
          <pc:docMk/>
          <pc:sldMk cId="2863164929" sldId="773"/>
        </pc:sldMkLst>
        <pc:spChg chg="mod">
          <ac:chgData name="主査　福島 直人" userId="S::naoto_2_fukushima@ccken.onmicrosoft.com::8f548a50-3d4a-4660-b17c-82fdb2003fd5" providerId="AD" clId="Web-{874795AB-4E81-F842-FA1B-60F6926E24EB}" dt="2026-02-28T12:59:53.564" v="204" actId="20577"/>
          <ac:spMkLst>
            <pc:docMk/>
            <pc:sldMk cId="2863164929" sldId="773"/>
            <ac:spMk id="3" creationId="{2FF11C97-A0C6-892C-4B18-E03E386E498A}"/>
          </ac:spMkLst>
        </pc:spChg>
        <pc:spChg chg="mod">
          <ac:chgData name="主査　福島 直人" userId="S::naoto_2_fukushima@ccken.onmicrosoft.com::8f548a50-3d4a-4660-b17c-82fdb2003fd5" providerId="AD" clId="Web-{874795AB-4E81-F842-FA1B-60F6926E24EB}" dt="2026-02-28T12:25:34.219" v="0" actId="1076"/>
          <ac:spMkLst>
            <pc:docMk/>
            <pc:sldMk cId="2863164929" sldId="773"/>
            <ac:spMk id="4" creationId="{7FF48C40-2ACA-16A9-FA39-AA402A56C1E1}"/>
          </ac:spMkLst>
        </pc:spChg>
      </pc:sldChg>
      <pc:sldChg chg="modSp">
        <pc:chgData name="主査　福島 直人" userId="S::naoto_2_fukushima@ccken.onmicrosoft.com::8f548a50-3d4a-4660-b17c-82fdb2003fd5" providerId="AD" clId="Web-{874795AB-4E81-F842-FA1B-60F6926E24EB}" dt="2026-02-28T13:00:08.800" v="208" actId="20577"/>
        <pc:sldMkLst>
          <pc:docMk/>
          <pc:sldMk cId="3496318797" sldId="954"/>
        </pc:sldMkLst>
        <pc:spChg chg="mod">
          <ac:chgData name="主査　福島 直人" userId="S::naoto_2_fukushima@ccken.onmicrosoft.com::8f548a50-3d4a-4660-b17c-82fdb2003fd5" providerId="AD" clId="Web-{874795AB-4E81-F842-FA1B-60F6926E24EB}" dt="2026-02-28T13:00:08.800" v="208" actId="20577"/>
          <ac:spMkLst>
            <pc:docMk/>
            <pc:sldMk cId="3496318797" sldId="954"/>
            <ac:spMk id="3" creationId="{3F628DDE-7962-A541-1411-A96462AA35EC}"/>
          </ac:spMkLst>
        </pc:spChg>
      </pc:sldChg>
      <pc:sldChg chg="modSp">
        <pc:chgData name="主査　福島 直人" userId="S::naoto_2_fukushima@ccken.onmicrosoft.com::8f548a50-3d4a-4660-b17c-82fdb2003fd5" providerId="AD" clId="Web-{874795AB-4E81-F842-FA1B-60F6926E24EB}" dt="2026-02-28T13:00:17.863" v="211" actId="20577"/>
        <pc:sldMkLst>
          <pc:docMk/>
          <pc:sldMk cId="20629679" sldId="955"/>
        </pc:sldMkLst>
        <pc:spChg chg="mod">
          <ac:chgData name="主査　福島 直人" userId="S::naoto_2_fukushima@ccken.onmicrosoft.com::8f548a50-3d4a-4660-b17c-82fdb2003fd5" providerId="AD" clId="Web-{874795AB-4E81-F842-FA1B-60F6926E24EB}" dt="2026-02-28T13:00:17.863" v="211" actId="20577"/>
          <ac:spMkLst>
            <pc:docMk/>
            <pc:sldMk cId="20629679" sldId="955"/>
            <ac:spMk id="3" creationId="{9DB45F81-630E-A446-692C-D391FBBD6474}"/>
          </ac:spMkLst>
        </pc:spChg>
      </pc:sldChg>
      <pc:sldChg chg="modSp">
        <pc:chgData name="主査　福島 直人" userId="S::naoto_2_fukushima@ccken.onmicrosoft.com::8f548a50-3d4a-4660-b17c-82fdb2003fd5" providerId="AD" clId="Web-{874795AB-4E81-F842-FA1B-60F6926E24EB}" dt="2026-02-28T13:00:59.116" v="218" actId="20577"/>
        <pc:sldMkLst>
          <pc:docMk/>
          <pc:sldMk cId="2802704857" sldId="956"/>
        </pc:sldMkLst>
        <pc:spChg chg="mod">
          <ac:chgData name="主査　福島 直人" userId="S::naoto_2_fukushima@ccken.onmicrosoft.com::8f548a50-3d4a-4660-b17c-82fdb2003fd5" providerId="AD" clId="Web-{874795AB-4E81-F842-FA1B-60F6926E24EB}" dt="2026-02-28T13:00:59.116" v="218" actId="20577"/>
          <ac:spMkLst>
            <pc:docMk/>
            <pc:sldMk cId="2802704857" sldId="956"/>
            <ac:spMk id="3" creationId="{CE101370-C044-B1EB-9670-8DC8A94D8D9B}"/>
          </ac:spMkLst>
        </pc:spChg>
      </pc:sldChg>
      <pc:sldChg chg="modSp">
        <pc:chgData name="主査　福島 直人" userId="S::naoto_2_fukushima@ccken.onmicrosoft.com::8f548a50-3d4a-4660-b17c-82fdb2003fd5" providerId="AD" clId="Web-{874795AB-4E81-F842-FA1B-60F6926E24EB}" dt="2026-02-28T13:01:13.774" v="221" actId="20577"/>
        <pc:sldMkLst>
          <pc:docMk/>
          <pc:sldMk cId="1984299581" sldId="957"/>
        </pc:sldMkLst>
        <pc:spChg chg="mod">
          <ac:chgData name="主査　福島 直人" userId="S::naoto_2_fukushima@ccken.onmicrosoft.com::8f548a50-3d4a-4660-b17c-82fdb2003fd5" providerId="AD" clId="Web-{874795AB-4E81-F842-FA1B-60F6926E24EB}" dt="2026-02-28T13:01:13.774" v="221" actId="20577"/>
          <ac:spMkLst>
            <pc:docMk/>
            <pc:sldMk cId="1984299581" sldId="957"/>
            <ac:spMk id="3" creationId="{EAC49576-0887-8C15-EC72-A77AC96F8910}"/>
          </ac:spMkLst>
        </pc:spChg>
        <pc:spChg chg="mod">
          <ac:chgData name="主査　福島 直人" userId="S::naoto_2_fukushima@ccken.onmicrosoft.com::8f548a50-3d4a-4660-b17c-82fdb2003fd5" providerId="AD" clId="Web-{874795AB-4E81-F842-FA1B-60F6926E24EB}" dt="2026-02-28T12:30:23.740" v="26" actId="20577"/>
          <ac:spMkLst>
            <pc:docMk/>
            <pc:sldMk cId="1984299581" sldId="957"/>
            <ac:spMk id="41" creationId="{7F7B155F-CE22-E1FB-6684-6CF37FC6C774}"/>
          </ac:spMkLst>
        </pc:spChg>
        <pc:spChg chg="mod">
          <ac:chgData name="主査　福島 直人" userId="S::naoto_2_fukushima@ccken.onmicrosoft.com::8f548a50-3d4a-4660-b17c-82fdb2003fd5" providerId="AD" clId="Web-{874795AB-4E81-F842-FA1B-60F6926E24EB}" dt="2026-02-28T12:30:44.663" v="32" actId="20577"/>
          <ac:spMkLst>
            <pc:docMk/>
            <pc:sldMk cId="1984299581" sldId="957"/>
            <ac:spMk id="44" creationId="{D7A6378E-0B17-1100-209D-B7528BFB2453}"/>
          </ac:spMkLst>
        </pc:spChg>
        <pc:spChg chg="mod">
          <ac:chgData name="主査　福島 直人" userId="S::naoto_2_fukushima@ccken.onmicrosoft.com::8f548a50-3d4a-4660-b17c-82fdb2003fd5" providerId="AD" clId="Web-{874795AB-4E81-F842-FA1B-60F6926E24EB}" dt="2026-02-28T12:29:28.656" v="10" actId="1076"/>
          <ac:spMkLst>
            <pc:docMk/>
            <pc:sldMk cId="1984299581" sldId="957"/>
            <ac:spMk id="46" creationId="{07FDB4FE-420E-A65B-0BB2-49348B581809}"/>
          </ac:spMkLst>
        </pc:spChg>
        <pc:grpChg chg="mod">
          <ac:chgData name="主査　福島 直人" userId="S::naoto_2_fukushima@ccken.onmicrosoft.com::8f548a50-3d4a-4660-b17c-82fdb2003fd5" providerId="AD" clId="Web-{874795AB-4E81-F842-FA1B-60F6926E24EB}" dt="2026-02-28T12:29:06.483" v="8" actId="1076"/>
          <ac:grpSpMkLst>
            <pc:docMk/>
            <pc:sldMk cId="1984299581" sldId="957"/>
            <ac:grpSpMk id="10" creationId="{5A02483C-0959-ACA4-5E9E-17C9A4AB63D7}"/>
          </ac:grpSpMkLst>
        </pc:grpChg>
      </pc:sldChg>
      <pc:sldChg chg="modSp">
        <pc:chgData name="主査　福島 直人" userId="S::naoto_2_fukushima@ccken.onmicrosoft.com::8f548a50-3d4a-4660-b17c-82fdb2003fd5" providerId="AD" clId="Web-{874795AB-4E81-F842-FA1B-60F6926E24EB}" dt="2026-02-28T13:01:19.446" v="223" actId="20577"/>
        <pc:sldMkLst>
          <pc:docMk/>
          <pc:sldMk cId="2575810299" sldId="958"/>
        </pc:sldMkLst>
        <pc:spChg chg="mod">
          <ac:chgData name="主査　福島 直人" userId="S::naoto_2_fukushima@ccken.onmicrosoft.com::8f548a50-3d4a-4660-b17c-82fdb2003fd5" providerId="AD" clId="Web-{874795AB-4E81-F842-FA1B-60F6926E24EB}" dt="2026-02-28T13:01:19.446" v="223" actId="20577"/>
          <ac:spMkLst>
            <pc:docMk/>
            <pc:sldMk cId="2575810299" sldId="958"/>
            <ac:spMk id="3" creationId="{309EA843-8EB0-DEFE-3D01-4D8DF23D26A2}"/>
          </ac:spMkLst>
        </pc:spChg>
        <pc:spChg chg="mod">
          <ac:chgData name="主査　福島 直人" userId="S::naoto_2_fukushima@ccken.onmicrosoft.com::8f548a50-3d4a-4660-b17c-82fdb2003fd5" providerId="AD" clId="Web-{874795AB-4E81-F842-FA1B-60F6926E24EB}" dt="2026-02-28T12:41:24.860" v="112" actId="20577"/>
          <ac:spMkLst>
            <pc:docMk/>
            <pc:sldMk cId="2575810299" sldId="958"/>
            <ac:spMk id="7" creationId="{77B1510E-D32B-59E6-7807-D1ADD4826386}"/>
          </ac:spMkLst>
        </pc:spChg>
      </pc:sldChg>
      <pc:sldChg chg="addSp delSp modSp">
        <pc:chgData name="主査　福島 直人" userId="S::naoto_2_fukushima@ccken.onmicrosoft.com::8f548a50-3d4a-4660-b17c-82fdb2003fd5" providerId="AD" clId="Web-{874795AB-4E81-F842-FA1B-60F6926E24EB}" dt="2026-02-28T13:01:33.416" v="225" actId="20577"/>
        <pc:sldMkLst>
          <pc:docMk/>
          <pc:sldMk cId="4077408376" sldId="962"/>
        </pc:sldMkLst>
        <pc:spChg chg="mod">
          <ac:chgData name="主査　福島 直人" userId="S::naoto_2_fukushima@ccken.onmicrosoft.com::8f548a50-3d4a-4660-b17c-82fdb2003fd5" providerId="AD" clId="Web-{874795AB-4E81-F842-FA1B-60F6926E24EB}" dt="2026-02-28T13:01:33.416" v="225" actId="20577"/>
          <ac:spMkLst>
            <pc:docMk/>
            <pc:sldMk cId="4077408376" sldId="962"/>
            <ac:spMk id="3" creationId="{D0997A54-7920-D924-C096-C062B9E14409}"/>
          </ac:spMkLst>
        </pc:spChg>
        <pc:spChg chg="mod">
          <ac:chgData name="主査　福島 直人" userId="S::naoto_2_fukushima@ccken.onmicrosoft.com::8f548a50-3d4a-4660-b17c-82fdb2003fd5" providerId="AD" clId="Web-{874795AB-4E81-F842-FA1B-60F6926E24EB}" dt="2026-02-28T12:42:28.064" v="121" actId="14100"/>
          <ac:spMkLst>
            <pc:docMk/>
            <pc:sldMk cId="4077408376" sldId="962"/>
            <ac:spMk id="6" creationId="{72934253-6514-F777-3BF3-81C99250DB74}"/>
          </ac:spMkLst>
        </pc:spChg>
        <pc:spChg chg="mod">
          <ac:chgData name="主査　福島 直人" userId="S::naoto_2_fukushima@ccken.onmicrosoft.com::8f548a50-3d4a-4660-b17c-82fdb2003fd5" providerId="AD" clId="Web-{874795AB-4E81-F842-FA1B-60F6926E24EB}" dt="2026-02-28T12:45:16.013" v="129" actId="20577"/>
          <ac:spMkLst>
            <pc:docMk/>
            <pc:sldMk cId="4077408376" sldId="962"/>
            <ac:spMk id="12" creationId="{3A927910-672B-0641-FED7-A8527BE41529}"/>
          </ac:spMkLst>
        </pc:spChg>
        <pc:spChg chg="add mod">
          <ac:chgData name="主査　福島 直人" userId="S::naoto_2_fukushima@ccken.onmicrosoft.com::8f548a50-3d4a-4660-b17c-82fdb2003fd5" providerId="AD" clId="Web-{874795AB-4E81-F842-FA1B-60F6926E24EB}" dt="2026-02-28T12:42:05.142" v="119" actId="20577"/>
          <ac:spMkLst>
            <pc:docMk/>
            <pc:sldMk cId="4077408376" sldId="962"/>
            <ac:spMk id="13" creationId="{8A034014-3723-7A0B-5B0E-1A0264BD24AF}"/>
          </ac:spMkLst>
        </pc:spChg>
        <pc:spChg chg="add mod">
          <ac:chgData name="主査　福島 直人" userId="S::naoto_2_fukushima@ccken.onmicrosoft.com::8f548a50-3d4a-4660-b17c-82fdb2003fd5" providerId="AD" clId="Web-{874795AB-4E81-F842-FA1B-60F6926E24EB}" dt="2026-02-28T12:41:58.516" v="116" actId="1076"/>
          <ac:spMkLst>
            <pc:docMk/>
            <pc:sldMk cId="4077408376" sldId="962"/>
            <ac:spMk id="15" creationId="{B478000A-6E70-050B-5B93-82FC537883A8}"/>
          </ac:spMkLst>
        </pc:spChg>
        <pc:spChg chg="add mod">
          <ac:chgData name="主査　福島 直人" userId="S::naoto_2_fukushima@ccken.onmicrosoft.com::8f548a50-3d4a-4660-b17c-82fdb2003fd5" providerId="AD" clId="Web-{874795AB-4E81-F842-FA1B-60F6926E24EB}" dt="2026-02-28T12:38:41.853" v="79" actId="1076"/>
          <ac:spMkLst>
            <pc:docMk/>
            <pc:sldMk cId="4077408376" sldId="962"/>
            <ac:spMk id="17" creationId="{6AAF473E-228E-6C7D-FC2B-FDAC17DC4FC2}"/>
          </ac:spMkLst>
        </pc:spChg>
        <pc:spChg chg="add mod">
          <ac:chgData name="主査　福島 直人" userId="S::naoto_2_fukushima@ccken.onmicrosoft.com::8f548a50-3d4a-4660-b17c-82fdb2003fd5" providerId="AD" clId="Web-{874795AB-4E81-F842-FA1B-60F6926E24EB}" dt="2026-02-28T12:40:32.968" v="105" actId="14100"/>
          <ac:spMkLst>
            <pc:docMk/>
            <pc:sldMk cId="4077408376" sldId="962"/>
            <ac:spMk id="18" creationId="{60EA2B2E-08B9-2E20-C0B0-5ECB524628CA}"/>
          </ac:spMkLst>
        </pc:spChg>
        <pc:spChg chg="mod">
          <ac:chgData name="主査　福島 直人" userId="S::naoto_2_fukushima@ccken.onmicrosoft.com::8f548a50-3d4a-4660-b17c-82fdb2003fd5" providerId="AD" clId="Web-{874795AB-4E81-F842-FA1B-60F6926E24EB}" dt="2026-02-28T12:44:22.775" v="125" actId="20577"/>
          <ac:spMkLst>
            <pc:docMk/>
            <pc:sldMk cId="4077408376" sldId="962"/>
            <ac:spMk id="22" creationId="{54EC706D-632B-1154-C001-0AD3FE3EA28D}"/>
          </ac:spMkLst>
        </pc:spChg>
        <pc:picChg chg="mod">
          <ac:chgData name="主査　福島 直人" userId="S::naoto_2_fukushima@ccken.onmicrosoft.com::8f548a50-3d4a-4660-b17c-82fdb2003fd5" providerId="AD" clId="Web-{874795AB-4E81-F842-FA1B-60F6926E24EB}" dt="2026-02-28T12:44:55.121" v="127"/>
          <ac:picMkLst>
            <pc:docMk/>
            <pc:sldMk cId="4077408376" sldId="962"/>
            <ac:picMk id="7" creationId="{E2C09D5F-AFAC-7BEA-8FF4-C81BA93A3FB8}"/>
          </ac:picMkLst>
        </pc:picChg>
      </pc:sldChg>
      <pc:sldChg chg="addSp modSp">
        <pc:chgData name="主査　福島 直人" userId="S::naoto_2_fukushima@ccken.onmicrosoft.com::8f548a50-3d4a-4660-b17c-82fdb2003fd5" providerId="AD" clId="Web-{874795AB-4E81-F842-FA1B-60F6926E24EB}" dt="2026-02-28T13:01:36.463" v="228" actId="20577"/>
        <pc:sldMkLst>
          <pc:docMk/>
          <pc:sldMk cId="3913572286" sldId="963"/>
        </pc:sldMkLst>
        <pc:spChg chg="mod">
          <ac:chgData name="主査　福島 直人" userId="S::naoto_2_fukushima@ccken.onmicrosoft.com::8f548a50-3d4a-4660-b17c-82fdb2003fd5" providerId="AD" clId="Web-{874795AB-4E81-F842-FA1B-60F6926E24EB}" dt="2026-02-28T13:01:36.463" v="228" actId="20577"/>
          <ac:spMkLst>
            <pc:docMk/>
            <pc:sldMk cId="3913572286" sldId="963"/>
            <ac:spMk id="3" creationId="{6100CDC3-BF96-AAF0-CBDC-FB39FBAA87BC}"/>
          </ac:spMkLst>
        </pc:spChg>
        <pc:spChg chg="mod">
          <ac:chgData name="主査　福島 直人" userId="S::naoto_2_fukushima@ccken.onmicrosoft.com::8f548a50-3d4a-4660-b17c-82fdb2003fd5" providerId="AD" clId="Web-{874795AB-4E81-F842-FA1B-60F6926E24EB}" dt="2026-02-28T12:50:22.418" v="180" actId="20577"/>
          <ac:spMkLst>
            <pc:docMk/>
            <pc:sldMk cId="3913572286" sldId="963"/>
            <ac:spMk id="4" creationId="{7620D1D4-3C19-7AFB-29D1-A5875FB24387}"/>
          </ac:spMkLst>
        </pc:spChg>
        <pc:spChg chg="mod">
          <ac:chgData name="主査　福島 直人" userId="S::naoto_2_fukushima@ccken.onmicrosoft.com::8f548a50-3d4a-4660-b17c-82fdb2003fd5" providerId="AD" clId="Web-{874795AB-4E81-F842-FA1B-60F6926E24EB}" dt="2026-02-28T12:50:02.777" v="174" actId="14100"/>
          <ac:spMkLst>
            <pc:docMk/>
            <pc:sldMk cId="3913572286" sldId="963"/>
            <ac:spMk id="5" creationId="{AC3DE9BA-634B-AF73-92AE-5059797484AD}"/>
          </ac:spMkLst>
        </pc:spChg>
        <pc:spChg chg="mod">
          <ac:chgData name="主査　福島 直人" userId="S::naoto_2_fukushima@ccken.onmicrosoft.com::8f548a50-3d4a-4660-b17c-82fdb2003fd5" providerId="AD" clId="Web-{874795AB-4E81-F842-FA1B-60F6926E24EB}" dt="2026-02-28T12:52:01.984" v="189" actId="1076"/>
          <ac:spMkLst>
            <pc:docMk/>
            <pc:sldMk cId="3913572286" sldId="963"/>
            <ac:spMk id="6" creationId="{EBBA6372-2C91-AF48-8951-CB78365F5572}"/>
          </ac:spMkLst>
        </pc:spChg>
        <pc:spChg chg="mod">
          <ac:chgData name="主査　福島 直人" userId="S::naoto_2_fukushima@ccken.onmicrosoft.com::8f548a50-3d4a-4660-b17c-82fdb2003fd5" providerId="AD" clId="Web-{874795AB-4E81-F842-FA1B-60F6926E24EB}" dt="2026-02-28T12:52:34.797" v="193" actId="20577"/>
          <ac:spMkLst>
            <pc:docMk/>
            <pc:sldMk cId="3913572286" sldId="963"/>
            <ac:spMk id="7" creationId="{E39F57E1-2631-9C69-0B6B-A19304FA8C47}"/>
          </ac:spMkLst>
        </pc:spChg>
        <pc:spChg chg="mod">
          <ac:chgData name="主査　福島 直人" userId="S::naoto_2_fukushima@ccken.onmicrosoft.com::8f548a50-3d4a-4660-b17c-82fdb2003fd5" providerId="AD" clId="Web-{874795AB-4E81-F842-FA1B-60F6926E24EB}" dt="2026-02-28T12:52:34.891" v="194" actId="20577"/>
          <ac:spMkLst>
            <pc:docMk/>
            <pc:sldMk cId="3913572286" sldId="963"/>
            <ac:spMk id="9" creationId="{BB51E254-81C4-42C6-E58A-5950996ABADA}"/>
          </ac:spMkLst>
        </pc:spChg>
        <pc:spChg chg="mod">
          <ac:chgData name="主査　福島 直人" userId="S::naoto_2_fukushima@ccken.onmicrosoft.com::8f548a50-3d4a-4660-b17c-82fdb2003fd5" providerId="AD" clId="Web-{874795AB-4E81-F842-FA1B-60F6926E24EB}" dt="2026-02-28T12:48:33.265" v="155" actId="20577"/>
          <ac:spMkLst>
            <pc:docMk/>
            <pc:sldMk cId="3913572286" sldId="963"/>
            <ac:spMk id="10" creationId="{DC55178E-5128-52D5-AB2D-4C5DCBB21AD3}"/>
          </ac:spMkLst>
        </pc:spChg>
        <pc:spChg chg="mod">
          <ac:chgData name="主査　福島 直人" userId="S::naoto_2_fukushima@ccken.onmicrosoft.com::8f548a50-3d4a-4660-b17c-82fdb2003fd5" providerId="AD" clId="Web-{874795AB-4E81-F842-FA1B-60F6926E24EB}" dt="2026-02-28T12:46:26.985" v="135"/>
          <ac:spMkLst>
            <pc:docMk/>
            <pc:sldMk cId="3913572286" sldId="963"/>
            <ac:spMk id="11" creationId="{75CF3661-0390-5272-526C-44710B2B8CBB}"/>
          </ac:spMkLst>
        </pc:spChg>
        <pc:spChg chg="mod">
          <ac:chgData name="主査　福島 直人" userId="S::naoto_2_fukushima@ccken.onmicrosoft.com::8f548a50-3d4a-4660-b17c-82fdb2003fd5" providerId="AD" clId="Web-{874795AB-4E81-F842-FA1B-60F6926E24EB}" dt="2026-02-28T12:49:10.494" v="165"/>
          <ac:spMkLst>
            <pc:docMk/>
            <pc:sldMk cId="3913572286" sldId="963"/>
            <ac:spMk id="13" creationId="{4FB50EA6-14BA-606C-BCB0-AE685910D887}"/>
          </ac:spMkLst>
        </pc:spChg>
        <pc:spChg chg="add mod">
          <ac:chgData name="主査　福島 直人" userId="S::naoto_2_fukushima@ccken.onmicrosoft.com::8f548a50-3d4a-4660-b17c-82fdb2003fd5" providerId="AD" clId="Web-{874795AB-4E81-F842-FA1B-60F6926E24EB}" dt="2026-02-28T12:50:10.683" v="175" actId="1076"/>
          <ac:spMkLst>
            <pc:docMk/>
            <pc:sldMk cId="3913572286" sldId="963"/>
            <ac:spMk id="17" creationId="{CA1DDC59-4354-CF7B-CC6F-2861E572D396}"/>
          </ac:spMkLst>
        </pc:spChg>
        <pc:spChg chg="add mod">
          <ac:chgData name="主査　福島 直人" userId="S::naoto_2_fukushima@ccken.onmicrosoft.com::8f548a50-3d4a-4660-b17c-82fdb2003fd5" providerId="AD" clId="Web-{874795AB-4E81-F842-FA1B-60F6926E24EB}" dt="2026-02-28T12:51:55.171" v="188" actId="14100"/>
          <ac:spMkLst>
            <pc:docMk/>
            <pc:sldMk cId="3913572286" sldId="963"/>
            <ac:spMk id="18" creationId="{07ADEA5F-A92E-B3E1-7046-E4B41F0CD726}"/>
          </ac:spMkLst>
        </pc:spChg>
        <pc:spChg chg="mod">
          <ac:chgData name="主査　福島 直人" userId="S::naoto_2_fukushima@ccken.onmicrosoft.com::8f548a50-3d4a-4660-b17c-82fdb2003fd5" providerId="AD" clId="Web-{874795AB-4E81-F842-FA1B-60F6926E24EB}" dt="2026-02-28T12:46:26.985" v="136"/>
          <ac:spMkLst>
            <pc:docMk/>
            <pc:sldMk cId="3913572286" sldId="963"/>
            <ac:spMk id="21" creationId="{29D9BAEB-FA1C-DE0F-8619-253AE5F5D04F}"/>
          </ac:spMkLst>
        </pc:spChg>
      </pc:sldChg>
      <pc:sldChg chg="modSp">
        <pc:chgData name="主査　福島 直人" userId="S::naoto_2_fukushima@ccken.onmicrosoft.com::8f548a50-3d4a-4660-b17c-82fdb2003fd5" providerId="AD" clId="Web-{874795AB-4E81-F842-FA1B-60F6926E24EB}" dt="2026-02-28T13:01:51.823" v="232" actId="20577"/>
        <pc:sldMkLst>
          <pc:docMk/>
          <pc:sldMk cId="3211560190" sldId="974"/>
        </pc:sldMkLst>
        <pc:spChg chg="mod">
          <ac:chgData name="主査　福島 直人" userId="S::naoto_2_fukushima@ccken.onmicrosoft.com::8f548a50-3d4a-4660-b17c-82fdb2003fd5" providerId="AD" clId="Web-{874795AB-4E81-F842-FA1B-60F6926E24EB}" dt="2026-02-28T13:01:51.823" v="232" actId="20577"/>
          <ac:spMkLst>
            <pc:docMk/>
            <pc:sldMk cId="3211560190" sldId="974"/>
            <ac:spMk id="3" creationId="{2849248E-4281-606E-DD9A-98BD0B1DD041}"/>
          </ac:spMkLst>
        </pc:spChg>
      </pc:sldChg>
      <pc:sldChg chg="modSp">
        <pc:chgData name="主査　福島 直人" userId="S::naoto_2_fukushima@ccken.onmicrosoft.com::8f548a50-3d4a-4660-b17c-82fdb2003fd5" providerId="AD" clId="Web-{874795AB-4E81-F842-FA1B-60F6926E24EB}" dt="2026-02-28T13:02:02.761" v="233" actId="20577"/>
        <pc:sldMkLst>
          <pc:docMk/>
          <pc:sldMk cId="995557494" sldId="986"/>
        </pc:sldMkLst>
        <pc:spChg chg="mod">
          <ac:chgData name="主査　福島 直人" userId="S::naoto_2_fukushima@ccken.onmicrosoft.com::8f548a50-3d4a-4660-b17c-82fdb2003fd5" providerId="AD" clId="Web-{874795AB-4E81-F842-FA1B-60F6926E24EB}" dt="2026-02-28T13:02:02.761" v="233" actId="20577"/>
          <ac:spMkLst>
            <pc:docMk/>
            <pc:sldMk cId="995557494" sldId="986"/>
            <ac:spMk id="3" creationId="{2F2C9117-6473-7FC4-264C-1477DEA57164}"/>
          </ac:spMkLst>
        </pc:spChg>
      </pc:sldChg>
      <pc:sldChg chg="modSp">
        <pc:chgData name="主査　福島 直人" userId="S::naoto_2_fukushima@ccken.onmicrosoft.com::8f548a50-3d4a-4660-b17c-82fdb2003fd5" providerId="AD" clId="Web-{874795AB-4E81-F842-FA1B-60F6926E24EB}" dt="2026-02-28T13:02:07.777" v="235" actId="20577"/>
        <pc:sldMkLst>
          <pc:docMk/>
          <pc:sldMk cId="3851575879" sldId="988"/>
        </pc:sldMkLst>
        <pc:spChg chg="mod">
          <ac:chgData name="主査　福島 直人" userId="S::naoto_2_fukushima@ccken.onmicrosoft.com::8f548a50-3d4a-4660-b17c-82fdb2003fd5" providerId="AD" clId="Web-{874795AB-4E81-F842-FA1B-60F6926E24EB}" dt="2026-02-28T13:02:07.777" v="235" actId="20577"/>
          <ac:spMkLst>
            <pc:docMk/>
            <pc:sldMk cId="3851575879" sldId="988"/>
            <ac:spMk id="3" creationId="{D9986CD0-D81F-B996-B67C-8D5BDD358913}"/>
          </ac:spMkLst>
        </pc:spChg>
      </pc:sldChg>
      <pc:sldChg chg="modSp">
        <pc:chgData name="主査　福島 直人" userId="S::naoto_2_fukushima@ccken.onmicrosoft.com::8f548a50-3d4a-4660-b17c-82fdb2003fd5" providerId="AD" clId="Web-{874795AB-4E81-F842-FA1B-60F6926E24EB}" dt="2026-02-28T12:58:50.204" v="201"/>
        <pc:sldMkLst>
          <pc:docMk/>
          <pc:sldMk cId="865026807" sldId="1010"/>
        </pc:sldMkLst>
        <pc:spChg chg="mod">
          <ac:chgData name="主査　福島 直人" userId="S::naoto_2_fukushima@ccken.onmicrosoft.com::8f548a50-3d4a-4660-b17c-82fdb2003fd5" providerId="AD" clId="Web-{874795AB-4E81-F842-FA1B-60F6926E24EB}" dt="2026-02-28T12:58:50.204" v="201"/>
          <ac:spMkLst>
            <pc:docMk/>
            <pc:sldMk cId="865026807" sldId="1010"/>
            <ac:spMk id="3" creationId="{63BB8BCB-F115-5A53-5C11-892947A2C762}"/>
          </ac:spMkLst>
        </pc:spChg>
      </pc:sldChg>
      <pc:sldChg chg="modSp">
        <pc:chgData name="主査　福島 直人" userId="S::naoto_2_fukushima@ccken.onmicrosoft.com::8f548a50-3d4a-4660-b17c-82fdb2003fd5" providerId="AD" clId="Web-{874795AB-4E81-F842-FA1B-60F6926E24EB}" dt="2026-02-28T12:59:18.923" v="202"/>
        <pc:sldMkLst>
          <pc:docMk/>
          <pc:sldMk cId="3418834785" sldId="1011"/>
        </pc:sldMkLst>
        <pc:spChg chg="mod">
          <ac:chgData name="主査　福島 直人" userId="S::naoto_2_fukushima@ccken.onmicrosoft.com::8f548a50-3d4a-4660-b17c-82fdb2003fd5" providerId="AD" clId="Web-{874795AB-4E81-F842-FA1B-60F6926E24EB}" dt="2026-02-28T12:59:18.923" v="202"/>
          <ac:spMkLst>
            <pc:docMk/>
            <pc:sldMk cId="3418834785" sldId="1011"/>
            <ac:spMk id="3" creationId="{ECB82C1F-3201-3E9B-6ED8-704FF4C9CECD}"/>
          </ac:spMkLst>
        </pc:spChg>
      </pc:sldChg>
    </pc:docChg>
  </pc:docChgLst>
  <pc:docChgLst>
    <pc:chgData name="辻 隆嗣" userId="e32f038e-2dda-4b43-8b3e-d4cd8de163ec" providerId="ADAL" clId="{5417F1BE-7E87-44B6-B01F-0BFCF8E39514}"/>
    <pc:docChg chg="undo redo custSel addSld delSld modSld sldOrd addSection delSection modSection">
      <pc:chgData name="辻 隆嗣" userId="e32f038e-2dda-4b43-8b3e-d4cd8de163ec" providerId="ADAL" clId="{5417F1BE-7E87-44B6-B01F-0BFCF8E39514}" dt="2026-03-03T02:48:09.336" v="21006"/>
      <pc:docMkLst>
        <pc:docMk/>
      </pc:docMkLst>
      <pc:sldChg chg="add del setBg">
        <pc:chgData name="辻 隆嗣" userId="e32f038e-2dda-4b43-8b3e-d4cd8de163ec" providerId="ADAL" clId="{5417F1BE-7E87-44B6-B01F-0BFCF8E39514}" dt="2026-02-17T07:29:37.861" v="17092"/>
        <pc:sldMkLst>
          <pc:docMk/>
          <pc:sldMk cId="3502843846" sldId="842"/>
        </pc:sldMkLst>
      </pc:sldChg>
      <pc:sldChg chg="modSp mod">
        <pc:chgData name="辻 隆嗣" userId="e32f038e-2dda-4b43-8b3e-d4cd8de163ec" providerId="ADAL" clId="{5417F1BE-7E87-44B6-B01F-0BFCF8E39514}" dt="2026-02-25T08:15:50.239" v="20207" actId="2164"/>
        <pc:sldMkLst>
          <pc:docMk/>
          <pc:sldMk cId="1666554009" sldId="885"/>
        </pc:sldMkLst>
        <pc:graphicFrameChg chg="modGraphic">
          <ac:chgData name="辻 隆嗣" userId="e32f038e-2dda-4b43-8b3e-d4cd8de163ec" providerId="ADAL" clId="{5417F1BE-7E87-44B6-B01F-0BFCF8E39514}" dt="2026-02-25T08:15:50.239" v="20207" actId="2164"/>
          <ac:graphicFrameMkLst>
            <pc:docMk/>
            <pc:sldMk cId="1666554009" sldId="885"/>
            <ac:graphicFrameMk id="6" creationId="{A8D57CB2-3FB8-350B-2A76-AB28ACF735FB}"/>
          </ac:graphicFrameMkLst>
        </pc:graphicFrameChg>
      </pc:sldChg>
      <pc:sldChg chg="add">
        <pc:chgData name="辻 隆嗣" userId="e32f038e-2dda-4b43-8b3e-d4cd8de163ec" providerId="ADAL" clId="{5417F1BE-7E87-44B6-B01F-0BFCF8E39514}" dt="2026-02-17T07:29:37.861" v="17092"/>
        <pc:sldMkLst>
          <pc:docMk/>
          <pc:sldMk cId="3568789062" sldId="931"/>
        </pc:sldMkLst>
      </pc:sldChg>
      <pc:sldChg chg="addSp modSp add mod">
        <pc:chgData name="辻 隆嗣" userId="e32f038e-2dda-4b43-8b3e-d4cd8de163ec" providerId="ADAL" clId="{5417F1BE-7E87-44B6-B01F-0BFCF8E39514}" dt="2026-02-25T08:02:45.296" v="19601" actId="1076"/>
        <pc:sldMkLst>
          <pc:docMk/>
          <pc:sldMk cId="3572525031" sldId="932"/>
        </pc:sldMkLst>
        <pc:spChg chg="add mod">
          <ac:chgData name="辻 隆嗣" userId="e32f038e-2dda-4b43-8b3e-d4cd8de163ec" providerId="ADAL" clId="{5417F1BE-7E87-44B6-B01F-0BFCF8E39514}" dt="2026-02-25T08:02:45.296" v="19601" actId="1076"/>
          <ac:spMkLst>
            <pc:docMk/>
            <pc:sldMk cId="3572525031" sldId="932"/>
            <ac:spMk id="6" creationId="{1530DC76-D1E7-CBB8-4550-7FF556996958}"/>
          </ac:spMkLst>
        </pc:spChg>
        <pc:spChg chg="mod">
          <ac:chgData name="辻 隆嗣" userId="e32f038e-2dda-4b43-8b3e-d4cd8de163ec" providerId="ADAL" clId="{5417F1BE-7E87-44B6-B01F-0BFCF8E39514}" dt="2026-02-25T08:01:19.165" v="19508" actId="1036"/>
          <ac:spMkLst>
            <pc:docMk/>
            <pc:sldMk cId="3572525031" sldId="932"/>
            <ac:spMk id="10" creationId="{3B24A4C7-944D-5157-8939-3E562CC181BF}"/>
          </ac:spMkLst>
        </pc:spChg>
        <pc:spChg chg="mod">
          <ac:chgData name="辻 隆嗣" userId="e32f038e-2dda-4b43-8b3e-d4cd8de163ec" providerId="ADAL" clId="{5417F1BE-7E87-44B6-B01F-0BFCF8E39514}" dt="2026-02-25T08:01:19.165" v="19508" actId="1036"/>
          <ac:spMkLst>
            <pc:docMk/>
            <pc:sldMk cId="3572525031" sldId="932"/>
            <ac:spMk id="13" creationId="{62FC313C-2FA0-CD60-9F48-DA090C4471B1}"/>
          </ac:spMkLst>
        </pc:spChg>
        <pc:picChg chg="mod">
          <ac:chgData name="辻 隆嗣" userId="e32f038e-2dda-4b43-8b3e-d4cd8de163ec" providerId="ADAL" clId="{5417F1BE-7E87-44B6-B01F-0BFCF8E39514}" dt="2026-02-25T08:01:23.559" v="19510" actId="1036"/>
          <ac:picMkLst>
            <pc:docMk/>
            <pc:sldMk cId="3572525031" sldId="932"/>
            <ac:picMk id="9" creationId="{18CC1C23-5460-6CDC-13B6-2416D29E53CF}"/>
          </ac:picMkLst>
        </pc:picChg>
        <pc:picChg chg="mod">
          <ac:chgData name="辻 隆嗣" userId="e32f038e-2dda-4b43-8b3e-d4cd8de163ec" providerId="ADAL" clId="{5417F1BE-7E87-44B6-B01F-0BFCF8E39514}" dt="2026-02-25T08:01:23.559" v="19510" actId="1036"/>
          <ac:picMkLst>
            <pc:docMk/>
            <pc:sldMk cId="3572525031" sldId="932"/>
            <ac:picMk id="12" creationId="{04B4C6B1-3F32-E324-2087-39E8A844DC3B}"/>
          </ac:picMkLst>
        </pc:picChg>
      </pc:sldChg>
      <pc:sldChg chg="add">
        <pc:chgData name="辻 隆嗣" userId="e32f038e-2dda-4b43-8b3e-d4cd8de163ec" providerId="ADAL" clId="{5417F1BE-7E87-44B6-B01F-0BFCF8E39514}" dt="2026-02-17T07:29:37.861" v="17092"/>
        <pc:sldMkLst>
          <pc:docMk/>
          <pc:sldMk cId="2120834333" sldId="933"/>
        </pc:sldMkLst>
      </pc:sldChg>
      <pc:sldChg chg="add">
        <pc:chgData name="辻 隆嗣" userId="e32f038e-2dda-4b43-8b3e-d4cd8de163ec" providerId="ADAL" clId="{5417F1BE-7E87-44B6-B01F-0BFCF8E39514}" dt="2026-02-17T07:29:37.861" v="17092"/>
        <pc:sldMkLst>
          <pc:docMk/>
          <pc:sldMk cId="243085760" sldId="934"/>
        </pc:sldMkLst>
      </pc:sldChg>
      <pc:sldChg chg="addSp delSp modSp add mod">
        <pc:chgData name="辻 隆嗣" userId="e32f038e-2dda-4b43-8b3e-d4cd8de163ec" providerId="ADAL" clId="{5417F1BE-7E87-44B6-B01F-0BFCF8E39514}" dt="2026-03-03T02:39:20.349" v="20991" actId="1076"/>
        <pc:sldMkLst>
          <pc:docMk/>
          <pc:sldMk cId="702632411" sldId="935"/>
        </pc:sldMkLst>
        <pc:spChg chg="add mod">
          <ac:chgData name="辻 隆嗣" userId="e32f038e-2dda-4b43-8b3e-d4cd8de163ec" providerId="ADAL" clId="{5417F1BE-7E87-44B6-B01F-0BFCF8E39514}" dt="2026-02-25T07:56:25.935" v="19464" actId="1076"/>
          <ac:spMkLst>
            <pc:docMk/>
            <pc:sldMk cId="702632411" sldId="935"/>
            <ac:spMk id="2" creationId="{28F49898-AE35-6470-355C-DB77E5CF55E5}"/>
          </ac:spMkLst>
        </pc:spChg>
        <pc:spChg chg="mod">
          <ac:chgData name="辻 隆嗣" userId="e32f038e-2dda-4b43-8b3e-d4cd8de163ec" providerId="ADAL" clId="{5417F1BE-7E87-44B6-B01F-0BFCF8E39514}" dt="2026-03-03T02:20:02.351" v="20783" actId="6549"/>
          <ac:spMkLst>
            <pc:docMk/>
            <pc:sldMk cId="702632411" sldId="935"/>
            <ac:spMk id="43" creationId="{EE859E74-165B-E26A-82CA-A5A31407015D}"/>
          </ac:spMkLst>
        </pc:spChg>
        <pc:spChg chg="mod">
          <ac:chgData name="辻 隆嗣" userId="e32f038e-2dda-4b43-8b3e-d4cd8de163ec" providerId="ADAL" clId="{5417F1BE-7E87-44B6-B01F-0BFCF8E39514}" dt="2026-03-03T02:39:15.421" v="20990"/>
          <ac:spMkLst>
            <pc:docMk/>
            <pc:sldMk cId="702632411" sldId="935"/>
            <ac:spMk id="77" creationId="{E39CD6D5-7267-117C-71B0-F4F93CFDC255}"/>
          </ac:spMkLst>
        </pc:spChg>
        <pc:spChg chg="mod">
          <ac:chgData name="辻 隆嗣" userId="e32f038e-2dda-4b43-8b3e-d4cd8de163ec" providerId="ADAL" clId="{5417F1BE-7E87-44B6-B01F-0BFCF8E39514}" dt="2026-03-03T02:39:15.421" v="20990"/>
          <ac:spMkLst>
            <pc:docMk/>
            <pc:sldMk cId="702632411" sldId="935"/>
            <ac:spMk id="78" creationId="{95C18FF8-7D69-EFA1-24BC-0F5FA5957FC2}"/>
          </ac:spMkLst>
        </pc:spChg>
        <pc:spChg chg="mod">
          <ac:chgData name="辻 隆嗣" userId="e32f038e-2dda-4b43-8b3e-d4cd8de163ec" providerId="ADAL" clId="{5417F1BE-7E87-44B6-B01F-0BFCF8E39514}" dt="2026-03-03T02:39:15.421" v="20990"/>
          <ac:spMkLst>
            <pc:docMk/>
            <pc:sldMk cId="702632411" sldId="935"/>
            <ac:spMk id="79" creationId="{17589F60-D409-E686-9AA1-7084435B296A}"/>
          </ac:spMkLst>
        </pc:spChg>
        <pc:spChg chg="mod">
          <ac:chgData name="辻 隆嗣" userId="e32f038e-2dda-4b43-8b3e-d4cd8de163ec" providerId="ADAL" clId="{5417F1BE-7E87-44B6-B01F-0BFCF8E39514}" dt="2026-03-03T02:39:15.421" v="20990"/>
          <ac:spMkLst>
            <pc:docMk/>
            <pc:sldMk cId="702632411" sldId="935"/>
            <ac:spMk id="80" creationId="{FF5705F8-8B1E-3F97-C423-3F85341C72B7}"/>
          </ac:spMkLst>
        </pc:spChg>
        <pc:spChg chg="mod">
          <ac:chgData name="辻 隆嗣" userId="e32f038e-2dda-4b43-8b3e-d4cd8de163ec" providerId="ADAL" clId="{5417F1BE-7E87-44B6-B01F-0BFCF8E39514}" dt="2026-03-03T02:39:15.421" v="20990"/>
          <ac:spMkLst>
            <pc:docMk/>
            <pc:sldMk cId="702632411" sldId="935"/>
            <ac:spMk id="81" creationId="{FD626B12-A5E0-D59C-D638-25A6A11D9DBB}"/>
          </ac:spMkLst>
        </pc:spChg>
        <pc:spChg chg="mod">
          <ac:chgData name="辻 隆嗣" userId="e32f038e-2dda-4b43-8b3e-d4cd8de163ec" providerId="ADAL" clId="{5417F1BE-7E87-44B6-B01F-0BFCF8E39514}" dt="2026-03-03T02:39:15.421" v="20990"/>
          <ac:spMkLst>
            <pc:docMk/>
            <pc:sldMk cId="702632411" sldId="935"/>
            <ac:spMk id="82" creationId="{FB8FF1EF-B8E4-336B-65BC-438E25972F90}"/>
          </ac:spMkLst>
        </pc:spChg>
        <pc:grpChg chg="add mod">
          <ac:chgData name="辻 隆嗣" userId="e32f038e-2dda-4b43-8b3e-d4cd8de163ec" providerId="ADAL" clId="{5417F1BE-7E87-44B6-B01F-0BFCF8E39514}" dt="2026-03-03T02:39:20.349" v="20991" actId="1076"/>
          <ac:grpSpMkLst>
            <pc:docMk/>
            <pc:sldMk cId="702632411" sldId="935"/>
            <ac:grpSpMk id="4" creationId="{BCA4B087-4589-DEE8-065F-10F7E96AAE5D}"/>
          </ac:grpSpMkLst>
        </pc:grpChg>
        <pc:grpChg chg="mod">
          <ac:chgData name="辻 隆嗣" userId="e32f038e-2dda-4b43-8b3e-d4cd8de163ec" providerId="ADAL" clId="{5417F1BE-7E87-44B6-B01F-0BFCF8E39514}" dt="2026-03-03T02:39:15.421" v="20990"/>
          <ac:grpSpMkLst>
            <pc:docMk/>
            <pc:sldMk cId="702632411" sldId="935"/>
            <ac:grpSpMk id="6" creationId="{A00E73DB-DD4E-5DD4-C4DA-2984D7381308}"/>
          </ac:grpSpMkLst>
        </pc:grpChg>
        <pc:picChg chg="del">
          <ac:chgData name="辻 隆嗣" userId="e32f038e-2dda-4b43-8b3e-d4cd8de163ec" providerId="ADAL" clId="{5417F1BE-7E87-44B6-B01F-0BFCF8E39514}" dt="2026-03-03T02:39:14.143" v="20989" actId="478"/>
          <ac:picMkLst>
            <pc:docMk/>
            <pc:sldMk cId="702632411" sldId="935"/>
            <ac:picMk id="5" creationId="{6E7F01BD-FEE0-0C16-4309-AB9E2A73FF74}"/>
          </ac:picMkLst>
        </pc:picChg>
      </pc:sldChg>
      <pc:sldChg chg="add">
        <pc:chgData name="辻 隆嗣" userId="e32f038e-2dda-4b43-8b3e-d4cd8de163ec" providerId="ADAL" clId="{5417F1BE-7E87-44B6-B01F-0BFCF8E39514}" dt="2026-02-17T07:29:37.861" v="17092"/>
        <pc:sldMkLst>
          <pc:docMk/>
          <pc:sldMk cId="2498391000" sldId="936"/>
        </pc:sldMkLst>
      </pc:sldChg>
      <pc:sldChg chg="add">
        <pc:chgData name="辻 隆嗣" userId="e32f038e-2dda-4b43-8b3e-d4cd8de163ec" providerId="ADAL" clId="{5417F1BE-7E87-44B6-B01F-0BFCF8E39514}" dt="2026-02-17T07:29:37.861" v="17092"/>
        <pc:sldMkLst>
          <pc:docMk/>
          <pc:sldMk cId="2524250933" sldId="937"/>
        </pc:sldMkLst>
      </pc:sldChg>
      <pc:sldChg chg="add">
        <pc:chgData name="辻 隆嗣" userId="e32f038e-2dda-4b43-8b3e-d4cd8de163ec" providerId="ADAL" clId="{5417F1BE-7E87-44B6-B01F-0BFCF8E39514}" dt="2026-02-17T07:29:37.861" v="17092"/>
        <pc:sldMkLst>
          <pc:docMk/>
          <pc:sldMk cId="1100848237" sldId="938"/>
        </pc:sldMkLst>
      </pc:sldChg>
      <pc:sldChg chg="add">
        <pc:chgData name="辻 隆嗣" userId="e32f038e-2dda-4b43-8b3e-d4cd8de163ec" providerId="ADAL" clId="{5417F1BE-7E87-44B6-B01F-0BFCF8E39514}" dt="2026-02-17T07:29:37.861" v="17092"/>
        <pc:sldMkLst>
          <pc:docMk/>
          <pc:sldMk cId="1783178967" sldId="939"/>
        </pc:sldMkLst>
      </pc:sldChg>
      <pc:sldChg chg="add">
        <pc:chgData name="辻 隆嗣" userId="e32f038e-2dda-4b43-8b3e-d4cd8de163ec" providerId="ADAL" clId="{5417F1BE-7E87-44B6-B01F-0BFCF8E39514}" dt="2026-02-17T07:29:37.861" v="17092"/>
        <pc:sldMkLst>
          <pc:docMk/>
          <pc:sldMk cId="3933149002" sldId="940"/>
        </pc:sldMkLst>
      </pc:sldChg>
      <pc:sldChg chg="add">
        <pc:chgData name="辻 隆嗣" userId="e32f038e-2dda-4b43-8b3e-d4cd8de163ec" providerId="ADAL" clId="{5417F1BE-7E87-44B6-B01F-0BFCF8E39514}" dt="2026-02-17T07:29:37.861" v="17092"/>
        <pc:sldMkLst>
          <pc:docMk/>
          <pc:sldMk cId="4027344980" sldId="941"/>
        </pc:sldMkLst>
      </pc:sldChg>
      <pc:sldChg chg="add">
        <pc:chgData name="辻 隆嗣" userId="e32f038e-2dda-4b43-8b3e-d4cd8de163ec" providerId="ADAL" clId="{5417F1BE-7E87-44B6-B01F-0BFCF8E39514}" dt="2026-02-17T07:29:37.861" v="17092"/>
        <pc:sldMkLst>
          <pc:docMk/>
          <pc:sldMk cId="4071650382" sldId="942"/>
        </pc:sldMkLst>
      </pc:sldChg>
      <pc:sldChg chg="addSp delSp modSp add mod">
        <pc:chgData name="辻 隆嗣" userId="e32f038e-2dda-4b43-8b3e-d4cd8de163ec" providerId="ADAL" clId="{5417F1BE-7E87-44B6-B01F-0BFCF8E39514}" dt="2026-03-03T02:39:32.111" v="20994" actId="1076"/>
        <pc:sldMkLst>
          <pc:docMk/>
          <pc:sldMk cId="3237694204" sldId="943"/>
        </pc:sldMkLst>
        <pc:spChg chg="mod">
          <ac:chgData name="辻 隆嗣" userId="e32f038e-2dda-4b43-8b3e-d4cd8de163ec" providerId="ADAL" clId="{5417F1BE-7E87-44B6-B01F-0BFCF8E39514}" dt="2026-03-03T02:22:07.336" v="20830" actId="20577"/>
          <ac:spMkLst>
            <pc:docMk/>
            <pc:sldMk cId="3237694204" sldId="943"/>
            <ac:spMk id="8" creationId="{B0AEBF43-1B18-9E1C-F76E-42439FEA8A74}"/>
          </ac:spMkLst>
        </pc:spChg>
        <pc:spChg chg="mod">
          <ac:chgData name="辻 隆嗣" userId="e32f038e-2dda-4b43-8b3e-d4cd8de163ec" providerId="ADAL" clId="{5417F1BE-7E87-44B6-B01F-0BFCF8E39514}" dt="2026-03-03T02:22:09.424" v="20831" actId="20577"/>
          <ac:spMkLst>
            <pc:docMk/>
            <pc:sldMk cId="3237694204" sldId="943"/>
            <ac:spMk id="106" creationId="{26FB806A-7B4E-0DED-196D-40D6FCF0C298}"/>
          </ac:spMkLst>
        </pc:spChg>
        <pc:spChg chg="mod">
          <ac:chgData name="辻 隆嗣" userId="e32f038e-2dda-4b43-8b3e-d4cd8de163ec" providerId="ADAL" clId="{5417F1BE-7E87-44B6-B01F-0BFCF8E39514}" dt="2026-03-03T02:22:12.294" v="20832" actId="20577"/>
          <ac:spMkLst>
            <pc:docMk/>
            <pc:sldMk cId="3237694204" sldId="943"/>
            <ac:spMk id="107" creationId="{56487370-4EA1-BECC-8204-DAA8FFD7723B}"/>
          </ac:spMkLst>
        </pc:spChg>
        <pc:spChg chg="mod">
          <ac:chgData name="辻 隆嗣" userId="e32f038e-2dda-4b43-8b3e-d4cd8de163ec" providerId="ADAL" clId="{5417F1BE-7E87-44B6-B01F-0BFCF8E39514}" dt="2026-03-03T02:22:14.864" v="20833" actId="20577"/>
          <ac:spMkLst>
            <pc:docMk/>
            <pc:sldMk cId="3237694204" sldId="943"/>
            <ac:spMk id="108" creationId="{9518F223-85C0-89DB-CDE1-1AB353E32820}"/>
          </ac:spMkLst>
        </pc:spChg>
        <pc:spChg chg="mod">
          <ac:chgData name="辻 隆嗣" userId="e32f038e-2dda-4b43-8b3e-d4cd8de163ec" providerId="ADAL" clId="{5417F1BE-7E87-44B6-B01F-0BFCF8E39514}" dt="2026-03-03T02:22:01.158" v="20829" actId="1076"/>
          <ac:spMkLst>
            <pc:docMk/>
            <pc:sldMk cId="3237694204" sldId="943"/>
            <ac:spMk id="109" creationId="{36693980-D440-1B54-8840-EA71F5EA792C}"/>
          </ac:spMkLst>
        </pc:spChg>
        <pc:spChg chg="mod">
          <ac:chgData name="辻 隆嗣" userId="e32f038e-2dda-4b43-8b3e-d4cd8de163ec" providerId="ADAL" clId="{5417F1BE-7E87-44B6-B01F-0BFCF8E39514}" dt="2026-03-03T02:21:02.707" v="20785"/>
          <ac:spMkLst>
            <pc:docMk/>
            <pc:sldMk cId="3237694204" sldId="943"/>
            <ac:spMk id="111" creationId="{A743E591-5F47-C665-ABB1-5D359DECD9A7}"/>
          </ac:spMkLst>
        </pc:spChg>
        <pc:spChg chg="mod">
          <ac:chgData name="辻 隆嗣" userId="e32f038e-2dda-4b43-8b3e-d4cd8de163ec" providerId="ADAL" clId="{5417F1BE-7E87-44B6-B01F-0BFCF8E39514}" dt="2026-02-25T07:56:10.720" v="19462" actId="1036"/>
          <ac:spMkLst>
            <pc:docMk/>
            <pc:sldMk cId="3237694204" sldId="943"/>
            <ac:spMk id="112" creationId="{6F904C6A-F5C0-C232-BB60-54896B4E63A1}"/>
          </ac:spMkLst>
        </pc:spChg>
        <pc:spChg chg="mod">
          <ac:chgData name="辻 隆嗣" userId="e32f038e-2dda-4b43-8b3e-d4cd8de163ec" providerId="ADAL" clId="{5417F1BE-7E87-44B6-B01F-0BFCF8E39514}" dt="2026-03-03T02:21:02.707" v="20785"/>
          <ac:spMkLst>
            <pc:docMk/>
            <pc:sldMk cId="3237694204" sldId="943"/>
            <ac:spMk id="116" creationId="{CCF76126-E3AB-532C-81DF-B8B10A5D46F8}"/>
          </ac:spMkLst>
        </pc:spChg>
        <pc:spChg chg="mod">
          <ac:chgData name="辻 隆嗣" userId="e32f038e-2dda-4b43-8b3e-d4cd8de163ec" providerId="ADAL" clId="{5417F1BE-7E87-44B6-B01F-0BFCF8E39514}" dt="2026-03-03T02:21:02.707" v="20785"/>
          <ac:spMkLst>
            <pc:docMk/>
            <pc:sldMk cId="3237694204" sldId="943"/>
            <ac:spMk id="122" creationId="{9E533D38-26BF-FAB3-5632-54F5E1AC75CA}"/>
          </ac:spMkLst>
        </pc:spChg>
        <pc:spChg chg="mod">
          <ac:chgData name="辻 隆嗣" userId="e32f038e-2dda-4b43-8b3e-d4cd8de163ec" providerId="ADAL" clId="{5417F1BE-7E87-44B6-B01F-0BFCF8E39514}" dt="2026-03-03T02:21:02.707" v="20785"/>
          <ac:spMkLst>
            <pc:docMk/>
            <pc:sldMk cId="3237694204" sldId="943"/>
            <ac:spMk id="123" creationId="{47381237-5D7C-6AE1-E1C4-6DB87C524839}"/>
          </ac:spMkLst>
        </pc:spChg>
        <pc:spChg chg="mod">
          <ac:chgData name="辻 隆嗣" userId="e32f038e-2dda-4b43-8b3e-d4cd8de163ec" providerId="ADAL" clId="{5417F1BE-7E87-44B6-B01F-0BFCF8E39514}" dt="2026-03-03T02:21:02.707" v="20785"/>
          <ac:spMkLst>
            <pc:docMk/>
            <pc:sldMk cId="3237694204" sldId="943"/>
            <ac:spMk id="125" creationId="{2DA10335-8FA7-AB81-AB19-E8FB573E458E}"/>
          </ac:spMkLst>
        </pc:spChg>
        <pc:spChg chg="mod">
          <ac:chgData name="辻 隆嗣" userId="e32f038e-2dda-4b43-8b3e-d4cd8de163ec" providerId="ADAL" clId="{5417F1BE-7E87-44B6-B01F-0BFCF8E39514}" dt="2026-03-03T02:21:02.707" v="20785"/>
          <ac:spMkLst>
            <pc:docMk/>
            <pc:sldMk cId="3237694204" sldId="943"/>
            <ac:spMk id="127" creationId="{C5A522A4-4370-9DF0-C51A-3ABDCDE57DE1}"/>
          </ac:spMkLst>
        </pc:spChg>
        <pc:spChg chg="mod">
          <ac:chgData name="辻 隆嗣" userId="e32f038e-2dda-4b43-8b3e-d4cd8de163ec" providerId="ADAL" clId="{5417F1BE-7E87-44B6-B01F-0BFCF8E39514}" dt="2026-03-03T02:21:02.707" v="20785"/>
          <ac:spMkLst>
            <pc:docMk/>
            <pc:sldMk cId="3237694204" sldId="943"/>
            <ac:spMk id="129" creationId="{89439A91-46C5-2504-5D76-828FF73F1419}"/>
          </ac:spMkLst>
        </pc:spChg>
        <pc:spChg chg="mod">
          <ac:chgData name="辻 隆嗣" userId="e32f038e-2dda-4b43-8b3e-d4cd8de163ec" providerId="ADAL" clId="{5417F1BE-7E87-44B6-B01F-0BFCF8E39514}" dt="2026-03-03T02:21:02.707" v="20785"/>
          <ac:spMkLst>
            <pc:docMk/>
            <pc:sldMk cId="3237694204" sldId="943"/>
            <ac:spMk id="131" creationId="{94611FA3-944A-EBCE-DE2D-238CC6C59B3C}"/>
          </ac:spMkLst>
        </pc:spChg>
        <pc:spChg chg="mod">
          <ac:chgData name="辻 隆嗣" userId="e32f038e-2dda-4b43-8b3e-d4cd8de163ec" providerId="ADAL" clId="{5417F1BE-7E87-44B6-B01F-0BFCF8E39514}" dt="2026-03-03T02:21:02.707" v="20785"/>
          <ac:spMkLst>
            <pc:docMk/>
            <pc:sldMk cId="3237694204" sldId="943"/>
            <ac:spMk id="132" creationId="{E362DC98-7E93-4A53-968F-4ECC47BEA852}"/>
          </ac:spMkLst>
        </pc:spChg>
        <pc:spChg chg="mod">
          <ac:chgData name="辻 隆嗣" userId="e32f038e-2dda-4b43-8b3e-d4cd8de163ec" providerId="ADAL" clId="{5417F1BE-7E87-44B6-B01F-0BFCF8E39514}" dt="2026-03-03T02:39:27.735" v="20993"/>
          <ac:spMkLst>
            <pc:docMk/>
            <pc:sldMk cId="3237694204" sldId="943"/>
            <ac:spMk id="143" creationId="{42005ABF-A94D-BCEC-86A7-D26EBD48A9FE}"/>
          </ac:spMkLst>
        </pc:spChg>
        <pc:spChg chg="mod">
          <ac:chgData name="辻 隆嗣" userId="e32f038e-2dda-4b43-8b3e-d4cd8de163ec" providerId="ADAL" clId="{5417F1BE-7E87-44B6-B01F-0BFCF8E39514}" dt="2026-03-03T02:39:27.735" v="20993"/>
          <ac:spMkLst>
            <pc:docMk/>
            <pc:sldMk cId="3237694204" sldId="943"/>
            <ac:spMk id="144" creationId="{031EB1C3-9E08-A53D-1A47-2D95877D65D7}"/>
          </ac:spMkLst>
        </pc:spChg>
        <pc:spChg chg="mod">
          <ac:chgData name="辻 隆嗣" userId="e32f038e-2dda-4b43-8b3e-d4cd8de163ec" providerId="ADAL" clId="{5417F1BE-7E87-44B6-B01F-0BFCF8E39514}" dt="2026-03-03T02:39:27.735" v="20993"/>
          <ac:spMkLst>
            <pc:docMk/>
            <pc:sldMk cId="3237694204" sldId="943"/>
            <ac:spMk id="145" creationId="{518B549C-8605-B8F6-DC1A-5A139BF2D4B9}"/>
          </ac:spMkLst>
        </pc:spChg>
        <pc:spChg chg="mod">
          <ac:chgData name="辻 隆嗣" userId="e32f038e-2dda-4b43-8b3e-d4cd8de163ec" providerId="ADAL" clId="{5417F1BE-7E87-44B6-B01F-0BFCF8E39514}" dt="2026-03-03T02:39:27.735" v="20993"/>
          <ac:spMkLst>
            <pc:docMk/>
            <pc:sldMk cId="3237694204" sldId="943"/>
            <ac:spMk id="146" creationId="{BA90ADCF-BF7B-5197-D0F6-EB35640CE9CA}"/>
          </ac:spMkLst>
        </pc:spChg>
        <pc:spChg chg="mod">
          <ac:chgData name="辻 隆嗣" userId="e32f038e-2dda-4b43-8b3e-d4cd8de163ec" providerId="ADAL" clId="{5417F1BE-7E87-44B6-B01F-0BFCF8E39514}" dt="2026-03-03T02:39:27.735" v="20993"/>
          <ac:spMkLst>
            <pc:docMk/>
            <pc:sldMk cId="3237694204" sldId="943"/>
            <ac:spMk id="147" creationId="{2E92DEA8-75A2-EA8F-7DA8-17178E244C5D}"/>
          </ac:spMkLst>
        </pc:spChg>
        <pc:spChg chg="mod">
          <ac:chgData name="辻 隆嗣" userId="e32f038e-2dda-4b43-8b3e-d4cd8de163ec" providerId="ADAL" clId="{5417F1BE-7E87-44B6-B01F-0BFCF8E39514}" dt="2026-03-03T02:39:27.735" v="20993"/>
          <ac:spMkLst>
            <pc:docMk/>
            <pc:sldMk cId="3237694204" sldId="943"/>
            <ac:spMk id="148" creationId="{64E25404-68D3-8CD3-6471-C66BE0DE1110}"/>
          </ac:spMkLst>
        </pc:spChg>
        <pc:grpChg chg="del">
          <ac:chgData name="辻 隆嗣" userId="e32f038e-2dda-4b43-8b3e-d4cd8de163ec" providerId="ADAL" clId="{5417F1BE-7E87-44B6-B01F-0BFCF8E39514}" dt="2026-03-03T02:20:38.777" v="20784" actId="478"/>
          <ac:grpSpMkLst>
            <pc:docMk/>
            <pc:sldMk cId="3237694204" sldId="943"/>
            <ac:grpSpMk id="4" creationId="{38C949C5-3839-1EB3-B942-5731C75394E3}"/>
          </ac:grpSpMkLst>
        </pc:grpChg>
        <pc:grpChg chg="mod ord">
          <ac:chgData name="辻 隆嗣" userId="e32f038e-2dda-4b43-8b3e-d4cd8de163ec" providerId="ADAL" clId="{5417F1BE-7E87-44B6-B01F-0BFCF8E39514}" dt="2026-03-03T02:21:51.713" v="20828" actId="1037"/>
          <ac:grpSpMkLst>
            <pc:docMk/>
            <pc:sldMk cId="3237694204" sldId="943"/>
            <ac:grpSpMk id="5" creationId="{49DE34F0-BF9F-34A6-8389-BA75C1538315}"/>
          </ac:grpSpMkLst>
        </pc:grpChg>
        <pc:grpChg chg="add mod">
          <ac:chgData name="辻 隆嗣" userId="e32f038e-2dda-4b43-8b3e-d4cd8de163ec" providerId="ADAL" clId="{5417F1BE-7E87-44B6-B01F-0BFCF8E39514}" dt="2026-03-03T02:39:32.111" v="20994" actId="1076"/>
          <ac:grpSpMkLst>
            <pc:docMk/>
            <pc:sldMk cId="3237694204" sldId="943"/>
            <ac:grpSpMk id="141" creationId="{30B17962-A0EE-B7F8-F98A-2F8162002F76}"/>
          </ac:grpSpMkLst>
        </pc:grpChg>
        <pc:grpChg chg="mod">
          <ac:chgData name="辻 隆嗣" userId="e32f038e-2dda-4b43-8b3e-d4cd8de163ec" providerId="ADAL" clId="{5417F1BE-7E87-44B6-B01F-0BFCF8E39514}" dt="2026-03-03T02:39:27.735" v="20993"/>
          <ac:grpSpMkLst>
            <pc:docMk/>
            <pc:sldMk cId="3237694204" sldId="943"/>
            <ac:grpSpMk id="142" creationId="{D63F55B2-2D28-DEE6-7F4D-CE806C858067}"/>
          </ac:grpSpMkLst>
        </pc:grpChg>
        <pc:picChg chg="add del mod ord">
          <ac:chgData name="辻 隆嗣" userId="e32f038e-2dda-4b43-8b3e-d4cd8de163ec" providerId="ADAL" clId="{5417F1BE-7E87-44B6-B01F-0BFCF8E39514}" dt="2026-03-03T02:39:26.476" v="20992" actId="478"/>
          <ac:picMkLst>
            <pc:docMk/>
            <pc:sldMk cId="3237694204" sldId="943"/>
            <ac:picMk id="2" creationId="{4A773269-BFB2-48D8-3F86-151B3902A7F4}"/>
          </ac:picMkLst>
        </pc:picChg>
        <pc:picChg chg="mod">
          <ac:chgData name="辻 隆嗣" userId="e32f038e-2dda-4b43-8b3e-d4cd8de163ec" providerId="ADAL" clId="{5417F1BE-7E87-44B6-B01F-0BFCF8E39514}" dt="2026-03-03T02:23:46.986" v="20852" actId="1076"/>
          <ac:picMkLst>
            <pc:docMk/>
            <pc:sldMk cId="3237694204" sldId="943"/>
            <ac:picMk id="135" creationId="{C4977ABB-3969-1A71-21BD-3C4353E1B7BC}"/>
          </ac:picMkLst>
        </pc:picChg>
        <pc:picChg chg="add mod">
          <ac:chgData name="辻 隆嗣" userId="e32f038e-2dda-4b43-8b3e-d4cd8de163ec" providerId="ADAL" clId="{5417F1BE-7E87-44B6-B01F-0BFCF8E39514}" dt="2026-03-03T02:23:29.770" v="20848"/>
          <ac:picMkLst>
            <pc:docMk/>
            <pc:sldMk cId="3237694204" sldId="943"/>
            <ac:picMk id="140" creationId="{7526957B-F624-E8A8-0BA5-18BF485A83D2}"/>
          </ac:picMkLst>
        </pc:picChg>
      </pc:sldChg>
      <pc:sldChg chg="add">
        <pc:chgData name="辻 隆嗣" userId="e32f038e-2dda-4b43-8b3e-d4cd8de163ec" providerId="ADAL" clId="{5417F1BE-7E87-44B6-B01F-0BFCF8E39514}" dt="2026-02-17T07:29:37.861" v="17092"/>
        <pc:sldMkLst>
          <pc:docMk/>
          <pc:sldMk cId="3618236365" sldId="944"/>
        </pc:sldMkLst>
      </pc:sldChg>
      <pc:sldChg chg="add">
        <pc:chgData name="辻 隆嗣" userId="e32f038e-2dda-4b43-8b3e-d4cd8de163ec" providerId="ADAL" clId="{5417F1BE-7E87-44B6-B01F-0BFCF8E39514}" dt="2026-02-17T07:29:37.861" v="17092"/>
        <pc:sldMkLst>
          <pc:docMk/>
          <pc:sldMk cId="2572937107" sldId="945"/>
        </pc:sldMkLst>
      </pc:sldChg>
      <pc:sldChg chg="add">
        <pc:chgData name="辻 隆嗣" userId="e32f038e-2dda-4b43-8b3e-d4cd8de163ec" providerId="ADAL" clId="{5417F1BE-7E87-44B6-B01F-0BFCF8E39514}" dt="2026-02-17T07:29:37.861" v="17092"/>
        <pc:sldMkLst>
          <pc:docMk/>
          <pc:sldMk cId="4054841536" sldId="946"/>
        </pc:sldMkLst>
      </pc:sldChg>
      <pc:sldChg chg="add">
        <pc:chgData name="辻 隆嗣" userId="e32f038e-2dda-4b43-8b3e-d4cd8de163ec" providerId="ADAL" clId="{5417F1BE-7E87-44B6-B01F-0BFCF8E39514}" dt="2026-02-17T07:29:37.861" v="17092"/>
        <pc:sldMkLst>
          <pc:docMk/>
          <pc:sldMk cId="3402938997" sldId="947"/>
        </pc:sldMkLst>
      </pc:sldChg>
      <pc:sldChg chg="addSp modSp add mod modCm">
        <pc:chgData name="辻 隆嗣" userId="e32f038e-2dda-4b43-8b3e-d4cd8de163ec" providerId="ADAL" clId="{5417F1BE-7E87-44B6-B01F-0BFCF8E39514}" dt="2026-02-25T04:54:00.355" v="19170" actId="1035"/>
        <pc:sldMkLst>
          <pc:docMk/>
          <pc:sldMk cId="2026599780" sldId="952"/>
        </pc:sldMkLst>
        <pc:spChg chg="add mod">
          <ac:chgData name="辻 隆嗣" userId="e32f038e-2dda-4b43-8b3e-d4cd8de163ec" providerId="ADAL" clId="{5417F1BE-7E87-44B6-B01F-0BFCF8E39514}" dt="2026-02-25T04:53:56.161" v="19164" actId="1035"/>
          <ac:spMkLst>
            <pc:docMk/>
            <pc:sldMk cId="2026599780" sldId="952"/>
            <ac:spMk id="4" creationId="{1887FEE5-B574-1023-CEAB-116978EE0E8E}"/>
          </ac:spMkLst>
        </pc:spChg>
        <pc:spChg chg="mod">
          <ac:chgData name="辻 隆嗣" userId="e32f038e-2dda-4b43-8b3e-d4cd8de163ec" providerId="ADAL" clId="{5417F1BE-7E87-44B6-B01F-0BFCF8E39514}" dt="2026-02-18T05:48:16.858" v="18409" actId="14100"/>
          <ac:spMkLst>
            <pc:docMk/>
            <pc:sldMk cId="2026599780" sldId="952"/>
            <ac:spMk id="7" creationId="{578CE015-0217-40E8-4525-030C667E671D}"/>
          </ac:spMkLst>
        </pc:spChg>
        <pc:graphicFrameChg chg="mod modGraphic">
          <ac:chgData name="辻 隆嗣" userId="e32f038e-2dda-4b43-8b3e-d4cd8de163ec" providerId="ADAL" clId="{5417F1BE-7E87-44B6-B01F-0BFCF8E39514}" dt="2026-02-25T04:54:00.355" v="19170" actId="1035"/>
          <ac:graphicFrameMkLst>
            <pc:docMk/>
            <pc:sldMk cId="2026599780" sldId="952"/>
            <ac:graphicFrameMk id="5" creationId="{5CF50012-D5E4-94F4-A6B3-02A83D37A983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辻 隆嗣" userId="e32f038e-2dda-4b43-8b3e-d4cd8de163ec" providerId="ADAL" clId="{5417F1BE-7E87-44B6-B01F-0BFCF8E39514}" dt="2026-02-18T05:19:04.845" v="18211" actId="20577"/>
              <pc2:cmMkLst xmlns:pc2="http://schemas.microsoft.com/office/powerpoint/2019/9/main/command">
                <pc:docMk/>
                <pc:sldMk cId="2026599780" sldId="952"/>
                <pc2:cmMk id="{44A79CC8-7055-48C3-9ACD-45D6C88E4479}"/>
              </pc2:cmMkLst>
            </pc226:cmChg>
          </p:ext>
        </pc:extLst>
      </pc:sldChg>
      <pc:sldChg chg="addSp delSp modSp add mod">
        <pc:chgData name="辻 隆嗣" userId="e32f038e-2dda-4b43-8b3e-d4cd8de163ec" providerId="ADAL" clId="{5417F1BE-7E87-44B6-B01F-0BFCF8E39514}" dt="2026-02-25T08:08:15.419" v="19741"/>
        <pc:sldMkLst>
          <pc:docMk/>
          <pc:sldMk cId="3014012821" sldId="953"/>
        </pc:sldMkLst>
        <pc:spChg chg="add mod ord">
          <ac:chgData name="辻 隆嗣" userId="e32f038e-2dda-4b43-8b3e-d4cd8de163ec" providerId="ADAL" clId="{5417F1BE-7E87-44B6-B01F-0BFCF8E39514}" dt="2026-02-25T04:59:06.565" v="19418" actId="167"/>
          <ac:spMkLst>
            <pc:docMk/>
            <pc:sldMk cId="3014012821" sldId="953"/>
            <ac:spMk id="5" creationId="{41883F23-CA28-2A17-E0FD-A2E98EEEEBAF}"/>
          </ac:spMkLst>
        </pc:spChg>
        <pc:spChg chg="add mod">
          <ac:chgData name="辻 隆嗣" userId="e32f038e-2dda-4b43-8b3e-d4cd8de163ec" providerId="ADAL" clId="{5417F1BE-7E87-44B6-B01F-0BFCF8E39514}" dt="2026-02-18T05:50:12.325" v="18417"/>
          <ac:spMkLst>
            <pc:docMk/>
            <pc:sldMk cId="3014012821" sldId="953"/>
            <ac:spMk id="6" creationId="{DC74E91C-CDC0-5A70-E952-29C71D4A499D}"/>
          </ac:spMkLst>
        </pc:spChg>
        <pc:graphicFrameChg chg="mod modGraphic">
          <ac:chgData name="辻 隆嗣" userId="e32f038e-2dda-4b43-8b3e-d4cd8de163ec" providerId="ADAL" clId="{5417F1BE-7E87-44B6-B01F-0BFCF8E39514}" dt="2026-02-25T08:08:15.419" v="19741"/>
          <ac:graphicFrameMkLst>
            <pc:docMk/>
            <pc:sldMk cId="3014012821" sldId="953"/>
            <ac:graphicFrameMk id="4" creationId="{1C244B7C-8934-CD2B-1B19-2C15BA647848}"/>
          </ac:graphicFrameMkLst>
        </pc:graphicFrameChg>
      </pc:sldChg>
      <pc:sldChg chg="modSp add mod">
        <pc:chgData name="辻 隆嗣" userId="e32f038e-2dda-4b43-8b3e-d4cd8de163ec" providerId="ADAL" clId="{5417F1BE-7E87-44B6-B01F-0BFCF8E39514}" dt="2026-03-03T02:24:24.208" v="20857" actId="20577"/>
        <pc:sldMkLst>
          <pc:docMk/>
          <pc:sldMk cId="3496318797" sldId="954"/>
        </pc:sldMkLst>
        <pc:spChg chg="mod">
          <ac:chgData name="辻 隆嗣" userId="e32f038e-2dda-4b43-8b3e-d4cd8de163ec" providerId="ADAL" clId="{5417F1BE-7E87-44B6-B01F-0BFCF8E39514}" dt="2026-03-03T02:24:10.097" v="20853" actId="207"/>
          <ac:spMkLst>
            <pc:docMk/>
            <pc:sldMk cId="3496318797" sldId="954"/>
            <ac:spMk id="4" creationId="{3B6C0785-3157-0125-9BC3-856014475624}"/>
          </ac:spMkLst>
        </pc:spChg>
        <pc:spChg chg="mod">
          <ac:chgData name="辻 隆嗣" userId="e32f038e-2dda-4b43-8b3e-d4cd8de163ec" providerId="ADAL" clId="{5417F1BE-7E87-44B6-B01F-0BFCF8E39514}" dt="2026-03-03T02:24:14.297" v="20854" actId="207"/>
          <ac:spMkLst>
            <pc:docMk/>
            <pc:sldMk cId="3496318797" sldId="954"/>
            <ac:spMk id="5" creationId="{9ADB5574-B4AD-64FB-AA99-6E465AB132C4}"/>
          </ac:spMkLst>
        </pc:spChg>
        <pc:spChg chg="mod">
          <ac:chgData name="辻 隆嗣" userId="e32f038e-2dda-4b43-8b3e-d4cd8de163ec" providerId="ADAL" clId="{5417F1BE-7E87-44B6-B01F-0BFCF8E39514}" dt="2026-03-03T02:24:24.208" v="20857" actId="20577"/>
          <ac:spMkLst>
            <pc:docMk/>
            <pc:sldMk cId="3496318797" sldId="954"/>
            <ac:spMk id="12" creationId="{8BB88D25-544E-9A08-8706-DD53B84DB04E}"/>
          </ac:spMkLst>
        </pc:spChg>
      </pc:sldChg>
      <pc:sldChg chg="modSp add mod">
        <pc:chgData name="辻 隆嗣" userId="e32f038e-2dda-4b43-8b3e-d4cd8de163ec" providerId="ADAL" clId="{5417F1BE-7E87-44B6-B01F-0BFCF8E39514}" dt="2026-03-03T02:24:36.524" v="20859" actId="207"/>
        <pc:sldMkLst>
          <pc:docMk/>
          <pc:sldMk cId="20629679" sldId="955"/>
        </pc:sldMkLst>
        <pc:spChg chg="mod">
          <ac:chgData name="辻 隆嗣" userId="e32f038e-2dda-4b43-8b3e-d4cd8de163ec" providerId="ADAL" clId="{5417F1BE-7E87-44B6-B01F-0BFCF8E39514}" dt="2026-02-17T07:48:45.878" v="17547" actId="13926"/>
          <ac:spMkLst>
            <pc:docMk/>
            <pc:sldMk cId="20629679" sldId="955"/>
            <ac:spMk id="3" creationId="{9DB45F81-630E-A446-692C-D391FBBD6474}"/>
          </ac:spMkLst>
        </pc:spChg>
        <pc:spChg chg="mod">
          <ac:chgData name="辻 隆嗣" userId="e32f038e-2dda-4b43-8b3e-d4cd8de163ec" providerId="ADAL" clId="{5417F1BE-7E87-44B6-B01F-0BFCF8E39514}" dt="2026-03-03T02:24:31.761" v="20858" actId="207"/>
          <ac:spMkLst>
            <pc:docMk/>
            <pc:sldMk cId="20629679" sldId="955"/>
            <ac:spMk id="5" creationId="{3E8D3B7C-E884-C22A-9ADF-4BE38B496EEE}"/>
          </ac:spMkLst>
        </pc:spChg>
        <pc:spChg chg="mod">
          <ac:chgData name="辻 隆嗣" userId="e32f038e-2dda-4b43-8b3e-d4cd8de163ec" providerId="ADAL" clId="{5417F1BE-7E87-44B6-B01F-0BFCF8E39514}" dt="2026-02-17T07:49:01.021" v="17550" actId="207"/>
          <ac:spMkLst>
            <pc:docMk/>
            <pc:sldMk cId="20629679" sldId="955"/>
            <ac:spMk id="10" creationId="{9B89850A-3287-FDEA-CE49-63CA9E938937}"/>
          </ac:spMkLst>
        </pc:spChg>
        <pc:spChg chg="mod">
          <ac:chgData name="辻 隆嗣" userId="e32f038e-2dda-4b43-8b3e-d4cd8de163ec" providerId="ADAL" clId="{5417F1BE-7E87-44B6-B01F-0BFCF8E39514}" dt="2026-02-17T07:48:56.669" v="17549" actId="207"/>
          <ac:spMkLst>
            <pc:docMk/>
            <pc:sldMk cId="20629679" sldId="955"/>
            <ac:spMk id="11" creationId="{3A694E3B-253B-3FB7-E05E-2B89ADDFFEF5}"/>
          </ac:spMkLst>
        </pc:spChg>
        <pc:spChg chg="mod">
          <ac:chgData name="辻 隆嗣" userId="e32f038e-2dda-4b43-8b3e-d4cd8de163ec" providerId="ADAL" clId="{5417F1BE-7E87-44B6-B01F-0BFCF8E39514}" dt="2026-02-17T07:48:56.669" v="17549" actId="207"/>
          <ac:spMkLst>
            <pc:docMk/>
            <pc:sldMk cId="20629679" sldId="955"/>
            <ac:spMk id="19" creationId="{7FA90E8B-C78B-1117-E082-3C37BF6640D0}"/>
          </ac:spMkLst>
        </pc:spChg>
        <pc:spChg chg="mod">
          <ac:chgData name="辻 隆嗣" userId="e32f038e-2dda-4b43-8b3e-d4cd8de163ec" providerId="ADAL" clId="{5417F1BE-7E87-44B6-B01F-0BFCF8E39514}" dt="2026-02-17T07:49:03.513" v="17551" actId="207"/>
          <ac:spMkLst>
            <pc:docMk/>
            <pc:sldMk cId="20629679" sldId="955"/>
            <ac:spMk id="21" creationId="{22CF788E-ECE9-6A1D-4461-DD333771C24E}"/>
          </ac:spMkLst>
        </pc:spChg>
        <pc:spChg chg="mod">
          <ac:chgData name="辻 隆嗣" userId="e32f038e-2dda-4b43-8b3e-d4cd8de163ec" providerId="ADAL" clId="{5417F1BE-7E87-44B6-B01F-0BFCF8E39514}" dt="2026-02-17T07:48:56.669" v="17549" actId="207"/>
          <ac:spMkLst>
            <pc:docMk/>
            <pc:sldMk cId="20629679" sldId="955"/>
            <ac:spMk id="24" creationId="{5E2147DF-6C08-7490-E84D-EF2309A03FF3}"/>
          </ac:spMkLst>
        </pc:spChg>
        <pc:spChg chg="mod">
          <ac:chgData name="辻 隆嗣" userId="e32f038e-2dda-4b43-8b3e-d4cd8de163ec" providerId="ADAL" clId="{5417F1BE-7E87-44B6-B01F-0BFCF8E39514}" dt="2026-02-17T07:49:04.958" v="17552" actId="207"/>
          <ac:spMkLst>
            <pc:docMk/>
            <pc:sldMk cId="20629679" sldId="955"/>
            <ac:spMk id="26" creationId="{57FE69C3-12C0-75C3-09F2-F2464F370246}"/>
          </ac:spMkLst>
        </pc:spChg>
        <pc:spChg chg="mod">
          <ac:chgData name="辻 隆嗣" userId="e32f038e-2dda-4b43-8b3e-d4cd8de163ec" providerId="ADAL" clId="{5417F1BE-7E87-44B6-B01F-0BFCF8E39514}" dt="2026-02-17T07:48:56.669" v="17549" actId="207"/>
          <ac:spMkLst>
            <pc:docMk/>
            <pc:sldMk cId="20629679" sldId="955"/>
            <ac:spMk id="29" creationId="{0E2D527E-0084-8CF9-CEE2-E09A0BD666FA}"/>
          </ac:spMkLst>
        </pc:spChg>
        <pc:spChg chg="mod">
          <ac:chgData name="辻 隆嗣" userId="e32f038e-2dda-4b43-8b3e-d4cd8de163ec" providerId="ADAL" clId="{5417F1BE-7E87-44B6-B01F-0BFCF8E39514}" dt="2026-02-17T07:49:20.664" v="17559" actId="207"/>
          <ac:spMkLst>
            <pc:docMk/>
            <pc:sldMk cId="20629679" sldId="955"/>
            <ac:spMk id="31" creationId="{9159CA19-C158-05BA-5F48-7F90FB36C5EA}"/>
          </ac:spMkLst>
        </pc:spChg>
        <pc:spChg chg="mod">
          <ac:chgData name="辻 隆嗣" userId="e32f038e-2dda-4b43-8b3e-d4cd8de163ec" providerId="ADAL" clId="{5417F1BE-7E87-44B6-B01F-0BFCF8E39514}" dt="2026-02-17T07:48:56.669" v="17549" actId="207"/>
          <ac:spMkLst>
            <pc:docMk/>
            <pc:sldMk cId="20629679" sldId="955"/>
            <ac:spMk id="34" creationId="{CFEBD4C4-B349-C9BB-2876-E2872993609F}"/>
          </ac:spMkLst>
        </pc:spChg>
        <pc:spChg chg="mod">
          <ac:chgData name="辻 隆嗣" userId="e32f038e-2dda-4b43-8b3e-d4cd8de163ec" providerId="ADAL" clId="{5417F1BE-7E87-44B6-B01F-0BFCF8E39514}" dt="2026-02-17T07:49:24.058" v="17560" actId="207"/>
          <ac:spMkLst>
            <pc:docMk/>
            <pc:sldMk cId="20629679" sldId="955"/>
            <ac:spMk id="36" creationId="{B79584A2-0B83-E3B7-B563-627D621BF461}"/>
          </ac:spMkLst>
        </pc:spChg>
        <pc:spChg chg="mod">
          <ac:chgData name="辻 隆嗣" userId="e32f038e-2dda-4b43-8b3e-d4cd8de163ec" providerId="ADAL" clId="{5417F1BE-7E87-44B6-B01F-0BFCF8E39514}" dt="2026-03-03T02:24:36.524" v="20859" actId="207"/>
          <ac:spMkLst>
            <pc:docMk/>
            <pc:sldMk cId="20629679" sldId="955"/>
            <ac:spMk id="44" creationId="{B6A7D924-5A65-0BCB-27C7-03FDF840D74B}"/>
          </ac:spMkLst>
        </pc:spChg>
        <pc:grpChg chg="mod">
          <ac:chgData name="辻 隆嗣" userId="e32f038e-2dda-4b43-8b3e-d4cd8de163ec" providerId="ADAL" clId="{5417F1BE-7E87-44B6-B01F-0BFCF8E39514}" dt="2026-02-17T07:48:45.878" v="17547" actId="13926"/>
          <ac:grpSpMkLst>
            <pc:docMk/>
            <pc:sldMk cId="20629679" sldId="955"/>
            <ac:grpSpMk id="17" creationId="{254BBD76-D777-5C6E-E391-DC10A8263BFA}"/>
          </ac:grpSpMkLst>
        </pc:grpChg>
        <pc:grpChg chg="mod">
          <ac:chgData name="辻 隆嗣" userId="e32f038e-2dda-4b43-8b3e-d4cd8de163ec" providerId="ADAL" clId="{5417F1BE-7E87-44B6-B01F-0BFCF8E39514}" dt="2026-02-17T07:48:45.878" v="17547" actId="13926"/>
          <ac:grpSpMkLst>
            <pc:docMk/>
            <pc:sldMk cId="20629679" sldId="955"/>
            <ac:grpSpMk id="18" creationId="{5A15114E-FD23-79DE-E4FF-424E88690E82}"/>
          </ac:grpSpMkLst>
        </pc:grpChg>
        <pc:grpChg chg="mod">
          <ac:chgData name="辻 隆嗣" userId="e32f038e-2dda-4b43-8b3e-d4cd8de163ec" providerId="ADAL" clId="{5417F1BE-7E87-44B6-B01F-0BFCF8E39514}" dt="2026-02-17T07:48:45.878" v="17547" actId="13926"/>
          <ac:grpSpMkLst>
            <pc:docMk/>
            <pc:sldMk cId="20629679" sldId="955"/>
            <ac:grpSpMk id="23" creationId="{5800494C-9C81-3459-E80E-EDB5F6566858}"/>
          </ac:grpSpMkLst>
        </pc:grpChg>
        <pc:grpChg chg="mod">
          <ac:chgData name="辻 隆嗣" userId="e32f038e-2dda-4b43-8b3e-d4cd8de163ec" providerId="ADAL" clId="{5417F1BE-7E87-44B6-B01F-0BFCF8E39514}" dt="2026-02-17T07:49:17.189" v="17558" actId="1076"/>
          <ac:grpSpMkLst>
            <pc:docMk/>
            <pc:sldMk cId="20629679" sldId="955"/>
            <ac:grpSpMk id="28" creationId="{4473405E-75E9-58A8-AC50-BC833447A6E8}"/>
          </ac:grpSpMkLst>
        </pc:grpChg>
        <pc:grpChg chg="mod">
          <ac:chgData name="辻 隆嗣" userId="e32f038e-2dda-4b43-8b3e-d4cd8de163ec" providerId="ADAL" clId="{5417F1BE-7E87-44B6-B01F-0BFCF8E39514}" dt="2026-02-17T07:48:45.878" v="17547" actId="13926"/>
          <ac:grpSpMkLst>
            <pc:docMk/>
            <pc:sldMk cId="20629679" sldId="955"/>
            <ac:grpSpMk id="33" creationId="{8D24895E-0F70-1C5E-AEAF-9092C4EA0D1B}"/>
          </ac:grpSpMkLst>
        </pc:grpChg>
      </pc:sldChg>
      <pc:sldChg chg="modSp add mod">
        <pc:chgData name="辻 隆嗣" userId="e32f038e-2dda-4b43-8b3e-d4cd8de163ec" providerId="ADAL" clId="{5417F1BE-7E87-44B6-B01F-0BFCF8E39514}" dt="2026-03-03T02:24:41.532" v="20860" actId="207"/>
        <pc:sldMkLst>
          <pc:docMk/>
          <pc:sldMk cId="2802704857" sldId="956"/>
        </pc:sldMkLst>
        <pc:spChg chg="mod">
          <ac:chgData name="辻 隆嗣" userId="e32f038e-2dda-4b43-8b3e-d4cd8de163ec" providerId="ADAL" clId="{5417F1BE-7E87-44B6-B01F-0BFCF8E39514}" dt="2026-03-03T02:24:41.532" v="20860" actId="207"/>
          <ac:spMkLst>
            <pc:docMk/>
            <pc:sldMk cId="2802704857" sldId="956"/>
            <ac:spMk id="44" creationId="{197CAABA-809F-ABF9-96BD-0E89B70DC76E}"/>
          </ac:spMkLst>
        </pc:spChg>
      </pc:sldChg>
      <pc:sldChg chg="addSp delSp modSp add mod">
        <pc:chgData name="辻 隆嗣" userId="e32f038e-2dda-4b43-8b3e-d4cd8de163ec" providerId="ADAL" clId="{5417F1BE-7E87-44B6-B01F-0BFCF8E39514}" dt="2026-03-03T02:38:55.129" v="20988" actId="1076"/>
        <pc:sldMkLst>
          <pc:docMk/>
          <pc:sldMk cId="1984299581" sldId="957"/>
        </pc:sldMkLst>
        <pc:spChg chg="mod ord">
          <ac:chgData name="辻 隆嗣" userId="e32f038e-2dda-4b43-8b3e-d4cd8de163ec" providerId="ADAL" clId="{5417F1BE-7E87-44B6-B01F-0BFCF8E39514}" dt="2026-03-03T02:24:50.167" v="20861" actId="207"/>
          <ac:spMkLst>
            <pc:docMk/>
            <pc:sldMk cId="1984299581" sldId="957"/>
            <ac:spMk id="5" creationId="{2491688E-BA8B-BC2D-B706-CD9B6F9D860D}"/>
          </ac:spMkLst>
        </pc:spChg>
        <pc:spChg chg="add mod">
          <ac:chgData name="辻 隆嗣" userId="e32f038e-2dda-4b43-8b3e-d4cd8de163ec" providerId="ADAL" clId="{5417F1BE-7E87-44B6-B01F-0BFCF8E39514}" dt="2026-03-03T02:38:37.365" v="20986"/>
          <ac:spMkLst>
            <pc:docMk/>
            <pc:sldMk cId="1984299581" sldId="957"/>
            <ac:spMk id="9" creationId="{85219928-199A-4C32-8AA6-16A429AA0947}"/>
          </ac:spMkLst>
        </pc:spChg>
        <pc:spChg chg="add mod">
          <ac:chgData name="辻 隆嗣" userId="e32f038e-2dda-4b43-8b3e-d4cd8de163ec" providerId="ADAL" clId="{5417F1BE-7E87-44B6-B01F-0BFCF8E39514}" dt="2026-03-03T02:38:37.365" v="20986"/>
          <ac:spMkLst>
            <pc:docMk/>
            <pc:sldMk cId="1984299581" sldId="957"/>
            <ac:spMk id="12" creationId="{A6BF1B6E-DA45-4F7E-82A6-483E409D262B}"/>
          </ac:spMkLst>
        </pc:spChg>
        <pc:spChg chg="mod">
          <ac:chgData name="辻 隆嗣" userId="e32f038e-2dda-4b43-8b3e-d4cd8de163ec" providerId="ADAL" clId="{5417F1BE-7E87-44B6-B01F-0BFCF8E39514}" dt="2026-02-25T04:38:32.805" v="18803" actId="1035"/>
          <ac:spMkLst>
            <pc:docMk/>
            <pc:sldMk cId="1984299581" sldId="957"/>
            <ac:spMk id="44" creationId="{D7A6378E-0B17-1100-209D-B7528BFB2453}"/>
          </ac:spMkLst>
        </pc:spChg>
        <pc:spChg chg="add mod">
          <ac:chgData name="辻 隆嗣" userId="e32f038e-2dda-4b43-8b3e-d4cd8de163ec" providerId="ADAL" clId="{5417F1BE-7E87-44B6-B01F-0BFCF8E39514}" dt="2026-03-03T02:38:37.365" v="20986"/>
          <ac:spMkLst>
            <pc:docMk/>
            <pc:sldMk cId="1984299581" sldId="957"/>
            <ac:spMk id="45" creationId="{656D89BC-38B5-45C7-BEF7-20C43E1818AE}"/>
          </ac:spMkLst>
        </pc:spChg>
        <pc:spChg chg="add mod">
          <ac:chgData name="辻 隆嗣" userId="e32f038e-2dda-4b43-8b3e-d4cd8de163ec" providerId="ADAL" clId="{5417F1BE-7E87-44B6-B01F-0BFCF8E39514}" dt="2026-02-25T04:47:34.500" v="18936" actId="1076"/>
          <ac:spMkLst>
            <pc:docMk/>
            <pc:sldMk cId="1984299581" sldId="957"/>
            <ac:spMk id="46" creationId="{07FDB4FE-420E-A65B-0BB2-49348B581809}"/>
          </ac:spMkLst>
        </pc:spChg>
        <pc:spChg chg="add mod">
          <ac:chgData name="辻 隆嗣" userId="e32f038e-2dda-4b43-8b3e-d4cd8de163ec" providerId="ADAL" clId="{5417F1BE-7E87-44B6-B01F-0BFCF8E39514}" dt="2026-03-03T02:38:37.365" v="20986"/>
          <ac:spMkLst>
            <pc:docMk/>
            <pc:sldMk cId="1984299581" sldId="957"/>
            <ac:spMk id="47" creationId="{A8FF0247-5888-D3C3-1AF5-A055DD3E3F01}"/>
          </ac:spMkLst>
        </pc:spChg>
        <pc:spChg chg="add mod">
          <ac:chgData name="辻 隆嗣" userId="e32f038e-2dda-4b43-8b3e-d4cd8de163ec" providerId="ADAL" clId="{5417F1BE-7E87-44B6-B01F-0BFCF8E39514}" dt="2026-03-03T02:38:37.365" v="20986"/>
          <ac:spMkLst>
            <pc:docMk/>
            <pc:sldMk cId="1984299581" sldId="957"/>
            <ac:spMk id="48" creationId="{0729BFA1-110A-27A3-08A7-E26336ED1B06}"/>
          </ac:spMkLst>
        </pc:spChg>
        <pc:spChg chg="add mod">
          <ac:chgData name="辻 隆嗣" userId="e32f038e-2dda-4b43-8b3e-d4cd8de163ec" providerId="ADAL" clId="{5417F1BE-7E87-44B6-B01F-0BFCF8E39514}" dt="2026-03-03T02:38:37.365" v="20986"/>
          <ac:spMkLst>
            <pc:docMk/>
            <pc:sldMk cId="1984299581" sldId="957"/>
            <ac:spMk id="49" creationId="{D9D32A50-86E4-BC81-A094-CC434B0F60D6}"/>
          </ac:spMkLst>
        </pc:spChg>
        <pc:grpChg chg="add mod">
          <ac:chgData name="辻 隆嗣" userId="e32f038e-2dda-4b43-8b3e-d4cd8de163ec" providerId="ADAL" clId="{5417F1BE-7E87-44B6-B01F-0BFCF8E39514}" dt="2026-03-03T02:38:55.129" v="20988" actId="1076"/>
          <ac:grpSpMkLst>
            <pc:docMk/>
            <pc:sldMk cId="1984299581" sldId="957"/>
            <ac:grpSpMk id="6" creationId="{1E8EDCB6-2013-0595-E3D4-C037584BA80F}"/>
          </ac:grpSpMkLst>
        </pc:grpChg>
        <pc:grpChg chg="add mod">
          <ac:chgData name="辻 隆嗣" userId="e32f038e-2dda-4b43-8b3e-d4cd8de163ec" providerId="ADAL" clId="{5417F1BE-7E87-44B6-B01F-0BFCF8E39514}" dt="2026-03-03T02:38:37.365" v="20986"/>
          <ac:grpSpMkLst>
            <pc:docMk/>
            <pc:sldMk cId="1984299581" sldId="957"/>
            <ac:grpSpMk id="7" creationId="{093F0037-FD9A-4876-A455-6C9045B0F16D}"/>
          </ac:grpSpMkLst>
        </pc:grpChg>
        <pc:grpChg chg="mod">
          <ac:chgData name="辻 隆嗣" userId="e32f038e-2dda-4b43-8b3e-d4cd8de163ec" providerId="ADAL" clId="{5417F1BE-7E87-44B6-B01F-0BFCF8E39514}" dt="2026-02-25T04:38:27.661" v="18796" actId="1035"/>
          <ac:grpSpMkLst>
            <pc:docMk/>
            <pc:sldMk cId="1984299581" sldId="957"/>
            <ac:grpSpMk id="10" creationId="{5A02483C-0959-ACA4-5E9E-17C9A4AB63D7}"/>
          </ac:grpSpMkLst>
        </pc:grpChg>
        <pc:picChg chg="del mod">
          <ac:chgData name="辻 隆嗣" userId="e32f038e-2dda-4b43-8b3e-d4cd8de163ec" providerId="ADAL" clId="{5417F1BE-7E87-44B6-B01F-0BFCF8E39514}" dt="2026-03-03T02:38:41.248" v="20987" actId="478"/>
          <ac:picMkLst>
            <pc:docMk/>
            <pc:sldMk cId="1984299581" sldId="957"/>
            <ac:picMk id="8" creationId="{110C7CD5-F1C1-4A28-6C86-79CC0DC0AC76}"/>
          </ac:picMkLst>
        </pc:picChg>
        <pc:cxnChg chg="mod">
          <ac:chgData name="辻 隆嗣" userId="e32f038e-2dda-4b43-8b3e-d4cd8de163ec" providerId="ADAL" clId="{5417F1BE-7E87-44B6-B01F-0BFCF8E39514}" dt="2026-02-25T04:37:49.129" v="18751" actId="1035"/>
          <ac:cxnSpMkLst>
            <pc:docMk/>
            <pc:sldMk cId="1984299581" sldId="957"/>
            <ac:cxnSpMk id="38" creationId="{E54A1AC5-DEC8-FF06-2F50-50C44E31119E}"/>
          </ac:cxnSpMkLst>
        </pc:cxnChg>
        <pc:cxnChg chg="mod">
          <ac:chgData name="辻 隆嗣" userId="e32f038e-2dda-4b43-8b3e-d4cd8de163ec" providerId="ADAL" clId="{5417F1BE-7E87-44B6-B01F-0BFCF8E39514}" dt="2026-02-25T04:37:58.407" v="18755" actId="1036"/>
          <ac:cxnSpMkLst>
            <pc:docMk/>
            <pc:sldMk cId="1984299581" sldId="957"/>
            <ac:cxnSpMk id="39" creationId="{EAE5606D-30BB-A54E-5133-BFFC0E47B1C7}"/>
          </ac:cxnSpMkLst>
        </pc:cxnChg>
      </pc:sldChg>
      <pc:sldChg chg="addSp modSp add mod">
        <pc:chgData name="辻 隆嗣" userId="e32f038e-2dda-4b43-8b3e-d4cd8de163ec" providerId="ADAL" clId="{5417F1BE-7E87-44B6-B01F-0BFCF8E39514}" dt="2026-03-03T02:35:29.916" v="20985"/>
        <pc:sldMkLst>
          <pc:docMk/>
          <pc:sldMk cId="2575810299" sldId="958"/>
        </pc:sldMkLst>
        <pc:spChg chg="mod">
          <ac:chgData name="辻 隆嗣" userId="e32f038e-2dda-4b43-8b3e-d4cd8de163ec" providerId="ADAL" clId="{5417F1BE-7E87-44B6-B01F-0BFCF8E39514}" dt="2026-02-19T06:52:01.549" v="18597" actId="465"/>
          <ac:spMkLst>
            <pc:docMk/>
            <pc:sldMk cId="2575810299" sldId="958"/>
            <ac:spMk id="2" creationId="{85523789-7CB3-66A6-1786-25440376CD6C}"/>
          </ac:spMkLst>
        </pc:spChg>
        <pc:spChg chg="mod">
          <ac:chgData name="辻 隆嗣" userId="e32f038e-2dda-4b43-8b3e-d4cd8de163ec" providerId="ADAL" clId="{5417F1BE-7E87-44B6-B01F-0BFCF8E39514}" dt="2026-03-03T02:29:15.356" v="20968" actId="164"/>
          <ac:spMkLst>
            <pc:docMk/>
            <pc:sldMk cId="2575810299" sldId="958"/>
            <ac:spMk id="4" creationId="{D75B16F5-6B48-B7B9-CAEF-2389F7087286}"/>
          </ac:spMkLst>
        </pc:spChg>
        <pc:spChg chg="mod">
          <ac:chgData name="辻 隆嗣" userId="e32f038e-2dda-4b43-8b3e-d4cd8de163ec" providerId="ADAL" clId="{5417F1BE-7E87-44B6-B01F-0BFCF8E39514}" dt="2026-02-19T06:51:35.251" v="18588" actId="14100"/>
          <ac:spMkLst>
            <pc:docMk/>
            <pc:sldMk cId="2575810299" sldId="958"/>
            <ac:spMk id="6" creationId="{568A092F-4BCD-F497-D8D3-73DA53EAE208}"/>
          </ac:spMkLst>
        </pc:spChg>
        <pc:spChg chg="mod">
          <ac:chgData name="辻 隆嗣" userId="e32f038e-2dda-4b43-8b3e-d4cd8de163ec" providerId="ADAL" clId="{5417F1BE-7E87-44B6-B01F-0BFCF8E39514}" dt="2026-03-03T02:29:15.356" v="20968" actId="164"/>
          <ac:spMkLst>
            <pc:docMk/>
            <pc:sldMk cId="2575810299" sldId="958"/>
            <ac:spMk id="7" creationId="{77B1510E-D32B-59E6-7807-D1ADD4826386}"/>
          </ac:spMkLst>
        </pc:spChg>
        <pc:spChg chg="mod">
          <ac:chgData name="辻 隆嗣" userId="e32f038e-2dda-4b43-8b3e-d4cd8de163ec" providerId="ADAL" clId="{5417F1BE-7E87-44B6-B01F-0BFCF8E39514}" dt="2026-03-03T02:29:05.845" v="20965" actId="164"/>
          <ac:spMkLst>
            <pc:docMk/>
            <pc:sldMk cId="2575810299" sldId="958"/>
            <ac:spMk id="8" creationId="{C66ECA63-BBB8-7BE9-701F-DC41AC4C99E3}"/>
          </ac:spMkLst>
        </pc:spChg>
        <pc:spChg chg="mod">
          <ac:chgData name="辻 隆嗣" userId="e32f038e-2dda-4b43-8b3e-d4cd8de163ec" providerId="ADAL" clId="{5417F1BE-7E87-44B6-B01F-0BFCF8E39514}" dt="2026-03-03T02:29:05.845" v="20965" actId="164"/>
          <ac:spMkLst>
            <pc:docMk/>
            <pc:sldMk cId="2575810299" sldId="958"/>
            <ac:spMk id="9" creationId="{122BDB4F-8DDA-79B4-79E8-139B7EB54958}"/>
          </ac:spMkLst>
        </pc:spChg>
        <pc:spChg chg="mod">
          <ac:chgData name="辻 隆嗣" userId="e32f038e-2dda-4b43-8b3e-d4cd8de163ec" providerId="ADAL" clId="{5417F1BE-7E87-44B6-B01F-0BFCF8E39514}" dt="2026-03-03T02:29:00.283" v="20964" actId="164"/>
          <ac:spMkLst>
            <pc:docMk/>
            <pc:sldMk cId="2575810299" sldId="958"/>
            <ac:spMk id="10" creationId="{4FBD7157-941A-B1E9-550A-AF89F641A5D3}"/>
          </ac:spMkLst>
        </pc:spChg>
        <pc:spChg chg="mod">
          <ac:chgData name="辻 隆嗣" userId="e32f038e-2dda-4b43-8b3e-d4cd8de163ec" providerId="ADAL" clId="{5417F1BE-7E87-44B6-B01F-0BFCF8E39514}" dt="2026-03-03T02:29:00.283" v="20964" actId="164"/>
          <ac:spMkLst>
            <pc:docMk/>
            <pc:sldMk cId="2575810299" sldId="958"/>
            <ac:spMk id="12" creationId="{CD67A43E-2129-F49F-AC21-CA15C1F34676}"/>
          </ac:spMkLst>
        </pc:spChg>
        <pc:spChg chg="mod">
          <ac:chgData name="辻 隆嗣" userId="e32f038e-2dda-4b43-8b3e-d4cd8de163ec" providerId="ADAL" clId="{5417F1BE-7E87-44B6-B01F-0BFCF8E39514}" dt="2026-03-03T02:29:26.051" v="20969" actId="164"/>
          <ac:spMkLst>
            <pc:docMk/>
            <pc:sldMk cId="2575810299" sldId="958"/>
            <ac:spMk id="13" creationId="{4F026C45-4141-3F30-5BD1-333B0E75021F}"/>
          </ac:spMkLst>
        </pc:spChg>
        <pc:spChg chg="mod">
          <ac:chgData name="辻 隆嗣" userId="e32f038e-2dda-4b43-8b3e-d4cd8de163ec" providerId="ADAL" clId="{5417F1BE-7E87-44B6-B01F-0BFCF8E39514}" dt="2026-03-03T02:35:29.916" v="20985"/>
          <ac:spMkLst>
            <pc:docMk/>
            <pc:sldMk cId="2575810299" sldId="958"/>
            <ac:spMk id="14" creationId="{765D4DD7-F66A-67E9-FFC8-FDA71B31103D}"/>
          </ac:spMkLst>
        </pc:spChg>
        <pc:grpChg chg="add mod">
          <ac:chgData name="辻 隆嗣" userId="e32f038e-2dda-4b43-8b3e-d4cd8de163ec" providerId="ADAL" clId="{5417F1BE-7E87-44B6-B01F-0BFCF8E39514}" dt="2026-03-03T02:29:00.283" v="20964" actId="164"/>
          <ac:grpSpMkLst>
            <pc:docMk/>
            <pc:sldMk cId="2575810299" sldId="958"/>
            <ac:grpSpMk id="5" creationId="{623AF9CE-EAA5-6958-EB4D-39CB31FDEDE9}"/>
          </ac:grpSpMkLst>
        </pc:grpChg>
        <pc:grpChg chg="add mod">
          <ac:chgData name="辻 隆嗣" userId="e32f038e-2dda-4b43-8b3e-d4cd8de163ec" providerId="ADAL" clId="{5417F1BE-7E87-44B6-B01F-0BFCF8E39514}" dt="2026-03-03T02:29:37.273" v="20970" actId="465"/>
          <ac:grpSpMkLst>
            <pc:docMk/>
            <pc:sldMk cId="2575810299" sldId="958"/>
            <ac:grpSpMk id="11" creationId="{6C4808BB-7EB8-B578-B6CC-AF87855540B3}"/>
          </ac:grpSpMkLst>
        </pc:grpChg>
        <pc:grpChg chg="add mod">
          <ac:chgData name="辻 隆嗣" userId="e32f038e-2dda-4b43-8b3e-d4cd8de163ec" providerId="ADAL" clId="{5417F1BE-7E87-44B6-B01F-0BFCF8E39514}" dt="2026-03-03T02:29:26.051" v="20969" actId="164"/>
          <ac:grpSpMkLst>
            <pc:docMk/>
            <pc:sldMk cId="2575810299" sldId="958"/>
            <ac:grpSpMk id="15" creationId="{F5E69C43-547F-73E1-3331-786EA8261221}"/>
          </ac:grpSpMkLst>
        </pc:grpChg>
        <pc:grpChg chg="add mod">
          <ac:chgData name="辻 隆嗣" userId="e32f038e-2dda-4b43-8b3e-d4cd8de163ec" providerId="ADAL" clId="{5417F1BE-7E87-44B6-B01F-0BFCF8E39514}" dt="2026-03-03T02:29:26.051" v="20969" actId="164"/>
          <ac:grpSpMkLst>
            <pc:docMk/>
            <pc:sldMk cId="2575810299" sldId="958"/>
            <ac:grpSpMk id="16" creationId="{68469D78-C497-07CE-FC9A-EBDC559B4C58}"/>
          </ac:grpSpMkLst>
        </pc:grpChg>
      </pc:sldChg>
      <pc:sldChg chg="delSp add mod">
        <pc:chgData name="辻 隆嗣" userId="e32f038e-2dda-4b43-8b3e-d4cd8de163ec" providerId="ADAL" clId="{5417F1BE-7E87-44B6-B01F-0BFCF8E39514}" dt="2026-03-03T02:31:17.477" v="20971" actId="478"/>
        <pc:sldMkLst>
          <pc:docMk/>
          <pc:sldMk cId="490314474" sldId="961"/>
        </pc:sldMkLst>
        <pc:spChg chg="del">
          <ac:chgData name="辻 隆嗣" userId="e32f038e-2dda-4b43-8b3e-d4cd8de163ec" providerId="ADAL" clId="{5417F1BE-7E87-44B6-B01F-0BFCF8E39514}" dt="2026-03-03T02:31:17.477" v="20971" actId="478"/>
          <ac:spMkLst>
            <pc:docMk/>
            <pc:sldMk cId="490314474" sldId="961"/>
            <ac:spMk id="4" creationId="{2293C209-A274-DDCA-2213-2545E18B8C29}"/>
          </ac:spMkLst>
        </pc:spChg>
      </pc:sldChg>
      <pc:sldChg chg="modSp mod">
        <pc:chgData name="辻 隆嗣" userId="e32f038e-2dda-4b43-8b3e-d4cd8de163ec" providerId="ADAL" clId="{5417F1BE-7E87-44B6-B01F-0BFCF8E39514}" dt="2026-03-03T02:48:09.336" v="21006"/>
        <pc:sldMkLst>
          <pc:docMk/>
          <pc:sldMk cId="2188131942" sldId="971"/>
        </pc:sldMkLst>
        <pc:graphicFrameChg chg="mod modGraphic">
          <ac:chgData name="辻 隆嗣" userId="e32f038e-2dda-4b43-8b3e-d4cd8de163ec" providerId="ADAL" clId="{5417F1BE-7E87-44B6-B01F-0BFCF8E39514}" dt="2026-03-03T02:48:09.336" v="21006"/>
          <ac:graphicFrameMkLst>
            <pc:docMk/>
            <pc:sldMk cId="2188131942" sldId="971"/>
            <ac:graphicFrameMk id="4" creationId="{86CD3068-5FDF-061F-02E7-01CDAEE3DBFB}"/>
          </ac:graphicFrameMkLst>
        </pc:graphicFrameChg>
      </pc:sldChg>
      <pc:sldChg chg="modSp add mod">
        <pc:chgData name="辻 隆嗣" userId="e32f038e-2dda-4b43-8b3e-d4cd8de163ec" providerId="ADAL" clId="{5417F1BE-7E87-44B6-B01F-0BFCF8E39514}" dt="2026-02-25T08:22:33.189" v="20308" actId="115"/>
        <pc:sldMkLst>
          <pc:docMk/>
          <pc:sldMk cId="2865370770" sldId="989"/>
        </pc:sldMkLst>
        <pc:graphicFrameChg chg="mod modGraphic">
          <ac:chgData name="辻 隆嗣" userId="e32f038e-2dda-4b43-8b3e-d4cd8de163ec" providerId="ADAL" clId="{5417F1BE-7E87-44B6-B01F-0BFCF8E39514}" dt="2026-02-25T08:22:33.189" v="20308" actId="115"/>
          <ac:graphicFrameMkLst>
            <pc:docMk/>
            <pc:sldMk cId="2865370770" sldId="989"/>
            <ac:graphicFrameMk id="6" creationId="{F6222FCF-66DE-EDE7-0FA9-2665602BD7C1}"/>
          </ac:graphicFrameMkLst>
        </pc:graphicFrameChg>
      </pc:sldChg>
      <pc:sldChg chg="modSp add mod">
        <pc:chgData name="辻 隆嗣" userId="e32f038e-2dda-4b43-8b3e-d4cd8de163ec" providerId="ADAL" clId="{5417F1BE-7E87-44B6-B01F-0BFCF8E39514}" dt="2026-02-25T08:35:46.981" v="20572" actId="2164"/>
        <pc:sldMkLst>
          <pc:docMk/>
          <pc:sldMk cId="3657850443" sldId="990"/>
        </pc:sldMkLst>
        <pc:graphicFrameChg chg="mod modGraphic">
          <ac:chgData name="辻 隆嗣" userId="e32f038e-2dda-4b43-8b3e-d4cd8de163ec" providerId="ADAL" clId="{5417F1BE-7E87-44B6-B01F-0BFCF8E39514}" dt="2026-02-25T08:35:46.981" v="20572" actId="2164"/>
          <ac:graphicFrameMkLst>
            <pc:docMk/>
            <pc:sldMk cId="3657850443" sldId="990"/>
            <ac:graphicFrameMk id="6" creationId="{367620EE-E62C-2BD3-41C4-3D0D9EDD4F2A}"/>
          </ac:graphicFrameMkLst>
        </pc:graphicFrameChg>
      </pc:sldChg>
    </pc:docChg>
  </pc:docChgLst>
  <pc:docChgLst>
    <pc:chgData name="MUIT　髙橋 博実" userId="S::hiromix222_msn.com#ext#@ccken.onmicrosoft.com::9d572560-7f87-4d11-90b9-a0fc016bcb45" providerId="AD" clId="Web-{B38F9148-D6E1-ED5E-115D-C422B38F34E1}"/>
    <pc:docChg chg="sldOrd">
      <pc:chgData name="MUIT　髙橋 博実" userId="S::hiromix222_msn.com#ext#@ccken.onmicrosoft.com::9d572560-7f87-4d11-90b9-a0fc016bcb45" providerId="AD" clId="Web-{B38F9148-D6E1-ED5E-115D-C422B38F34E1}" dt="2026-02-02T01:01:32.050" v="0"/>
      <pc:docMkLst>
        <pc:docMk/>
      </pc:docMkLst>
    </pc:docChg>
  </pc:docChgLst>
  <pc:docChgLst>
    <pc:chgData name="三菱UFJ銀行　佐藤 慶彦" userId="S::stsy441030_gmail.com#ext#@ccken.onmicrosoft.com::0bf3436e-58e3-4080-af77-4a98278a9ac3" providerId="AD" clId="Web-{41E63574-AD8B-573C-617D-E8C76D62BF85}"/>
    <pc:docChg chg="modSld sldOrd">
      <pc:chgData name="三菱UFJ銀行　佐藤 慶彦" userId="S::stsy441030_gmail.com#ext#@ccken.onmicrosoft.com::0bf3436e-58e3-4080-af77-4a98278a9ac3" providerId="AD" clId="Web-{41E63574-AD8B-573C-617D-E8C76D62BF85}" dt="2026-02-05T07:40:17.755" v="4"/>
      <pc:docMkLst>
        <pc:docMk/>
      </pc:docMkLst>
    </pc:docChg>
  </pc:docChgLst>
  <pc:docChgLst>
    <pc:chgData name="村上　淳" userId="0b8e6a16-2353-4e90-9a7d-8e4f0d078fbd" providerId="ADAL" clId="{BEAA5CF2-D809-47F7-82BC-D70155B4E606}"/>
    <pc:docChg chg="undo redo custSel addSld delSld modSld sldOrd modSection">
      <pc:chgData name="村上　淳" userId="0b8e6a16-2353-4e90-9a7d-8e4f0d078fbd" providerId="ADAL" clId="{BEAA5CF2-D809-47F7-82BC-D70155B4E606}" dt="2026-02-26T18:02:53.345" v="9755" actId="113"/>
      <pc:docMkLst>
        <pc:docMk/>
      </pc:docMkLst>
      <pc:sldChg chg="addSp delSp modSp new mod">
        <pc:chgData name="村上　淳" userId="0b8e6a16-2353-4e90-9a7d-8e4f0d078fbd" providerId="ADAL" clId="{BEAA5CF2-D809-47F7-82BC-D70155B4E606}" dt="2026-02-16T21:37:51.688" v="5008" actId="20577"/>
        <pc:sldMkLst>
          <pc:docMk/>
          <pc:sldMk cId="4236540724" sldId="928"/>
        </pc:sldMkLst>
        <pc:spChg chg="mod">
          <ac:chgData name="村上　淳" userId="0b8e6a16-2353-4e90-9a7d-8e4f0d078fbd" providerId="ADAL" clId="{BEAA5CF2-D809-47F7-82BC-D70155B4E606}" dt="2026-02-14T03:51:34.243" v="4503" actId="20577"/>
          <ac:spMkLst>
            <pc:docMk/>
            <pc:sldMk cId="4236540724" sldId="928"/>
            <ac:spMk id="3" creationId="{9E345483-FD87-EE47-CCD5-64F9091ACE4A}"/>
          </ac:spMkLst>
        </pc:spChg>
        <pc:graphicFrameChg chg="add mod modGraphic">
          <ac:chgData name="村上　淳" userId="0b8e6a16-2353-4e90-9a7d-8e4f0d078fbd" providerId="ADAL" clId="{BEAA5CF2-D809-47F7-82BC-D70155B4E606}" dt="2026-02-16T21:37:51.688" v="5008" actId="20577"/>
          <ac:graphicFrameMkLst>
            <pc:docMk/>
            <pc:sldMk cId="4236540724" sldId="928"/>
            <ac:graphicFrameMk id="4" creationId="{9A9385D8-EF1D-F4EE-74A1-BDE8AAE1BD74}"/>
          </ac:graphicFrameMkLst>
        </pc:graphicFrameChg>
      </pc:sldChg>
      <pc:sldChg chg="delSp mod">
        <pc:chgData name="村上　淳" userId="0b8e6a16-2353-4e90-9a7d-8e4f0d078fbd" providerId="ADAL" clId="{BEAA5CF2-D809-47F7-82BC-D70155B4E606}" dt="2026-02-26T13:55:10.684" v="5904" actId="478"/>
        <pc:sldMkLst>
          <pc:docMk/>
          <pc:sldMk cId="3913572286" sldId="963"/>
        </pc:sldMkLst>
      </pc:sldChg>
      <pc:sldChg chg="addSp delSp modSp add mod">
        <pc:chgData name="村上　淳" userId="0b8e6a16-2353-4e90-9a7d-8e4f0d078fbd" providerId="ADAL" clId="{BEAA5CF2-D809-47F7-82BC-D70155B4E606}" dt="2026-02-26T17:22:05.755" v="8925" actId="20577"/>
        <pc:sldMkLst>
          <pc:docMk/>
          <pc:sldMk cId="1056783319" sldId="1009"/>
        </pc:sldMkLst>
        <pc:spChg chg="mod">
          <ac:chgData name="村上　淳" userId="0b8e6a16-2353-4e90-9a7d-8e4f0d078fbd" providerId="ADAL" clId="{BEAA5CF2-D809-47F7-82BC-D70155B4E606}" dt="2026-02-26T17:22:05.755" v="8925" actId="20577"/>
          <ac:spMkLst>
            <pc:docMk/>
            <pc:sldMk cId="1056783319" sldId="1009"/>
            <ac:spMk id="3" creationId="{F28DF799-AB39-78A8-0B38-64C1D46B8BC3}"/>
          </ac:spMkLst>
        </pc:spChg>
        <pc:spChg chg="add mod">
          <ac:chgData name="村上　淳" userId="0b8e6a16-2353-4e90-9a7d-8e4f0d078fbd" providerId="ADAL" clId="{BEAA5CF2-D809-47F7-82BC-D70155B4E606}" dt="2026-02-26T16:36:51.738" v="7374" actId="1076"/>
          <ac:spMkLst>
            <pc:docMk/>
            <pc:sldMk cId="1056783319" sldId="1009"/>
            <ac:spMk id="10" creationId="{F87C80D3-A9A6-8203-089B-53E910A66DA5}"/>
          </ac:spMkLst>
        </pc:spChg>
        <pc:spChg chg="mod">
          <ac:chgData name="村上　淳" userId="0b8e6a16-2353-4e90-9a7d-8e4f0d078fbd" providerId="ADAL" clId="{BEAA5CF2-D809-47F7-82BC-D70155B4E606}" dt="2026-02-26T16:35:11.896" v="7326" actId="14100"/>
          <ac:spMkLst>
            <pc:docMk/>
            <pc:sldMk cId="1056783319" sldId="1009"/>
            <ac:spMk id="12" creationId="{A5463BC2-A0FA-1E64-0EC0-5B0194C3CF38}"/>
          </ac:spMkLst>
        </pc:spChg>
        <pc:spChg chg="mod">
          <ac:chgData name="村上　淳" userId="0b8e6a16-2353-4e90-9a7d-8e4f0d078fbd" providerId="ADAL" clId="{BEAA5CF2-D809-47F7-82BC-D70155B4E606}" dt="2026-02-26T16:23:21.458" v="7002" actId="571"/>
          <ac:spMkLst>
            <pc:docMk/>
            <pc:sldMk cId="1056783319" sldId="1009"/>
            <ac:spMk id="13" creationId="{64D03DA3-304A-D7E3-53E3-61D22FB986D1}"/>
          </ac:spMkLst>
        </pc:spChg>
        <pc:spChg chg="mod">
          <ac:chgData name="村上　淳" userId="0b8e6a16-2353-4e90-9a7d-8e4f0d078fbd" providerId="ADAL" clId="{BEAA5CF2-D809-47F7-82BC-D70155B4E606}" dt="2026-02-26T16:36:55.998" v="7386" actId="1076"/>
          <ac:spMkLst>
            <pc:docMk/>
            <pc:sldMk cId="1056783319" sldId="1009"/>
            <ac:spMk id="14" creationId="{DCC3DCC9-8352-A9AB-C2DD-26B8B8FDCF79}"/>
          </ac:spMkLst>
        </pc:spChg>
        <pc:spChg chg="mod">
          <ac:chgData name="村上　淳" userId="0b8e6a16-2353-4e90-9a7d-8e4f0d078fbd" providerId="ADAL" clId="{BEAA5CF2-D809-47F7-82BC-D70155B4E606}" dt="2026-02-26T16:23:21.458" v="7002" actId="571"/>
          <ac:spMkLst>
            <pc:docMk/>
            <pc:sldMk cId="1056783319" sldId="1009"/>
            <ac:spMk id="15" creationId="{05728ED5-1DCE-CD50-80ED-2C563FB6440C}"/>
          </ac:spMkLst>
        </pc:spChg>
        <pc:spChg chg="add mod ord">
          <ac:chgData name="村上　淳" userId="0b8e6a16-2353-4e90-9a7d-8e4f0d078fbd" providerId="ADAL" clId="{BEAA5CF2-D809-47F7-82BC-D70155B4E606}" dt="2026-02-26T16:36:51.445" v="7373" actId="1076"/>
          <ac:spMkLst>
            <pc:docMk/>
            <pc:sldMk cId="1056783319" sldId="1009"/>
            <ac:spMk id="18" creationId="{FD1D2E03-61A7-CF8C-8CF9-D118834CC18F}"/>
          </ac:spMkLst>
        </pc:spChg>
        <pc:spChg chg="add mod">
          <ac:chgData name="村上　淳" userId="0b8e6a16-2353-4e90-9a7d-8e4f0d078fbd" providerId="ADAL" clId="{BEAA5CF2-D809-47F7-82BC-D70155B4E606}" dt="2026-02-26T16:36:51.445" v="7373" actId="1076"/>
          <ac:spMkLst>
            <pc:docMk/>
            <pc:sldMk cId="1056783319" sldId="1009"/>
            <ac:spMk id="19" creationId="{8AD19679-0868-7FB7-F261-FC03A12DAC10}"/>
          </ac:spMkLst>
        </pc:spChg>
        <pc:spChg chg="add mod">
          <ac:chgData name="村上　淳" userId="0b8e6a16-2353-4e90-9a7d-8e4f0d078fbd" providerId="ADAL" clId="{BEAA5CF2-D809-47F7-82BC-D70155B4E606}" dt="2026-02-26T16:36:51.445" v="7373" actId="1076"/>
          <ac:spMkLst>
            <pc:docMk/>
            <pc:sldMk cId="1056783319" sldId="1009"/>
            <ac:spMk id="20" creationId="{E9FE7F4C-AD35-00E2-CC3C-E8C424EA303B}"/>
          </ac:spMkLst>
        </pc:spChg>
        <pc:spChg chg="add mod">
          <ac:chgData name="村上　淳" userId="0b8e6a16-2353-4e90-9a7d-8e4f0d078fbd" providerId="ADAL" clId="{BEAA5CF2-D809-47F7-82BC-D70155B4E606}" dt="2026-02-26T16:36:51.445" v="7373" actId="1076"/>
          <ac:spMkLst>
            <pc:docMk/>
            <pc:sldMk cId="1056783319" sldId="1009"/>
            <ac:spMk id="21" creationId="{94D58F3A-7F06-4A22-6421-A54010D9B518}"/>
          </ac:spMkLst>
        </pc:spChg>
        <pc:spChg chg="add mod">
          <ac:chgData name="村上　淳" userId="0b8e6a16-2353-4e90-9a7d-8e4f0d078fbd" providerId="ADAL" clId="{BEAA5CF2-D809-47F7-82BC-D70155B4E606}" dt="2026-02-26T16:36:58.587" v="7390" actId="403"/>
          <ac:spMkLst>
            <pc:docMk/>
            <pc:sldMk cId="1056783319" sldId="1009"/>
            <ac:spMk id="22" creationId="{D8EC787B-6671-C5C7-13F3-0C01A39AD718}"/>
          </ac:spMkLst>
        </pc:spChg>
        <pc:spChg chg="add mod">
          <ac:chgData name="村上　淳" userId="0b8e6a16-2353-4e90-9a7d-8e4f0d078fbd" providerId="ADAL" clId="{BEAA5CF2-D809-47F7-82BC-D70155B4E606}" dt="2026-02-26T16:36:55.643" v="7385" actId="403"/>
          <ac:spMkLst>
            <pc:docMk/>
            <pc:sldMk cId="1056783319" sldId="1009"/>
            <ac:spMk id="23" creationId="{6740960A-A474-F67E-5A30-FA88F3867E67}"/>
          </ac:spMkLst>
        </pc:spChg>
        <pc:spChg chg="add mod">
          <ac:chgData name="村上　淳" userId="0b8e6a16-2353-4e90-9a7d-8e4f0d078fbd" providerId="ADAL" clId="{BEAA5CF2-D809-47F7-82BC-D70155B4E606}" dt="2026-02-26T16:34:41.163" v="7323" actId="1076"/>
          <ac:spMkLst>
            <pc:docMk/>
            <pc:sldMk cId="1056783319" sldId="1009"/>
            <ac:spMk id="25" creationId="{B6A3789C-38AC-3CF0-FB68-DAF757916C44}"/>
          </ac:spMkLst>
        </pc:spChg>
        <pc:grpChg chg="mod">
          <ac:chgData name="村上　淳" userId="0b8e6a16-2353-4e90-9a7d-8e4f0d078fbd" providerId="ADAL" clId="{BEAA5CF2-D809-47F7-82BC-D70155B4E606}" dt="2026-02-26T16:23:21.458" v="7002" actId="571"/>
          <ac:grpSpMkLst>
            <pc:docMk/>
            <pc:sldMk cId="1056783319" sldId="1009"/>
            <ac:grpSpMk id="11" creationId="{A00FA8F3-2AFB-5367-0E53-0D42E12FD427}"/>
          </ac:grpSpMkLst>
        </pc:grpChg>
      </pc:sldChg>
      <pc:sldChg chg="modSp add mod">
        <pc:chgData name="村上　淳" userId="0b8e6a16-2353-4e90-9a7d-8e4f0d078fbd" providerId="ADAL" clId="{BEAA5CF2-D809-47F7-82BC-D70155B4E606}" dt="2026-02-26T17:21:58.544" v="8915" actId="20577"/>
        <pc:sldMkLst>
          <pc:docMk/>
          <pc:sldMk cId="865026807" sldId="1010"/>
        </pc:sldMkLst>
        <pc:spChg chg="mod">
          <ac:chgData name="村上　淳" userId="0b8e6a16-2353-4e90-9a7d-8e4f0d078fbd" providerId="ADAL" clId="{BEAA5CF2-D809-47F7-82BC-D70155B4E606}" dt="2026-02-26T17:21:58.544" v="8915" actId="20577"/>
          <ac:spMkLst>
            <pc:docMk/>
            <pc:sldMk cId="865026807" sldId="1010"/>
            <ac:spMk id="3" creationId="{63BB8BCB-F115-5A53-5C11-892947A2C762}"/>
          </ac:spMkLst>
        </pc:spChg>
        <pc:spChg chg="mod">
          <ac:chgData name="村上　淳" userId="0b8e6a16-2353-4e90-9a7d-8e4f0d078fbd" providerId="ADAL" clId="{BEAA5CF2-D809-47F7-82BC-D70155B4E606}" dt="2026-02-26T17:06:08.573" v="8292" actId="1076"/>
          <ac:spMkLst>
            <pc:docMk/>
            <pc:sldMk cId="865026807" sldId="1010"/>
            <ac:spMk id="10" creationId="{750B34C1-58B0-07F3-8663-07BDB2705F47}"/>
          </ac:spMkLst>
        </pc:spChg>
        <pc:spChg chg="mod">
          <ac:chgData name="村上　淳" userId="0b8e6a16-2353-4e90-9a7d-8e4f0d078fbd" providerId="ADAL" clId="{BEAA5CF2-D809-47F7-82BC-D70155B4E606}" dt="2026-02-26T16:37:29.664" v="7410" actId="20577"/>
          <ac:spMkLst>
            <pc:docMk/>
            <pc:sldMk cId="865026807" sldId="1010"/>
            <ac:spMk id="13" creationId="{658C6FAE-F70B-D408-3706-020CF194491E}"/>
          </ac:spMkLst>
        </pc:spChg>
        <pc:spChg chg="mod">
          <ac:chgData name="村上　淳" userId="0b8e6a16-2353-4e90-9a7d-8e4f0d078fbd" providerId="ADAL" clId="{BEAA5CF2-D809-47F7-82BC-D70155B4E606}" dt="2026-02-26T17:06:42.099" v="8334" actId="6549"/>
          <ac:spMkLst>
            <pc:docMk/>
            <pc:sldMk cId="865026807" sldId="1010"/>
            <ac:spMk id="14" creationId="{AFBA9317-3702-693B-E3DC-48EF94B07BAB}"/>
          </ac:spMkLst>
        </pc:spChg>
        <pc:spChg chg="mod">
          <ac:chgData name="村上　淳" userId="0b8e6a16-2353-4e90-9a7d-8e4f0d078fbd" providerId="ADAL" clId="{BEAA5CF2-D809-47F7-82BC-D70155B4E606}" dt="2026-02-26T16:37:23.934" v="7394" actId="20577"/>
          <ac:spMkLst>
            <pc:docMk/>
            <pc:sldMk cId="865026807" sldId="1010"/>
            <ac:spMk id="15" creationId="{D4C70DD5-9721-073E-ADB1-897B71FAD97D}"/>
          </ac:spMkLst>
        </pc:spChg>
        <pc:spChg chg="mod">
          <ac:chgData name="村上　淳" userId="0b8e6a16-2353-4e90-9a7d-8e4f0d078fbd" providerId="ADAL" clId="{BEAA5CF2-D809-47F7-82BC-D70155B4E606}" dt="2026-02-26T17:06:08.573" v="8292" actId="1076"/>
          <ac:spMkLst>
            <pc:docMk/>
            <pc:sldMk cId="865026807" sldId="1010"/>
            <ac:spMk id="18" creationId="{C41D42B4-3E69-D3CE-1FFC-81970EFA2929}"/>
          </ac:spMkLst>
        </pc:spChg>
        <pc:spChg chg="mod">
          <ac:chgData name="村上　淳" userId="0b8e6a16-2353-4e90-9a7d-8e4f0d078fbd" providerId="ADAL" clId="{BEAA5CF2-D809-47F7-82BC-D70155B4E606}" dt="2026-02-26T17:06:08.573" v="8292" actId="1076"/>
          <ac:spMkLst>
            <pc:docMk/>
            <pc:sldMk cId="865026807" sldId="1010"/>
            <ac:spMk id="19" creationId="{5E08F347-856B-8135-4FDA-FB42DF253260}"/>
          </ac:spMkLst>
        </pc:spChg>
        <pc:spChg chg="mod">
          <ac:chgData name="村上　淳" userId="0b8e6a16-2353-4e90-9a7d-8e4f0d078fbd" providerId="ADAL" clId="{BEAA5CF2-D809-47F7-82BC-D70155B4E606}" dt="2026-02-26T16:38:50.848" v="7482" actId="20577"/>
          <ac:spMkLst>
            <pc:docMk/>
            <pc:sldMk cId="865026807" sldId="1010"/>
            <ac:spMk id="20" creationId="{9B06F5A0-09F9-EDB2-23AC-802AE5CD39B7}"/>
          </ac:spMkLst>
        </pc:spChg>
        <pc:spChg chg="mod">
          <ac:chgData name="村上　淳" userId="0b8e6a16-2353-4e90-9a7d-8e4f0d078fbd" providerId="ADAL" clId="{BEAA5CF2-D809-47F7-82BC-D70155B4E606}" dt="2026-02-26T17:17:41.094" v="8687" actId="20577"/>
          <ac:spMkLst>
            <pc:docMk/>
            <pc:sldMk cId="865026807" sldId="1010"/>
            <ac:spMk id="22" creationId="{F13063F6-E504-B8DE-9AB3-6DF43510DC4D}"/>
          </ac:spMkLst>
        </pc:spChg>
        <pc:spChg chg="mod">
          <ac:chgData name="村上　淳" userId="0b8e6a16-2353-4e90-9a7d-8e4f0d078fbd" providerId="ADAL" clId="{BEAA5CF2-D809-47F7-82BC-D70155B4E606}" dt="2026-02-26T17:21:36.227" v="8904" actId="20577"/>
          <ac:spMkLst>
            <pc:docMk/>
            <pc:sldMk cId="865026807" sldId="1010"/>
            <ac:spMk id="23" creationId="{A437D224-E90A-A39D-0CEC-935B8BE7A8BA}"/>
          </ac:spMkLst>
        </pc:spChg>
        <pc:spChg chg="mod">
          <ac:chgData name="村上　淳" userId="0b8e6a16-2353-4e90-9a7d-8e4f0d078fbd" providerId="ADAL" clId="{BEAA5CF2-D809-47F7-82BC-D70155B4E606}" dt="2026-02-26T17:20:22.155" v="8832" actId="20577"/>
          <ac:spMkLst>
            <pc:docMk/>
            <pc:sldMk cId="865026807" sldId="1010"/>
            <ac:spMk id="25" creationId="{D030D5E2-5076-2CF4-D9EF-FBD0C0C4CD59}"/>
          </ac:spMkLst>
        </pc:spChg>
      </pc:sldChg>
      <pc:sldChg chg="addSp delSp modSp add mod">
        <pc:chgData name="村上　淳" userId="0b8e6a16-2353-4e90-9a7d-8e4f0d078fbd" providerId="ADAL" clId="{BEAA5CF2-D809-47F7-82BC-D70155B4E606}" dt="2026-02-26T18:02:53.345" v="9755" actId="113"/>
        <pc:sldMkLst>
          <pc:docMk/>
          <pc:sldMk cId="3418834785" sldId="1011"/>
        </pc:sldMkLst>
        <pc:spChg chg="mod">
          <ac:chgData name="村上　淳" userId="0b8e6a16-2353-4e90-9a7d-8e4f0d078fbd" providerId="ADAL" clId="{BEAA5CF2-D809-47F7-82BC-D70155B4E606}" dt="2026-02-26T17:46:49.276" v="9049" actId="20577"/>
          <ac:spMkLst>
            <pc:docMk/>
            <pc:sldMk cId="3418834785" sldId="1011"/>
            <ac:spMk id="10" creationId="{18886D78-94BE-92E9-0AEB-388FA537048A}"/>
          </ac:spMkLst>
        </pc:spChg>
        <pc:spChg chg="mod">
          <ac:chgData name="村上　淳" userId="0b8e6a16-2353-4e90-9a7d-8e4f0d078fbd" providerId="ADAL" clId="{BEAA5CF2-D809-47F7-82BC-D70155B4E606}" dt="2026-02-26T17:22:33.951" v="8932"/>
          <ac:spMkLst>
            <pc:docMk/>
            <pc:sldMk cId="3418834785" sldId="1011"/>
            <ac:spMk id="13" creationId="{904C0D19-5A9C-65F7-8CB8-E63BF0F4384A}"/>
          </ac:spMkLst>
        </pc:spChg>
        <pc:spChg chg="mod">
          <ac:chgData name="村上　淳" userId="0b8e6a16-2353-4e90-9a7d-8e4f0d078fbd" providerId="ADAL" clId="{BEAA5CF2-D809-47F7-82BC-D70155B4E606}" dt="2026-02-26T18:02:32.474" v="9749" actId="115"/>
          <ac:spMkLst>
            <pc:docMk/>
            <pc:sldMk cId="3418834785" sldId="1011"/>
            <ac:spMk id="14" creationId="{402CB6AF-B85F-5109-5FBA-7EDDBFB63B63}"/>
          </ac:spMkLst>
        </pc:spChg>
        <pc:spChg chg="mod">
          <ac:chgData name="村上　淳" userId="0b8e6a16-2353-4e90-9a7d-8e4f0d078fbd" providerId="ADAL" clId="{BEAA5CF2-D809-47F7-82BC-D70155B4E606}" dt="2026-02-26T17:22:23.227" v="8929" actId="20577"/>
          <ac:spMkLst>
            <pc:docMk/>
            <pc:sldMk cId="3418834785" sldId="1011"/>
            <ac:spMk id="15" creationId="{A027CAD1-B2FD-12B3-BA66-63B5E7C74636}"/>
          </ac:spMkLst>
        </pc:spChg>
        <pc:spChg chg="add mod">
          <ac:chgData name="村上　淳" userId="0b8e6a16-2353-4e90-9a7d-8e4f0d078fbd" providerId="ADAL" clId="{BEAA5CF2-D809-47F7-82BC-D70155B4E606}" dt="2026-02-26T18:00:02.187" v="9552" actId="1076"/>
          <ac:spMkLst>
            <pc:docMk/>
            <pc:sldMk cId="3418834785" sldId="1011"/>
            <ac:spMk id="16" creationId="{B4586D1C-D8CD-0BAA-2621-EA1C0B7F4D61}"/>
          </ac:spMkLst>
        </pc:spChg>
        <pc:spChg chg="add del">
          <ac:chgData name="村上　淳" userId="0b8e6a16-2353-4e90-9a7d-8e4f0d078fbd" providerId="ADAL" clId="{BEAA5CF2-D809-47F7-82BC-D70155B4E606}" dt="2026-02-26T17:27:47.524" v="8943" actId="478"/>
          <ac:spMkLst>
            <pc:docMk/>
            <pc:sldMk cId="3418834785" sldId="1011"/>
            <ac:spMk id="18" creationId="{E7AF780C-D8BB-4FE5-C675-B6770F65C799}"/>
          </ac:spMkLst>
        </pc:spChg>
        <pc:spChg chg="add del mod">
          <ac:chgData name="村上　淳" userId="0b8e6a16-2353-4e90-9a7d-8e4f0d078fbd" providerId="ADAL" clId="{BEAA5CF2-D809-47F7-82BC-D70155B4E606}" dt="2026-02-26T17:27:58.185" v="8961" actId="20577"/>
          <ac:spMkLst>
            <pc:docMk/>
            <pc:sldMk cId="3418834785" sldId="1011"/>
            <ac:spMk id="19" creationId="{1BADC45A-B5E8-8E9F-D3D0-DD0CCC591892}"/>
          </ac:spMkLst>
        </pc:spChg>
        <pc:spChg chg="add del mod">
          <ac:chgData name="村上　淳" userId="0b8e6a16-2353-4e90-9a7d-8e4f0d078fbd" providerId="ADAL" clId="{BEAA5CF2-D809-47F7-82BC-D70155B4E606}" dt="2026-02-26T17:57:37.614" v="9386" actId="1076"/>
          <ac:spMkLst>
            <pc:docMk/>
            <pc:sldMk cId="3418834785" sldId="1011"/>
            <ac:spMk id="22" creationId="{18D12FEE-BAC1-C8B4-2CCC-695D6E553966}"/>
          </ac:spMkLst>
        </pc:spChg>
        <pc:spChg chg="mod">
          <ac:chgData name="村上　淳" userId="0b8e6a16-2353-4e90-9a7d-8e4f0d078fbd" providerId="ADAL" clId="{BEAA5CF2-D809-47F7-82BC-D70155B4E606}" dt="2026-02-26T18:02:53.345" v="9755" actId="113"/>
          <ac:spMkLst>
            <pc:docMk/>
            <pc:sldMk cId="3418834785" sldId="1011"/>
            <ac:spMk id="25" creationId="{324EC020-6C76-C5FB-15F8-4975E6CD5A1A}"/>
          </ac:spMkLst>
        </pc:spChg>
        <pc:picChg chg="add mod modCrop">
          <ac:chgData name="村上　淳" userId="0b8e6a16-2353-4e90-9a7d-8e4f0d078fbd" providerId="ADAL" clId="{BEAA5CF2-D809-47F7-82BC-D70155B4E606}" dt="2026-02-26T17:58:25.415" v="9398" actId="1076"/>
          <ac:picMkLst>
            <pc:docMk/>
            <pc:sldMk cId="3418834785" sldId="1011"/>
            <ac:picMk id="8" creationId="{62473BCF-AA2C-7B85-FF26-BF50EC29D29D}"/>
          </ac:picMkLst>
        </pc:picChg>
      </pc:sldChg>
    </pc:docChg>
  </pc:docChgLst>
  <pc:docChgLst>
    <pc:chgData name="MUIT　土屋 遼太郎" userId="S::ryoukunjajaan4127_gmail.com#ext#@ccken.onmicrosoft.com::fd1358ce-a2d5-4118-97fd-140e7e3174f1" providerId="AD" clId="Web-{8AB16D50-6359-A4CA-9171-FB390D8A2AB3}"/>
    <pc:docChg chg="modSld">
      <pc:chgData name="MUIT　土屋 遼太郎" userId="S::ryoukunjajaan4127_gmail.com#ext#@ccken.onmicrosoft.com::fd1358ce-a2d5-4118-97fd-140e7e3174f1" providerId="AD" clId="Web-{8AB16D50-6359-A4CA-9171-FB390D8A2AB3}" dt="2026-02-04T15:19:59.382" v="1" actId="14100"/>
      <pc:docMkLst>
        <pc:docMk/>
      </pc:docMkLst>
    </pc:docChg>
  </pc:docChgLst>
  <pc:docChgLst>
    <pc:chgData name="主査　福島 直人" userId="S::naoto_2_fukushima@ccken.onmicrosoft.com::8f548a50-3d4a-4660-b17c-82fdb2003fd5" providerId="AD" clId="Web-{A661C6C6-18A8-466C-9265-B601474E1747}"/>
    <pc:docChg chg="delSld modSld modSection">
      <pc:chgData name="主査　福島 直人" userId="S::naoto_2_fukushima@ccken.onmicrosoft.com::8f548a50-3d4a-4660-b17c-82fdb2003fd5" providerId="AD" clId="Web-{A661C6C6-18A8-466C-9265-B601474E1747}" dt="2026-02-10T02:33:40.511" v="404" actId="20577"/>
      <pc:docMkLst>
        <pc:docMk/>
      </pc:docMkLst>
      <pc:sldChg chg="modSp">
        <pc:chgData name="主査　福島 直人" userId="S::naoto_2_fukushima@ccken.onmicrosoft.com::8f548a50-3d4a-4660-b17c-82fdb2003fd5" providerId="AD" clId="Web-{A661C6C6-18A8-466C-9265-B601474E1747}" dt="2026-02-10T02:27:29.859" v="328"/>
        <pc:sldMkLst>
          <pc:docMk/>
          <pc:sldMk cId="1666554009" sldId="885"/>
        </pc:sldMkLst>
        <pc:graphicFrameChg chg="mod modGraphic">
          <ac:chgData name="主査　福島 直人" userId="S::naoto_2_fukushima@ccken.onmicrosoft.com::8f548a50-3d4a-4660-b17c-82fdb2003fd5" providerId="AD" clId="Web-{A661C6C6-18A8-466C-9265-B601474E1747}" dt="2026-02-10T02:27:29.859" v="328"/>
          <ac:graphicFrameMkLst>
            <pc:docMk/>
            <pc:sldMk cId="1666554009" sldId="885"/>
            <ac:graphicFrameMk id="6" creationId="{A8D57CB2-3FB8-350B-2A76-AB28ACF735FB}"/>
          </ac:graphicFrameMkLst>
        </pc:graphicFrameChg>
      </pc:sldChg>
    </pc:docChg>
  </pc:docChgLst>
  <pc:docChgLst>
    <pc:chgData name="三菱UFJ信託銀行　網野 智仁" userId="S::tomohito_amino@ccken.onmicrosoft.com::f8474316-ab6c-4136-bc0a-a68b4c48cb80" providerId="AD" clId="Web-{BEFB0014-9DD0-B0D5-9DE1-3F3D83A81AC1}"/>
    <pc:docChg chg="modSld">
      <pc:chgData name="三菱UFJ信託銀行　網野 智仁" userId="S::tomohito_amino@ccken.onmicrosoft.com::f8474316-ab6c-4136-bc0a-a68b4c48cb80" providerId="AD" clId="Web-{BEFB0014-9DD0-B0D5-9DE1-3F3D83A81AC1}" dt="2026-02-18T15:02:32.148" v="301" actId="20577"/>
      <pc:docMkLst>
        <pc:docMk/>
      </pc:docMkLst>
      <pc:sldChg chg="modSp">
        <pc:chgData name="三菱UFJ信託銀行　網野 智仁" userId="S::tomohito_amino@ccken.onmicrosoft.com::f8474316-ab6c-4136-bc0a-a68b4c48cb80" providerId="AD" clId="Web-{BEFB0014-9DD0-B0D5-9DE1-3F3D83A81AC1}" dt="2026-02-18T14:35:33.889" v="20" actId="20577"/>
        <pc:sldMkLst>
          <pc:docMk/>
          <pc:sldMk cId="4077408376" sldId="962"/>
        </pc:sldMkLst>
        <pc:spChg chg="mod">
          <ac:chgData name="三菱UFJ信託銀行　網野 智仁" userId="S::tomohito_amino@ccken.onmicrosoft.com::f8474316-ab6c-4136-bc0a-a68b4c48cb80" providerId="AD" clId="Web-{BEFB0014-9DD0-B0D5-9DE1-3F3D83A81AC1}" dt="2026-02-18T14:35:33.889" v="20" actId="20577"/>
          <ac:spMkLst>
            <pc:docMk/>
            <pc:sldMk cId="4077408376" sldId="962"/>
            <ac:spMk id="22" creationId="{54EC706D-632B-1154-C001-0AD3FE3EA28D}"/>
          </ac:spMkLst>
        </pc:spChg>
      </pc:sldChg>
      <pc:sldChg chg="modSp">
        <pc:chgData name="三菱UFJ信託銀行　網野 智仁" userId="S::tomohito_amino@ccken.onmicrosoft.com::f8474316-ab6c-4136-bc0a-a68b4c48cb80" providerId="AD" clId="Web-{BEFB0014-9DD0-B0D5-9DE1-3F3D83A81AC1}" dt="2026-02-18T14:34:56.964" v="17" actId="20577"/>
        <pc:sldMkLst>
          <pc:docMk/>
          <pc:sldMk cId="3913572286" sldId="963"/>
        </pc:sldMkLst>
        <pc:spChg chg="mod">
          <ac:chgData name="三菱UFJ信託銀行　網野 智仁" userId="S::tomohito_amino@ccken.onmicrosoft.com::f8474316-ab6c-4136-bc0a-a68b4c48cb80" providerId="AD" clId="Web-{BEFB0014-9DD0-B0D5-9DE1-3F3D83A81AC1}" dt="2026-02-18T14:34:56.964" v="17" actId="20577"/>
          <ac:spMkLst>
            <pc:docMk/>
            <pc:sldMk cId="3913572286" sldId="963"/>
            <ac:spMk id="10" creationId="{DC55178E-5128-52D5-AB2D-4C5DCBB21AD3}"/>
          </ac:spMkLst>
        </pc:spChg>
      </pc:sldChg>
    </pc:docChg>
  </pc:docChgLst>
  <pc:docChgLst>
    <pc:chgData name="明治安田　荻野 純平" userId="S::jy-ogino@ccken.onmicrosoft.com::27cba3d8-e4d3-428c-9353-43187c47438c" providerId="AD" clId="Web-{37518018-671E-4B3B-879D-3C7BF3F364E6}"/>
    <pc:docChg chg="modSld">
      <pc:chgData name="明治安田　荻野 純平" userId="S::jy-ogino@ccken.onmicrosoft.com::27cba3d8-e4d3-428c-9353-43187c47438c" providerId="AD" clId="Web-{37518018-671E-4B3B-879D-3C7BF3F364E6}" dt="2026-02-26T15:13:22.626" v="18" actId="20577"/>
      <pc:docMkLst>
        <pc:docMk/>
      </pc:docMkLst>
      <pc:sldChg chg="modSp">
        <pc:chgData name="明治安田　荻野 純平" userId="S::jy-ogino@ccken.onmicrosoft.com::27cba3d8-e4d3-428c-9353-43187c47438c" providerId="AD" clId="Web-{37518018-671E-4B3B-879D-3C7BF3F364E6}" dt="2026-02-26T15:13:22.626" v="18" actId="20577"/>
        <pc:sldMkLst>
          <pc:docMk/>
          <pc:sldMk cId="433359686" sldId="1008"/>
        </pc:sldMkLst>
        <pc:spChg chg="mod">
          <ac:chgData name="明治安田　荻野 純平" userId="S::jy-ogino@ccken.onmicrosoft.com::27cba3d8-e4d3-428c-9353-43187c47438c" providerId="AD" clId="Web-{37518018-671E-4B3B-879D-3C7BF3F364E6}" dt="2026-02-26T15:13:22.626" v="18" actId="20577"/>
          <ac:spMkLst>
            <pc:docMk/>
            <pc:sldMk cId="433359686" sldId="1008"/>
            <ac:spMk id="102" creationId="{0DB7154A-9423-8777-3CA7-F333C5E91EFC}"/>
          </ac:spMkLst>
        </pc:spChg>
        <pc:spChg chg="mod">
          <ac:chgData name="明治安田　荻野 純平" userId="S::jy-ogino@ccken.onmicrosoft.com::27cba3d8-e4d3-428c-9353-43187c47438c" providerId="AD" clId="Web-{37518018-671E-4B3B-879D-3C7BF3F364E6}" dt="2026-02-26T15:13:15.594" v="17" actId="20577"/>
          <ac:spMkLst>
            <pc:docMk/>
            <pc:sldMk cId="433359686" sldId="1008"/>
            <ac:spMk id="106" creationId="{44D63749-B564-413B-B974-DFDEF7B56650}"/>
          </ac:spMkLst>
        </pc:spChg>
      </pc:sldChg>
    </pc:docChg>
  </pc:docChgLst>
  <pc:docChgLst>
    <pc:chgData name="ono kanta/0888989/小野　幹太" userId="S::kanta.ono.ma_mcgc.com#ext#@ccken.onmicrosoft.com::dfbd62e6-aad9-430f-8c23-c5eb0da84986" providerId="AD" clId="Web-{C35EC127-53F7-BF22-DB4D-079F067F6C46}"/>
    <pc:docChg chg="modSld">
      <pc:chgData name="ono kanta/0888989/小野　幹太" userId="S::kanta.ono.ma_mcgc.com#ext#@ccken.onmicrosoft.com::dfbd62e6-aad9-430f-8c23-c5eb0da84986" providerId="AD" clId="Web-{C35EC127-53F7-BF22-DB4D-079F067F6C46}" dt="2026-02-12T07:48:48.726" v="17"/>
      <pc:docMkLst>
        <pc:docMk/>
      </pc:docMkLst>
    </pc:docChg>
  </pc:docChgLst>
  <pc:docChgLst>
    <pc:chgData name="三菱UFJ信託銀行　網野 智仁" userId="S::tomohito_amino@ccken.onmicrosoft.com::f8474316-ab6c-4136-bc0a-a68b4c48cb80" providerId="AD" clId="Web-{0DC9B0B9-4B8F-FBAF-D6CE-115C9E6D17F8}"/>
    <pc:docChg chg="modSld">
      <pc:chgData name="三菱UFJ信託銀行　網野 智仁" userId="S::tomohito_amino@ccken.onmicrosoft.com::f8474316-ab6c-4136-bc0a-a68b4c48cb80" providerId="AD" clId="Web-{0DC9B0B9-4B8F-FBAF-D6CE-115C9E6D17F8}" dt="2026-02-05T08:27:10.805" v="13" actId="20577"/>
      <pc:docMkLst>
        <pc:docMk/>
      </pc:docMkLst>
      <pc:sldChg chg="modSp modCm">
        <pc:chgData name="三菱UFJ信託銀行　網野 智仁" userId="S::tomohito_amino@ccken.onmicrosoft.com::f8474316-ab6c-4136-bc0a-a68b4c48cb80" providerId="AD" clId="Web-{0DC9B0B9-4B8F-FBAF-D6CE-115C9E6D17F8}" dt="2026-02-05T08:27:10.805" v="13" actId="20577"/>
        <pc:sldMkLst>
          <pc:docMk/>
          <pc:sldMk cId="2863164929" sldId="773"/>
        </pc:sldMkLst>
        <pc:spChg chg="mod">
          <ac:chgData name="三菱UFJ信託銀行　網野 智仁" userId="S::tomohito_amino@ccken.onmicrosoft.com::f8474316-ab6c-4136-bc0a-a68b4c48cb80" providerId="AD" clId="Web-{0DC9B0B9-4B8F-FBAF-D6CE-115C9E6D17F8}" dt="2026-02-05T08:27:10.805" v="13" actId="20577"/>
          <ac:spMkLst>
            <pc:docMk/>
            <pc:sldMk cId="2863164929" sldId="773"/>
            <ac:spMk id="11" creationId="{EAA32C65-6221-F52E-FD71-8495FDEFED2E}"/>
          </ac:spMkLst>
        </pc:spChg>
        <pc:spChg chg="mod">
          <ac:chgData name="三菱UFJ信託銀行　網野 智仁" userId="S::tomohito_amino@ccken.onmicrosoft.com::f8474316-ab6c-4136-bc0a-a68b4c48cb80" providerId="AD" clId="Web-{0DC9B0B9-4B8F-FBAF-D6CE-115C9E6D17F8}" dt="2026-02-05T08:27:01.023" v="10" actId="20577"/>
          <ac:spMkLst>
            <pc:docMk/>
            <pc:sldMk cId="2863164929" sldId="773"/>
            <ac:spMk id="16" creationId="{376FFBE3-3FC4-D1DA-7323-AE428AA8AB3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三菱UFJ信託銀行　網野 智仁" userId="S::tomohito_amino@ccken.onmicrosoft.com::f8474316-ab6c-4136-bc0a-a68b4c48cb80" providerId="AD" clId="Web-{0DC9B0B9-4B8F-FBAF-D6CE-115C9E6D17F8}" dt="2026-02-05T08:26:57.961" v="9" actId="20577"/>
              <pc2:cmMkLst xmlns:pc2="http://schemas.microsoft.com/office/powerpoint/2019/9/main/command">
                <pc:docMk/>
                <pc:sldMk cId="2863164929" sldId="773"/>
                <pc2:cmMk id="{60ED2862-3758-4C29-B0CE-18BA170BE44F}"/>
              </pc2:cmMkLst>
            </pc226:cmChg>
          </p:ext>
        </pc:extLst>
      </pc:sldChg>
    </pc:docChg>
  </pc:docChgLst>
  <pc:docChgLst>
    <pc:chgData name="村上　淳" userId="S::ji-murakami@ccken.onmicrosoft.com::0b8e6a16-2353-4e90-9a7d-8e4f0d078fbd" providerId="AD" clId="Web-{D0E1380E-BA2C-EF0D-29A8-D992EA076AF8}"/>
    <pc:docChg chg="delSld modSection">
      <pc:chgData name="村上　淳" userId="S::ji-murakami@ccken.onmicrosoft.com::0b8e6a16-2353-4e90-9a7d-8e4f0d078fbd" providerId="AD" clId="Web-{D0E1380E-BA2C-EF0D-29A8-D992EA076AF8}" dt="2026-02-26T14:26:15.995" v="5"/>
      <pc:docMkLst>
        <pc:docMk/>
      </pc:docMkLst>
    </pc:docChg>
  </pc:docChgLst>
  <pc:docChgLst>
    <pc:chgData name="村上　淳" userId="S::ji-murakami@ccken.onmicrosoft.com::0b8e6a16-2353-4e90-9a7d-8e4f0d078fbd" providerId="AD" clId="Web-{230F0E27-60B2-14C6-D3D7-FAA5633EDCB6}"/>
    <pc:docChg chg="modSld">
      <pc:chgData name="村上　淳" userId="S::ji-murakami@ccken.onmicrosoft.com::0b8e6a16-2353-4e90-9a7d-8e4f0d078fbd" providerId="AD" clId="Web-{230F0E27-60B2-14C6-D3D7-FAA5633EDCB6}" dt="2026-02-14T03:55:47.604" v="8"/>
      <pc:docMkLst>
        <pc:docMk/>
      </pc:docMkLst>
      <pc:sldChg chg="modSp">
        <pc:chgData name="村上　淳" userId="S::ji-murakami@ccken.onmicrosoft.com::0b8e6a16-2353-4e90-9a7d-8e4f0d078fbd" providerId="AD" clId="Web-{230F0E27-60B2-14C6-D3D7-FAA5633EDCB6}" dt="2026-02-14T03:55:47.604" v="8"/>
        <pc:sldMkLst>
          <pc:docMk/>
          <pc:sldMk cId="4236540724" sldId="928"/>
        </pc:sldMkLst>
        <pc:graphicFrameChg chg="mod modGraphic">
          <ac:chgData name="村上　淳" userId="S::ji-murakami@ccken.onmicrosoft.com::0b8e6a16-2353-4e90-9a7d-8e4f0d078fbd" providerId="AD" clId="Web-{230F0E27-60B2-14C6-D3D7-FAA5633EDCB6}" dt="2026-02-14T03:55:47.604" v="8"/>
          <ac:graphicFrameMkLst>
            <pc:docMk/>
            <pc:sldMk cId="4236540724" sldId="928"/>
            <ac:graphicFrameMk id="4" creationId="{9A9385D8-EF1D-F4EE-74A1-BDE8AAE1BD74}"/>
          </ac:graphicFrameMkLst>
        </pc:graphicFrameChg>
      </pc:sldChg>
    </pc:docChg>
  </pc:docChgLst>
  <pc:docChgLst>
    <pc:chgData name="明治安田　荻野 純平" userId="S::jy-ogino@ccken.onmicrosoft.com::27cba3d8-e4d3-428c-9353-43187c47438c" providerId="AD" clId="Web-{AB0E568D-D6B3-60E5-C910-4928E23B2B43}"/>
    <pc:docChg chg="addSld modSld modSection">
      <pc:chgData name="明治安田　荻野 純平" userId="S::jy-ogino@ccken.onmicrosoft.com::27cba3d8-e4d3-428c-9353-43187c47438c" providerId="AD" clId="Web-{AB0E568D-D6B3-60E5-C910-4928E23B2B43}" dt="2026-02-23T22:21:48.406" v="15"/>
      <pc:docMkLst>
        <pc:docMk/>
      </pc:docMkLst>
      <pc:sldChg chg="add">
        <pc:chgData name="明治安田　荻野 純平" userId="S::jy-ogino@ccken.onmicrosoft.com::27cba3d8-e4d3-428c-9353-43187c47438c" providerId="AD" clId="Web-{AB0E568D-D6B3-60E5-C910-4928E23B2B43}" dt="2026-02-23T22:19:25.156" v="2"/>
        <pc:sldMkLst>
          <pc:docMk/>
          <pc:sldMk cId="3546692421" sldId="980"/>
        </pc:sldMkLst>
      </pc:sldChg>
      <pc:sldChg chg="add">
        <pc:chgData name="明治安田　荻野 純平" userId="S::jy-ogino@ccken.onmicrosoft.com::27cba3d8-e4d3-428c-9353-43187c47438c" providerId="AD" clId="Web-{AB0E568D-D6B3-60E5-C910-4928E23B2B43}" dt="2026-02-23T22:19:25.531" v="5"/>
        <pc:sldMkLst>
          <pc:docMk/>
          <pc:sldMk cId="2912982522" sldId="983"/>
        </pc:sldMkLst>
      </pc:sldChg>
    </pc:docChg>
  </pc:docChgLst>
  <pc:docChgLst>
    <pc:chgData name="masazaki yoshihiro/6201258/昌崎　良浩" userId="S::yoshihiro.masazaki.mk_mcgc.com#ext#@ccken.onmicrosoft.com::338b9127-7fcd-4e96-b095-c08a802489d5" providerId="AD" clId="Web-{E4E12434-E0D5-C538-0E72-D651F69DF734}"/>
    <pc:docChg chg="addSld modSld sldOrd modSection">
      <pc:chgData name="masazaki yoshihiro/6201258/昌崎　良浩" userId="S::yoshihiro.masazaki.mk_mcgc.com#ext#@ccken.onmicrosoft.com::338b9127-7fcd-4e96-b095-c08a802489d5" providerId="AD" clId="Web-{E4E12434-E0D5-C538-0E72-D651F69DF734}" dt="2026-02-12T09:10:59.165" v="43" actId="20577"/>
      <pc:docMkLst>
        <pc:docMk/>
      </pc:docMkLst>
    </pc:docChg>
  </pc:docChgLst>
  <pc:docChgLst>
    <pc:chgData name="辻 隆嗣" userId="S::takashi_tsuji_kirin.co.jp#ext#@ccken.onmicrosoft.com::66bd25c5-6a19-4bfe-b72e-b916c98b8eb2" providerId="AD" clId="Web-{C0C2407B-5618-1DC4-E68B-5FD8ABF87E42}"/>
    <pc:docChg chg="modSld">
      <pc:chgData name="辻 隆嗣" userId="S::takashi_tsuji_kirin.co.jp#ext#@ccken.onmicrosoft.com::66bd25c5-6a19-4bfe-b72e-b916c98b8eb2" providerId="AD" clId="Web-{C0C2407B-5618-1DC4-E68B-5FD8ABF87E42}" dt="2026-02-12T00:52:24.588" v="24" actId="1076"/>
      <pc:docMkLst>
        <pc:docMk/>
      </pc:docMkLst>
    </pc:docChg>
  </pc:docChgLst>
  <pc:docChgLst>
    <pc:chgData name="主査　福島 直人" userId="S::naoto_2_fukushima@ccken.onmicrosoft.com::8f548a50-3d4a-4660-b17c-82fdb2003fd5" providerId="AD" clId="Web-{E74E8271-A96A-3748-2421-33D3DD3ADD89}"/>
    <pc:docChg chg="modSld">
      <pc:chgData name="主査　福島 直人" userId="S::naoto_2_fukushima@ccken.onmicrosoft.com::8f548a50-3d4a-4660-b17c-82fdb2003fd5" providerId="AD" clId="Web-{E74E8271-A96A-3748-2421-33D3DD3ADD89}" dt="2026-02-21T11:40:28.063" v="63" actId="1076"/>
      <pc:docMkLst>
        <pc:docMk/>
      </pc:docMkLst>
      <pc:sldChg chg="addSp delSp modSp">
        <pc:chgData name="主査　福島 直人" userId="S::naoto_2_fukushima@ccken.onmicrosoft.com::8f548a50-3d4a-4660-b17c-82fdb2003fd5" providerId="AD" clId="Web-{E74E8271-A96A-3748-2421-33D3DD3ADD89}" dt="2026-02-21T11:40:28.063" v="63" actId="1076"/>
        <pc:sldMkLst>
          <pc:docMk/>
          <pc:sldMk cId="2104226278" sldId="925"/>
        </pc:sldMkLst>
        <pc:spChg chg="mod">
          <ac:chgData name="主査　福島 直人" userId="S::naoto_2_fukushima@ccken.onmicrosoft.com::8f548a50-3d4a-4660-b17c-82fdb2003fd5" providerId="AD" clId="Web-{E74E8271-A96A-3748-2421-33D3DD3ADD89}" dt="2026-02-21T11:40:19.141" v="62" actId="20577"/>
          <ac:spMkLst>
            <pc:docMk/>
            <pc:sldMk cId="2104226278" sldId="925"/>
            <ac:spMk id="4" creationId="{38AF7428-4374-5A78-5C06-9D6202138608}"/>
          </ac:spMkLst>
        </pc:spChg>
        <pc:picChg chg="add mod modCrop">
          <ac:chgData name="主査　福島 直人" userId="S::naoto_2_fukushima@ccken.onmicrosoft.com::8f548a50-3d4a-4660-b17c-82fdb2003fd5" providerId="AD" clId="Web-{E74E8271-A96A-3748-2421-33D3DD3ADD89}" dt="2026-02-21T11:40:28.063" v="63" actId="1076"/>
          <ac:picMkLst>
            <pc:docMk/>
            <pc:sldMk cId="2104226278" sldId="925"/>
            <ac:picMk id="86" creationId="{ACF50ECB-63D2-3664-554C-92FE04CEB54E}"/>
          </ac:picMkLst>
        </pc:picChg>
      </pc:sldChg>
    </pc:docChg>
  </pc:docChgLst>
  <pc:docChgLst>
    <pc:chgData name="masazaki yoshihiro/6201258/昌崎　良浩" userId="S::yoshihiro.masazaki.mk_mcgc.com#ext#@ccken.onmicrosoft.com::338b9127-7fcd-4e96-b095-c08a802489d5" providerId="AD" clId="Web-{CC8FFD0D-0ABB-EDC0-7056-C9257A3901CF}"/>
    <pc:docChg chg="modSld sldOrd">
      <pc:chgData name="masazaki yoshihiro/6201258/昌崎　良浩" userId="S::yoshihiro.masazaki.mk_mcgc.com#ext#@ccken.onmicrosoft.com::338b9127-7fcd-4e96-b095-c08a802489d5" providerId="AD" clId="Web-{CC8FFD0D-0ABB-EDC0-7056-C9257A3901CF}" dt="2026-02-23T23:36:31.609" v="59" actId="1076"/>
      <pc:docMkLst>
        <pc:docMk/>
      </pc:docMkLst>
      <pc:sldChg chg="modSp">
        <pc:chgData name="masazaki yoshihiro/6201258/昌崎　良浩" userId="S::yoshihiro.masazaki.mk_mcgc.com#ext#@ccken.onmicrosoft.com::338b9127-7fcd-4e96-b095-c08a802489d5" providerId="AD" clId="Web-{CC8FFD0D-0ABB-EDC0-7056-C9257A3901CF}" dt="2026-02-23T23:25:46.244" v="8" actId="20577"/>
        <pc:sldMkLst>
          <pc:docMk/>
          <pc:sldMk cId="3546692421" sldId="980"/>
        </pc:sldMkLst>
        <pc:spChg chg="mod">
          <ac:chgData name="masazaki yoshihiro/6201258/昌崎　良浩" userId="S::yoshihiro.masazaki.mk_mcgc.com#ext#@ccken.onmicrosoft.com::338b9127-7fcd-4e96-b095-c08a802489d5" providerId="AD" clId="Web-{CC8FFD0D-0ABB-EDC0-7056-C9257A3901CF}" dt="2026-02-23T23:25:46.244" v="8" actId="20577"/>
          <ac:spMkLst>
            <pc:docMk/>
            <pc:sldMk cId="3546692421" sldId="980"/>
            <ac:spMk id="3" creationId="{621978EE-DA10-745F-625F-087334F96D8E}"/>
          </ac:spMkLst>
        </pc:spChg>
      </pc:sldChg>
    </pc:docChg>
  </pc:docChgLst>
  <pc:docChgLst>
    <pc:chgData name="主査　福島 直人" userId="S::naoto_2_fukushima@ccken.onmicrosoft.com::8f548a50-3d4a-4660-b17c-82fdb2003fd5" providerId="AD" clId="Web-{28F07BA1-D4AC-4852-5565-6DE8BCD3BFDB}"/>
    <pc:docChg chg="delSld modSld delSection modSection">
      <pc:chgData name="主査　福島 直人" userId="S::naoto_2_fukushima@ccken.onmicrosoft.com::8f548a50-3d4a-4660-b17c-82fdb2003fd5" providerId="AD" clId="Web-{28F07BA1-D4AC-4852-5565-6DE8BCD3BFDB}" dt="2026-02-19T01:02:00.411" v="68" actId="1076"/>
      <pc:docMkLst>
        <pc:docMk/>
      </pc:docMkLst>
      <pc:sldChg chg="addSp modSp">
        <pc:chgData name="主査　福島 直人" userId="S::naoto_2_fukushima@ccken.onmicrosoft.com::8f548a50-3d4a-4660-b17c-82fdb2003fd5" providerId="AD" clId="Web-{28F07BA1-D4AC-4852-5565-6DE8BCD3BFDB}" dt="2026-02-19T00:31:19.192" v="42" actId="14100"/>
        <pc:sldMkLst>
          <pc:docMk/>
          <pc:sldMk cId="4049209207" sldId="636"/>
        </pc:sldMkLst>
        <pc:spChg chg="mod">
          <ac:chgData name="主査　福島 直人" userId="S::naoto_2_fukushima@ccken.onmicrosoft.com::8f548a50-3d4a-4660-b17c-82fdb2003fd5" providerId="AD" clId="Web-{28F07BA1-D4AC-4852-5565-6DE8BCD3BFDB}" dt="2026-02-19T00:30:29.089" v="26" actId="20577"/>
          <ac:spMkLst>
            <pc:docMk/>
            <pc:sldMk cId="4049209207" sldId="636"/>
            <ac:spMk id="8" creationId="{2C2EB76A-7420-5F31-1301-953C21D57E89}"/>
          </ac:spMkLst>
        </pc:spChg>
      </pc:sldChg>
      <pc:sldChg chg="modSp">
        <pc:chgData name="主査　福島 直人" userId="S::naoto_2_fukushima@ccken.onmicrosoft.com::8f548a50-3d4a-4660-b17c-82fdb2003fd5" providerId="AD" clId="Web-{28F07BA1-D4AC-4852-5565-6DE8BCD3BFDB}" dt="2026-02-19T00:07:27.081" v="11" actId="20577"/>
        <pc:sldMkLst>
          <pc:docMk/>
          <pc:sldMk cId="2104226278" sldId="925"/>
        </pc:sldMkLst>
        <pc:spChg chg="mod">
          <ac:chgData name="主査　福島 直人" userId="S::naoto_2_fukushima@ccken.onmicrosoft.com::8f548a50-3d4a-4660-b17c-82fdb2003fd5" providerId="AD" clId="Web-{28F07BA1-D4AC-4852-5565-6DE8BCD3BFDB}" dt="2026-02-19T00:07:27.081" v="11" actId="20577"/>
          <ac:spMkLst>
            <pc:docMk/>
            <pc:sldMk cId="2104226278" sldId="925"/>
            <ac:spMk id="8" creationId="{86440CC3-A7FA-CFCE-E7B3-E982C5743E8B}"/>
          </ac:spMkLst>
        </pc:spChg>
      </pc:sldChg>
      <pc:sldChg chg="modSp">
        <pc:chgData name="主査　福島 直人" userId="S::naoto_2_fukushima@ccken.onmicrosoft.com::8f548a50-3d4a-4660-b17c-82fdb2003fd5" providerId="AD" clId="Web-{28F07BA1-D4AC-4852-5565-6DE8BCD3BFDB}" dt="2026-02-19T00:52:47.559" v="49" actId="20577"/>
        <pc:sldMkLst>
          <pc:docMk/>
          <pc:sldMk cId="3496318797" sldId="954"/>
        </pc:sldMkLst>
        <pc:spChg chg="mod">
          <ac:chgData name="主査　福島 直人" userId="S::naoto_2_fukushima@ccken.onmicrosoft.com::8f548a50-3d4a-4660-b17c-82fdb2003fd5" providerId="AD" clId="Web-{28F07BA1-D4AC-4852-5565-6DE8BCD3BFDB}" dt="2026-02-19T00:40:54.535" v="43" actId="20577"/>
          <ac:spMkLst>
            <pc:docMk/>
            <pc:sldMk cId="3496318797" sldId="954"/>
            <ac:spMk id="4" creationId="{3B6C0785-3157-0125-9BC3-856014475624}"/>
          </ac:spMkLst>
        </pc:spChg>
      </pc:sldChg>
      <pc:sldChg chg="addSp delSp modSp">
        <pc:chgData name="主査　福島 直人" userId="S::naoto_2_fukushima@ccken.onmicrosoft.com::8f548a50-3d4a-4660-b17c-82fdb2003fd5" providerId="AD" clId="Web-{28F07BA1-D4AC-4852-5565-6DE8BCD3BFDB}" dt="2026-02-19T00:30:42.357" v="31"/>
        <pc:sldMkLst>
          <pc:docMk/>
          <pc:sldMk cId="1984299581" sldId="957"/>
        </pc:sldMkLst>
      </pc:sldChg>
      <pc:sldChg chg="modSp modCm">
        <pc:chgData name="主査　福島 直人" userId="S::naoto_2_fukushima@ccken.onmicrosoft.com::8f548a50-3d4a-4660-b17c-82fdb2003fd5" providerId="AD" clId="Web-{28F07BA1-D4AC-4852-5565-6DE8BCD3BFDB}" dt="2026-02-19T00:59:58.689" v="67" actId="20577"/>
        <pc:sldMkLst>
          <pc:docMk/>
          <pc:sldMk cId="4077408376" sldId="962"/>
        </pc:sldMkLst>
        <pc:spChg chg="mod">
          <ac:chgData name="主査　福島 直人" userId="S::naoto_2_fukushima@ccken.onmicrosoft.com::8f548a50-3d4a-4660-b17c-82fdb2003fd5" providerId="AD" clId="Web-{28F07BA1-D4AC-4852-5565-6DE8BCD3BFDB}" dt="2026-02-19T00:59:58.689" v="67" actId="20577"/>
          <ac:spMkLst>
            <pc:docMk/>
            <pc:sldMk cId="4077408376" sldId="962"/>
            <ac:spMk id="6" creationId="{72934253-6514-F777-3BF3-81C99250DB74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主査　福島 直人" userId="S::naoto_2_fukushima@ccken.onmicrosoft.com::8f548a50-3d4a-4660-b17c-82fdb2003fd5" providerId="AD" clId="Web-{28F07BA1-D4AC-4852-5565-6DE8BCD3BFDB}" dt="2026-02-19T00:59:58.689" v="67" actId="20577"/>
              <pc2:cmMkLst xmlns:pc2="http://schemas.microsoft.com/office/powerpoint/2019/9/main/command">
                <pc:docMk/>
                <pc:sldMk cId="4077408376" sldId="962"/>
                <pc2:cmMk id="{6D97F101-5591-432D-ACF5-45C2DDF31A80}"/>
              </pc2:cmMkLst>
            </pc226:cmChg>
          </p:ext>
        </pc:extLst>
      </pc:sldChg>
      <pc:sldChg chg="modSp">
        <pc:chgData name="主査　福島 直人" userId="S::naoto_2_fukushima@ccken.onmicrosoft.com::8f548a50-3d4a-4660-b17c-82fdb2003fd5" providerId="AD" clId="Web-{28F07BA1-D4AC-4852-5565-6DE8BCD3BFDB}" dt="2026-02-19T01:02:00.411" v="68" actId="1076"/>
        <pc:sldMkLst>
          <pc:docMk/>
          <pc:sldMk cId="3913572286" sldId="963"/>
        </pc:sldMkLst>
        <pc:spChg chg="mod">
          <ac:chgData name="主査　福島 直人" userId="S::naoto_2_fukushima@ccken.onmicrosoft.com::8f548a50-3d4a-4660-b17c-82fdb2003fd5" providerId="AD" clId="Web-{28F07BA1-D4AC-4852-5565-6DE8BCD3BFDB}" dt="2026-02-19T00:57:33.637" v="63" actId="20577"/>
          <ac:spMkLst>
            <pc:docMk/>
            <pc:sldMk cId="3913572286" sldId="963"/>
            <ac:spMk id="4" creationId="{7620D1D4-3C19-7AFB-29D1-A5875FB24387}"/>
          </ac:spMkLst>
        </pc:spChg>
        <pc:spChg chg="mod">
          <ac:chgData name="主査　福島 直人" userId="S::naoto_2_fukushima@ccken.onmicrosoft.com::8f548a50-3d4a-4660-b17c-82fdb2003fd5" providerId="AD" clId="Web-{28F07BA1-D4AC-4852-5565-6DE8BCD3BFDB}" dt="2026-02-19T01:02:00.411" v="68" actId="1076"/>
          <ac:spMkLst>
            <pc:docMk/>
            <pc:sldMk cId="3913572286" sldId="963"/>
            <ac:spMk id="5" creationId="{AC3DE9BA-634B-AF73-92AE-5059797484AD}"/>
          </ac:spMkLst>
        </pc:spChg>
      </pc:sldChg>
    </pc:docChg>
  </pc:docChgLst>
  <pc:docChgLst>
    <pc:chgData name="桑野 陽介／kuwano,yosuke IT部" userId="0390b73e-bb27-4327-9ae0-a07abe663ffc" providerId="ADAL" clId="{252CB249-1AFD-49FB-B55C-A61D8BDDE0DB}"/>
    <pc:docChg chg="undo redo custSel addSld delSld modSld modSection">
      <pc:chgData name="桑野 陽介／kuwano,yosuke IT部" userId="0390b73e-bb27-4327-9ae0-a07abe663ffc" providerId="ADAL" clId="{252CB249-1AFD-49FB-B55C-A61D8BDDE0DB}" dt="2026-02-20T00:27:18.746" v="6855" actId="20577"/>
      <pc:docMkLst>
        <pc:docMk/>
      </pc:docMkLst>
      <pc:sldChg chg="modSp mod">
        <pc:chgData name="桑野 陽介／kuwano,yosuke IT部" userId="0390b73e-bb27-4327-9ae0-a07abe663ffc" providerId="ADAL" clId="{252CB249-1AFD-49FB-B55C-A61D8BDDE0DB}" dt="2026-02-06T05:09:18.784" v="3342" actId="1076"/>
        <pc:sldMkLst>
          <pc:docMk/>
          <pc:sldMk cId="2585609864" sldId="805"/>
        </pc:sldMkLst>
        <pc:spChg chg="mod">
          <ac:chgData name="桑野 陽介／kuwano,yosuke IT部" userId="0390b73e-bb27-4327-9ae0-a07abe663ffc" providerId="ADAL" clId="{252CB249-1AFD-49FB-B55C-A61D8BDDE0DB}" dt="2026-02-06T05:09:18.784" v="3342" actId="1076"/>
          <ac:spMkLst>
            <pc:docMk/>
            <pc:sldMk cId="2585609864" sldId="805"/>
            <ac:spMk id="14" creationId="{37369E3C-828C-A23F-67FC-975BC85BA315}"/>
          </ac:spMkLst>
        </pc:spChg>
      </pc:sldChg>
    </pc:docChg>
  </pc:docChgLst>
  <pc:docChgLst>
    <pc:chgData name="主査　福島 直人" userId="S::naoto_2_fukushima@ccken.onmicrosoft.com::8f548a50-3d4a-4660-b17c-82fdb2003fd5" providerId="AD" clId="Web-{5B6A2005-474E-2886-99CB-F8E87E3779F2}"/>
    <pc:docChg chg="modSld">
      <pc:chgData name="主査　福島 直人" userId="S::naoto_2_fukushima@ccken.onmicrosoft.com::8f548a50-3d4a-4660-b17c-82fdb2003fd5" providerId="AD" clId="Web-{5B6A2005-474E-2886-99CB-F8E87E3779F2}" dt="2026-02-11T15:05:36.798" v="1" actId="20577"/>
      <pc:docMkLst>
        <pc:docMk/>
      </pc:docMkLst>
      <pc:sldChg chg="modSp">
        <pc:chgData name="主査　福島 直人" userId="S::naoto_2_fukushima@ccken.onmicrosoft.com::8f548a50-3d4a-4660-b17c-82fdb2003fd5" providerId="AD" clId="Web-{5B6A2005-474E-2886-99CB-F8E87E3779F2}" dt="2026-02-11T15:05:36.798" v="1" actId="20577"/>
        <pc:sldMkLst>
          <pc:docMk/>
          <pc:sldMk cId="2290740309" sldId="674"/>
        </pc:sldMkLst>
        <pc:spChg chg="mod">
          <ac:chgData name="主査　福島 直人" userId="S::naoto_2_fukushima@ccken.onmicrosoft.com::8f548a50-3d4a-4660-b17c-82fdb2003fd5" providerId="AD" clId="Web-{5B6A2005-474E-2886-99CB-F8E87E3779F2}" dt="2026-02-11T15:05:36.798" v="1" actId="20577"/>
          <ac:spMkLst>
            <pc:docMk/>
            <pc:sldMk cId="2290740309" sldId="674"/>
            <ac:spMk id="2" creationId="{00000000-0000-0000-0000-000000000000}"/>
          </ac:spMkLst>
        </pc:spChg>
      </pc:sldChg>
    </pc:docChg>
  </pc:docChgLst>
  <pc:docChgLst>
    <pc:chgData name="主査　福島 直人" userId="S::naoto_2_fukushima@ccken.onmicrosoft.com::8f548a50-3d4a-4660-b17c-82fdb2003fd5" providerId="AD" clId="Web-{A50A1B2C-31A3-21C5-CDD5-B4B58EBABCF9}"/>
    <pc:docChg chg="modSld">
      <pc:chgData name="主査　福島 直人" userId="S::naoto_2_fukushima@ccken.onmicrosoft.com::8f548a50-3d4a-4660-b17c-82fdb2003fd5" providerId="AD" clId="Web-{A50A1B2C-31A3-21C5-CDD5-B4B58EBABCF9}" dt="2026-03-03T03:06:16.958" v="3"/>
      <pc:docMkLst>
        <pc:docMk/>
      </pc:docMkLst>
      <pc:sldChg chg="modSp">
        <pc:chgData name="主査　福島 直人" userId="S::naoto_2_fukushima@ccken.onmicrosoft.com::8f548a50-3d4a-4660-b17c-82fdb2003fd5" providerId="AD" clId="Web-{A50A1B2C-31A3-21C5-CDD5-B4B58EBABCF9}" dt="2026-03-03T03:06:16.958" v="3"/>
        <pc:sldMkLst>
          <pc:docMk/>
          <pc:sldMk cId="2188131942" sldId="971"/>
        </pc:sldMkLst>
        <pc:graphicFrameChg chg="mod modGraphic">
          <ac:chgData name="主査　福島 直人" userId="S::naoto_2_fukushima@ccken.onmicrosoft.com::8f548a50-3d4a-4660-b17c-82fdb2003fd5" providerId="AD" clId="Web-{A50A1B2C-31A3-21C5-CDD5-B4B58EBABCF9}" dt="2026-03-03T03:06:16.958" v="3"/>
          <ac:graphicFrameMkLst>
            <pc:docMk/>
            <pc:sldMk cId="2188131942" sldId="971"/>
            <ac:graphicFrameMk id="4" creationId="{86CD3068-5FDF-061F-02E7-01CDAEE3DBFB}"/>
          </ac:graphicFrameMkLst>
        </pc:graphicFrameChg>
      </pc:sldChg>
    </pc:docChg>
  </pc:docChgLst>
  <pc:docChgLst>
    <pc:chgData name="主査　福島 直人" userId="S::naoto_2_fukushima@ccken.onmicrosoft.com::8f548a50-3d4a-4660-b17c-82fdb2003fd5" providerId="AD" clId="Web-{BFC22C27-2D32-FF71-A8D3-A1B5E5BC06A1}"/>
    <pc:docChg chg="modSld">
      <pc:chgData name="主査　福島 直人" userId="S::naoto_2_fukushima@ccken.onmicrosoft.com::8f548a50-3d4a-4660-b17c-82fdb2003fd5" providerId="AD" clId="Web-{BFC22C27-2D32-FF71-A8D3-A1B5E5BC06A1}" dt="2026-02-05T07:55:04.860" v="1" actId="20577"/>
      <pc:docMkLst>
        <pc:docMk/>
      </pc:docMkLst>
    </pc:docChg>
  </pc:docChgLst>
  <pc:docChgLst>
    <pc:chgData name="東京海上日動システムズ　小田 和弥" userId="S::kazuya.oda1014_gmail.com#ext#@ccken.onmicrosoft.com::7d754f48-d90c-443c-a8c9-ee8d894037e8" providerId="AD" clId="Web-{E4D70F69-539F-2C92-B9AE-E25CBF528A71}"/>
    <pc:docChg chg="modSld sldOrd">
      <pc:chgData name="東京海上日動システムズ　小田 和弥" userId="S::kazuya.oda1014_gmail.com#ext#@ccken.onmicrosoft.com::7d754f48-d90c-443c-a8c9-ee8d894037e8" providerId="AD" clId="Web-{E4D70F69-539F-2C92-B9AE-E25CBF528A71}" dt="2026-02-05T08:00:21.887" v="108" actId="20577"/>
      <pc:docMkLst>
        <pc:docMk/>
      </pc:docMkLst>
      <pc:sldChg chg="ord">
        <pc:chgData name="東京海上日動システムズ　小田 和弥" userId="S::kazuya.oda1014_gmail.com#ext#@ccken.onmicrosoft.com::7d754f48-d90c-443c-a8c9-ee8d894037e8" providerId="AD" clId="Web-{E4D70F69-539F-2C92-B9AE-E25CBF528A71}" dt="2026-02-05T07:54:33.424" v="98"/>
        <pc:sldMkLst>
          <pc:docMk/>
          <pc:sldMk cId="594026210" sldId="832"/>
        </pc:sldMkLst>
      </pc:sldChg>
    </pc:docChg>
  </pc:docChgLst>
  <pc:docChgLst>
    <pc:chgData name="明治安田　荻野 純平" userId="S::jy-ogino@ccken.onmicrosoft.com::27cba3d8-e4d3-428c-9353-43187c47438c" providerId="AD" clId="Web-{E0FEEB17-A4E3-C948-6284-032574EFD8DB}"/>
    <pc:docChg chg="addSld delSld modSld modSection">
      <pc:chgData name="明治安田　荻野 純平" userId="S::jy-ogino@ccken.onmicrosoft.com::27cba3d8-e4d3-428c-9353-43187c47438c" providerId="AD" clId="Web-{E0FEEB17-A4E3-C948-6284-032574EFD8DB}" dt="2026-03-01T16:39:42.591" v="564" actId="1076"/>
      <pc:docMkLst>
        <pc:docMk/>
      </pc:docMkLst>
      <pc:sldChg chg="modSp">
        <pc:chgData name="明治安田　荻野 純平" userId="S::jy-ogino@ccken.onmicrosoft.com::27cba3d8-e4d3-428c-9353-43187c47438c" providerId="AD" clId="Web-{E0FEEB17-A4E3-C948-6284-032574EFD8DB}" dt="2026-03-01T16:24:33.609" v="381"/>
        <pc:sldMkLst>
          <pc:docMk/>
          <pc:sldMk cId="2104226278" sldId="925"/>
        </pc:sldMkLst>
        <pc:spChg chg="mod">
          <ac:chgData name="明治安田　荻野 純平" userId="S::jy-ogino@ccken.onmicrosoft.com::27cba3d8-e4d3-428c-9353-43187c47438c" providerId="AD" clId="Web-{E0FEEB17-A4E3-C948-6284-032574EFD8DB}" dt="2026-03-01T16:24:33.609" v="381"/>
          <ac:spMkLst>
            <pc:docMk/>
            <pc:sldMk cId="2104226278" sldId="925"/>
            <ac:spMk id="4" creationId="{38AF7428-4374-5A78-5C06-9D6202138608}"/>
          </ac:spMkLst>
        </pc:spChg>
      </pc:sldChg>
      <pc:sldChg chg="modSp">
        <pc:chgData name="明治安田　荻野 純平" userId="S::jy-ogino@ccken.onmicrosoft.com::27cba3d8-e4d3-428c-9353-43187c47438c" providerId="AD" clId="Web-{E0FEEB17-A4E3-C948-6284-032574EFD8DB}" dt="2026-03-01T16:37:10.838" v="533" actId="20577"/>
        <pc:sldMkLst>
          <pc:docMk/>
          <pc:sldMk cId="20629679" sldId="955"/>
        </pc:sldMkLst>
        <pc:spChg chg="mod">
          <ac:chgData name="明治安田　荻野 純平" userId="S::jy-ogino@ccken.onmicrosoft.com::27cba3d8-e4d3-428c-9353-43187c47438c" providerId="AD" clId="Web-{E0FEEB17-A4E3-C948-6284-032574EFD8DB}" dt="2026-03-01T16:37:10.838" v="533" actId="20577"/>
          <ac:spMkLst>
            <pc:docMk/>
            <pc:sldMk cId="20629679" sldId="955"/>
            <ac:spMk id="5" creationId="{3E8D3B7C-E884-C22A-9ADF-4BE38B496EEE}"/>
          </ac:spMkLst>
        </pc:spChg>
      </pc:sldChg>
      <pc:sldChg chg="modSp">
        <pc:chgData name="明治安田　荻野 純平" userId="S::jy-ogino@ccken.onmicrosoft.com::27cba3d8-e4d3-428c-9353-43187c47438c" providerId="AD" clId="Web-{E0FEEB17-A4E3-C948-6284-032574EFD8DB}" dt="2026-03-01T16:37:46.870" v="534" actId="1076"/>
        <pc:sldMkLst>
          <pc:docMk/>
          <pc:sldMk cId="3913572286" sldId="963"/>
        </pc:sldMkLst>
        <pc:spChg chg="mod">
          <ac:chgData name="明治安田　荻野 純平" userId="S::jy-ogino@ccken.onmicrosoft.com::27cba3d8-e4d3-428c-9353-43187c47438c" providerId="AD" clId="Web-{E0FEEB17-A4E3-C948-6284-032574EFD8DB}" dt="2026-03-01T16:37:46.870" v="534" actId="1076"/>
          <ac:spMkLst>
            <pc:docMk/>
            <pc:sldMk cId="3913572286" sldId="963"/>
            <ac:spMk id="10" creationId="{DC55178E-5128-52D5-AB2D-4C5DCBB21AD3}"/>
          </ac:spMkLst>
        </pc:spChg>
      </pc:sldChg>
      <pc:sldChg chg="modSp">
        <pc:chgData name="明治安田　荻野 純平" userId="S::jy-ogino@ccken.onmicrosoft.com::27cba3d8-e4d3-428c-9353-43187c47438c" providerId="AD" clId="Web-{E0FEEB17-A4E3-C948-6284-032574EFD8DB}" dt="2026-03-01T16:23:46.781" v="377"/>
        <pc:sldMkLst>
          <pc:docMk/>
          <pc:sldMk cId="3211560190" sldId="974"/>
        </pc:sldMkLst>
        <pc:spChg chg="mod">
          <ac:chgData name="明治安田　荻野 純平" userId="S::jy-ogino@ccken.onmicrosoft.com::27cba3d8-e4d3-428c-9353-43187c47438c" providerId="AD" clId="Web-{E0FEEB17-A4E3-C948-6284-032574EFD8DB}" dt="2026-03-01T16:23:46.781" v="377"/>
          <ac:spMkLst>
            <pc:docMk/>
            <pc:sldMk cId="3211560190" sldId="974"/>
            <ac:spMk id="26" creationId="{37BDFC22-17F5-C34B-13D9-790848410026}"/>
          </ac:spMkLst>
        </pc:spChg>
      </pc:sldChg>
      <pc:sldChg chg="modSp">
        <pc:chgData name="明治安田　荻野 純平" userId="S::jy-ogino@ccken.onmicrosoft.com::27cba3d8-e4d3-428c-9353-43187c47438c" providerId="AD" clId="Web-{E0FEEB17-A4E3-C948-6284-032574EFD8DB}" dt="2026-03-01T16:38:37.403" v="548"/>
        <pc:sldMkLst>
          <pc:docMk/>
          <pc:sldMk cId="3546692421" sldId="980"/>
        </pc:sldMkLst>
        <pc:spChg chg="mod">
          <ac:chgData name="明治安田　荻野 純平" userId="S::jy-ogino@ccken.onmicrosoft.com::27cba3d8-e4d3-428c-9353-43187c47438c" providerId="AD" clId="Web-{E0FEEB17-A4E3-C948-6284-032574EFD8DB}" dt="2026-03-01T16:38:32.590" v="546"/>
          <ac:spMkLst>
            <pc:docMk/>
            <pc:sldMk cId="3546692421" sldId="980"/>
            <ac:spMk id="5" creationId="{BAAF9625-22AB-A318-2CBB-596A0CA3A0A4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38:37.403" v="548"/>
          <ac:spMkLst>
            <pc:docMk/>
            <pc:sldMk cId="3546692421" sldId="980"/>
            <ac:spMk id="7" creationId="{73C9CC36-5106-FA6E-D7D0-6E8085975EA5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5:40:01.598" v="40" actId="1076"/>
          <ac:spMkLst>
            <pc:docMk/>
            <pc:sldMk cId="3546692421" sldId="980"/>
            <ac:spMk id="26" creationId="{1DDFE578-6D43-6964-20E8-EC12EF1DC4E4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5:39:36.815" v="38" actId="20577"/>
          <ac:spMkLst>
            <pc:docMk/>
            <pc:sldMk cId="3546692421" sldId="980"/>
            <ac:spMk id="28" creationId="{DB427BBD-C582-B64A-FB03-104781F2E6FD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5:39:44.472" v="39" actId="20577"/>
          <ac:spMkLst>
            <pc:docMk/>
            <pc:sldMk cId="3546692421" sldId="980"/>
            <ac:spMk id="30" creationId="{0266B2B0-8CE3-6E93-4290-1F99B3FD4060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30:39.099" v="475"/>
          <ac:spMkLst>
            <pc:docMk/>
            <pc:sldMk cId="3546692421" sldId="980"/>
            <ac:spMk id="48" creationId="{0A0B5312-1131-3B4E-8877-D319C2D6D2D3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31:23.180" v="479" actId="1076"/>
          <ac:spMkLst>
            <pc:docMk/>
            <pc:sldMk cId="3546692421" sldId="980"/>
            <ac:spMk id="50" creationId="{CDF8C38B-D8B2-DC12-EC1A-81F1B5ADDDE0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31:14.274" v="478"/>
          <ac:spMkLst>
            <pc:docMk/>
            <pc:sldMk cId="3546692421" sldId="980"/>
            <ac:spMk id="52" creationId="{87674BF5-3598-C3E5-386F-222C566EBCA9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33:02.267" v="502" actId="20577"/>
          <ac:spMkLst>
            <pc:docMk/>
            <pc:sldMk cId="3546692421" sldId="980"/>
            <ac:spMk id="54" creationId="{9F85AE0A-D3CB-1B39-85FE-A396889AA4D0}"/>
          </ac:spMkLst>
        </pc:spChg>
      </pc:sldChg>
      <pc:sldChg chg="delSp modSp">
        <pc:chgData name="明治安田　荻野 純平" userId="S::jy-ogino@ccken.onmicrosoft.com::27cba3d8-e4d3-428c-9353-43187c47438c" providerId="AD" clId="Web-{E0FEEB17-A4E3-C948-6284-032574EFD8DB}" dt="2026-03-01T16:39:28.654" v="562"/>
        <pc:sldMkLst>
          <pc:docMk/>
          <pc:sldMk cId="2912982522" sldId="983"/>
        </pc:sldMkLst>
        <pc:spChg chg="mod">
          <ac:chgData name="明治安田　荻野 純平" userId="S::jy-ogino@ccken.onmicrosoft.com::27cba3d8-e4d3-428c-9353-43187c47438c" providerId="AD" clId="Web-{E0FEEB17-A4E3-C948-6284-032574EFD8DB}" dt="2026-03-01T16:17:29.162" v="240" actId="1076"/>
          <ac:spMkLst>
            <pc:docMk/>
            <pc:sldMk cId="2912982522" sldId="983"/>
            <ac:spMk id="4" creationId="{3DF6FE05-BAEF-9EB2-22BE-128877E30059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17:29.584" v="252" actId="1076"/>
          <ac:spMkLst>
            <pc:docMk/>
            <pc:sldMk cId="2912982522" sldId="983"/>
            <ac:spMk id="5" creationId="{3D80048A-BD09-3DAE-F2B5-5EAF52E99B8F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17:29.615" v="253" actId="1076"/>
          <ac:spMkLst>
            <pc:docMk/>
            <pc:sldMk cId="2912982522" sldId="983"/>
            <ac:spMk id="6" creationId="{5861E616-B896-8AA8-8EB5-FD4FDA0AD0F6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17:29.209" v="241" actId="1076"/>
          <ac:spMkLst>
            <pc:docMk/>
            <pc:sldMk cId="2912982522" sldId="983"/>
            <ac:spMk id="7" creationId="{42E24D2E-8E60-35A2-91D2-E3E2D414A748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17:29.647" v="254" actId="1076"/>
          <ac:spMkLst>
            <pc:docMk/>
            <pc:sldMk cId="2912982522" sldId="983"/>
            <ac:spMk id="8" creationId="{513C4F2B-AE35-7297-FB3C-6AA24AACC3A0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17:29.240" v="242" actId="1076"/>
          <ac:spMkLst>
            <pc:docMk/>
            <pc:sldMk cId="2912982522" sldId="983"/>
            <ac:spMk id="10" creationId="{761471CE-6714-758F-D829-29B22D9F7663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17:29.381" v="246" actId="1076"/>
          <ac:spMkLst>
            <pc:docMk/>
            <pc:sldMk cId="2912982522" sldId="983"/>
            <ac:spMk id="20" creationId="{281D8492-B0AF-DF35-EAD0-55123FDC07E8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17:29.412" v="247" actId="1076"/>
          <ac:spMkLst>
            <pc:docMk/>
            <pc:sldMk cId="2912982522" sldId="983"/>
            <ac:spMk id="27" creationId="{C22B4FCC-EFEF-4F67-15FC-2A697F500845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17:29.287" v="243" actId="1076"/>
          <ac:spMkLst>
            <pc:docMk/>
            <pc:sldMk cId="2912982522" sldId="983"/>
            <ac:spMk id="30" creationId="{C1B39B77-FBD9-C481-BDB8-3FD440FBEB56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35:06.241" v="526"/>
          <ac:spMkLst>
            <pc:docMk/>
            <pc:sldMk cId="2912982522" sldId="983"/>
            <ac:spMk id="31" creationId="{10764CD6-5C0A-2629-2BD6-C59591142F2E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17:29.443" v="248" actId="1076"/>
          <ac:spMkLst>
            <pc:docMk/>
            <pc:sldMk cId="2912982522" sldId="983"/>
            <ac:spMk id="1025" creationId="{1FA3DB33-9C82-17CD-1DC8-07B1C679B30D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39:24.497" v="559"/>
          <ac:spMkLst>
            <pc:docMk/>
            <pc:sldMk cId="2912982522" sldId="983"/>
            <ac:spMk id="1028" creationId="{41518210-4B66-CB14-0675-543B862A686F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35:00.740" v="525"/>
          <ac:spMkLst>
            <pc:docMk/>
            <pc:sldMk cId="2912982522" sldId="983"/>
            <ac:spMk id="1029" creationId="{98843844-BC1D-C0C4-BFBC-25264B8C60FF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39:20.622" v="558"/>
          <ac:spMkLst>
            <pc:docMk/>
            <pc:sldMk cId="2912982522" sldId="983"/>
            <ac:spMk id="1032" creationId="{428DD5BD-C273-5AFF-394B-F268E0F1CCB5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39:28.591" v="560"/>
          <ac:spMkLst>
            <pc:docMk/>
            <pc:sldMk cId="2912982522" sldId="983"/>
            <ac:spMk id="1047" creationId="{7B4D5BB7-46B6-E1E6-453C-E87CCEDC256E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39:28.591" v="561"/>
          <ac:spMkLst>
            <pc:docMk/>
            <pc:sldMk cId="2912982522" sldId="983"/>
            <ac:spMk id="1049" creationId="{FBDC66AD-F09E-F923-F665-851BDCE38728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39:28.654" v="562"/>
          <ac:spMkLst>
            <pc:docMk/>
            <pc:sldMk cId="2912982522" sldId="983"/>
            <ac:spMk id="1050" creationId="{C4C73788-5563-36B5-1786-005D073A2866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17:29.100" v="238" actId="1076"/>
          <ac:spMkLst>
            <pc:docMk/>
            <pc:sldMk cId="2912982522" sldId="983"/>
            <ac:spMk id="1052" creationId="{EB4D71D2-F363-1B27-3E78-0A79E296C7EF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17:29.037" v="236" actId="1076"/>
          <ac:spMkLst>
            <pc:docMk/>
            <pc:sldMk cId="2912982522" sldId="983"/>
            <ac:spMk id="1054" creationId="{60495D22-92DC-F479-4514-1D5268439114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17:29.068" v="237" actId="1076"/>
          <ac:spMkLst>
            <pc:docMk/>
            <pc:sldMk cId="2912982522" sldId="983"/>
            <ac:spMk id="1056" creationId="{E40639B8-8488-D49C-2392-E58237C29316}"/>
          </ac:spMkLst>
        </pc:spChg>
      </pc:sldChg>
      <pc:sldChg chg="modSp">
        <pc:chgData name="明治安田　荻野 純平" userId="S::jy-ogino@ccken.onmicrosoft.com::27cba3d8-e4d3-428c-9353-43187c47438c" providerId="AD" clId="Web-{E0FEEB17-A4E3-C948-6284-032574EFD8DB}" dt="2026-03-01T16:26:01.564" v="410"/>
        <pc:sldMkLst>
          <pc:docMk/>
          <pc:sldMk cId="995557494" sldId="986"/>
        </pc:sldMkLst>
        <pc:spChg chg="mod">
          <ac:chgData name="明治安田　荻野 純平" userId="S::jy-ogino@ccken.onmicrosoft.com::27cba3d8-e4d3-428c-9353-43187c47438c" providerId="AD" clId="Web-{E0FEEB17-A4E3-C948-6284-032574EFD8DB}" dt="2026-03-01T16:26:01.564" v="410"/>
          <ac:spMkLst>
            <pc:docMk/>
            <pc:sldMk cId="995557494" sldId="986"/>
            <ac:spMk id="15" creationId="{0231106D-00AC-045A-06E9-A593D65CE9C7}"/>
          </ac:spMkLst>
        </pc:spChg>
      </pc:sldChg>
      <pc:sldChg chg="modSp">
        <pc:chgData name="明治安田　荻野 純平" userId="S::jy-ogino@ccken.onmicrosoft.com::27cba3d8-e4d3-428c-9353-43187c47438c" providerId="AD" clId="Web-{E0FEEB17-A4E3-C948-6284-032574EFD8DB}" dt="2026-03-01T16:37:57.948" v="535"/>
        <pc:sldMkLst>
          <pc:docMk/>
          <pc:sldMk cId="426927151" sldId="994"/>
        </pc:sldMkLst>
        <pc:spChg chg="mod">
          <ac:chgData name="明治安田　荻野 純平" userId="S::jy-ogino@ccken.onmicrosoft.com::27cba3d8-e4d3-428c-9353-43187c47438c" providerId="AD" clId="Web-{E0FEEB17-A4E3-C948-6284-032574EFD8DB}" dt="2026-03-01T16:37:57.948" v="535"/>
          <ac:spMkLst>
            <pc:docMk/>
            <pc:sldMk cId="426927151" sldId="994"/>
            <ac:spMk id="7" creationId="{6E64AC3F-3438-DD13-A95F-325BD896BF3E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23:10.186" v="374"/>
          <ac:spMkLst>
            <pc:docMk/>
            <pc:sldMk cId="426927151" sldId="994"/>
            <ac:spMk id="8" creationId="{C43B855E-EB9C-1CA5-CB59-7F2F308903B7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23:17.671" v="376"/>
          <ac:spMkLst>
            <pc:docMk/>
            <pc:sldMk cId="426927151" sldId="994"/>
            <ac:spMk id="12" creationId="{352C1BA3-1C8C-1BBB-4346-8CFA309AEF9A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23:14.952" v="375"/>
          <ac:spMkLst>
            <pc:docMk/>
            <pc:sldMk cId="426927151" sldId="994"/>
            <ac:spMk id="17" creationId="{59FB0804-E414-C1DE-E694-BDEBB480E10B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22:45.827" v="371"/>
          <ac:spMkLst>
            <pc:docMk/>
            <pc:sldMk cId="426927151" sldId="994"/>
            <ac:spMk id="22" creationId="{9B66A0FA-980B-E050-52E1-0C11A3F6E54B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22:51.920" v="372"/>
          <ac:spMkLst>
            <pc:docMk/>
            <pc:sldMk cId="426927151" sldId="994"/>
            <ac:spMk id="23" creationId="{11B526AC-9C4F-C28E-6AF5-4903CE9E3071}"/>
          </ac:spMkLst>
        </pc:spChg>
      </pc:sldChg>
      <pc:sldChg chg="modSp">
        <pc:chgData name="明治安田　荻野 純平" userId="S::jy-ogino@ccken.onmicrosoft.com::27cba3d8-e4d3-428c-9353-43187c47438c" providerId="AD" clId="Web-{E0FEEB17-A4E3-C948-6284-032574EFD8DB}" dt="2026-03-01T16:38:17.090" v="545"/>
        <pc:sldMkLst>
          <pc:docMk/>
          <pc:sldMk cId="1557085014" sldId="1005"/>
        </pc:sldMkLst>
        <pc:spChg chg="mod">
          <ac:chgData name="明治安田　荻野 純平" userId="S::jy-ogino@ccken.onmicrosoft.com::27cba3d8-e4d3-428c-9353-43187c47438c" providerId="AD" clId="Web-{E0FEEB17-A4E3-C948-6284-032574EFD8DB}" dt="2026-03-01T16:38:07.542" v="536"/>
          <ac:spMkLst>
            <pc:docMk/>
            <pc:sldMk cId="1557085014" sldId="1005"/>
            <ac:spMk id="8" creationId="{2E81E1DD-8697-48A5-D2F1-3CE5E364CF03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38:16.965" v="537"/>
          <ac:spMkLst>
            <pc:docMk/>
            <pc:sldMk cId="1557085014" sldId="1005"/>
            <ac:spMk id="12" creationId="{0E173D1D-BB62-54CB-AB4B-C633F7A15517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27:42.272" v="434"/>
          <ac:spMkLst>
            <pc:docMk/>
            <pc:sldMk cId="1557085014" sldId="1005"/>
            <ac:spMk id="13" creationId="{4D4EF219-1F28-B1DD-9731-C4D8EC6F670E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38:16.965" v="538"/>
          <ac:spMkLst>
            <pc:docMk/>
            <pc:sldMk cId="1557085014" sldId="1005"/>
            <ac:spMk id="14" creationId="{07AA9ED9-BD5D-6440-9C4E-FB7AFDC97B13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38:16.965" v="539"/>
          <ac:spMkLst>
            <pc:docMk/>
            <pc:sldMk cId="1557085014" sldId="1005"/>
            <ac:spMk id="15" creationId="{D94820B2-0325-0B3A-D3B7-BB4F4CE9DD58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38:16.965" v="540"/>
          <ac:spMkLst>
            <pc:docMk/>
            <pc:sldMk cId="1557085014" sldId="1005"/>
            <ac:spMk id="16" creationId="{FDAEBB84-9BE3-FBF6-11EE-7ACA11A228FF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27:25.209" v="430"/>
          <ac:spMkLst>
            <pc:docMk/>
            <pc:sldMk cId="1557085014" sldId="1005"/>
            <ac:spMk id="17" creationId="{34B9CE4E-7850-82F4-6128-825C6D4BBFDD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27:17.615" v="429"/>
          <ac:spMkLst>
            <pc:docMk/>
            <pc:sldMk cId="1557085014" sldId="1005"/>
            <ac:spMk id="18" creationId="{B52DBDFA-4625-6A69-4741-25E128A37707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27:25.209" v="431"/>
          <ac:spMkLst>
            <pc:docMk/>
            <pc:sldMk cId="1557085014" sldId="1005"/>
            <ac:spMk id="19" creationId="{FF3FB144-26EB-AF99-B71B-1F52E6E62E29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27:25.209" v="432"/>
          <ac:spMkLst>
            <pc:docMk/>
            <pc:sldMk cId="1557085014" sldId="1005"/>
            <ac:spMk id="20" creationId="{2DC3E7AA-22AE-3847-4553-5E737F0778D5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27:25.334" v="433"/>
          <ac:spMkLst>
            <pc:docMk/>
            <pc:sldMk cId="1557085014" sldId="1005"/>
            <ac:spMk id="21" creationId="{F6844661-1027-8E89-D428-2A98A81183F8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38:16.965" v="541"/>
          <ac:spMkLst>
            <pc:docMk/>
            <pc:sldMk cId="1557085014" sldId="1005"/>
            <ac:spMk id="26" creationId="{B124331C-3A53-238D-959D-FB97D2880ECD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38:16.965" v="542"/>
          <ac:spMkLst>
            <pc:docMk/>
            <pc:sldMk cId="1557085014" sldId="1005"/>
            <ac:spMk id="27" creationId="{4F791B21-21E3-8854-9794-504A1538C6EC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38:16.965" v="543"/>
          <ac:spMkLst>
            <pc:docMk/>
            <pc:sldMk cId="1557085014" sldId="1005"/>
            <ac:spMk id="28" creationId="{20E0FD0B-0F79-2218-200B-D9A6A5457413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38:16.965" v="544"/>
          <ac:spMkLst>
            <pc:docMk/>
            <pc:sldMk cId="1557085014" sldId="1005"/>
            <ac:spMk id="29" creationId="{A80DC16D-0E4B-C18D-C4B6-0CD77389391F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38:17.090" v="545"/>
          <ac:spMkLst>
            <pc:docMk/>
            <pc:sldMk cId="1557085014" sldId="1005"/>
            <ac:spMk id="30" creationId="{6AE1188B-37DE-1A1B-6984-9A1A8275D4C6}"/>
          </ac:spMkLst>
        </pc:spChg>
      </pc:sldChg>
      <pc:sldChg chg="modSp">
        <pc:chgData name="明治安田　荻野 純平" userId="S::jy-ogino@ccken.onmicrosoft.com::27cba3d8-e4d3-428c-9353-43187c47438c" providerId="AD" clId="Web-{E0FEEB17-A4E3-C948-6284-032574EFD8DB}" dt="2026-03-01T16:39:09.153" v="557"/>
        <pc:sldMkLst>
          <pc:docMk/>
          <pc:sldMk cId="433359686" sldId="1008"/>
        </pc:sldMkLst>
        <pc:spChg chg="mod">
          <ac:chgData name="明治安田　荻野 純平" userId="S::jy-ogino@ccken.onmicrosoft.com::27cba3d8-e4d3-428c-9353-43187c47438c" providerId="AD" clId="Web-{E0FEEB17-A4E3-C948-6284-032574EFD8DB}" dt="2026-03-01T16:34:08.582" v="510"/>
          <ac:spMkLst>
            <pc:docMk/>
            <pc:sldMk cId="433359686" sldId="1008"/>
            <ac:spMk id="7" creationId="{2982206F-0657-4D05-EFEC-DEFB72D781B0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38:59.387" v="552"/>
          <ac:spMkLst>
            <pc:docMk/>
            <pc:sldMk cId="433359686" sldId="1008"/>
            <ac:spMk id="8" creationId="{D5298AA4-3E5C-FB0E-6286-2E97290F0861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33:50.972" v="509"/>
          <ac:spMkLst>
            <pc:docMk/>
            <pc:sldMk cId="433359686" sldId="1008"/>
            <ac:spMk id="19" creationId="{3862DA4F-B110-5CBE-CAE9-88B248F7A576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34:08.582" v="511"/>
          <ac:spMkLst>
            <pc:docMk/>
            <pc:sldMk cId="433359686" sldId="1008"/>
            <ac:spMk id="27" creationId="{83F653AE-6D14-8867-1C20-E7472D310CC0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34:08.582" v="512"/>
          <ac:spMkLst>
            <pc:docMk/>
            <pc:sldMk cId="433359686" sldId="1008"/>
            <ac:spMk id="29" creationId="{759DB99F-C287-84FE-3717-644902797AD0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34:08.707" v="513"/>
          <ac:spMkLst>
            <pc:docMk/>
            <pc:sldMk cId="433359686" sldId="1008"/>
            <ac:spMk id="50" creationId="{F34060DF-7616-E119-93F5-5058E4290A3A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39:09.013" v="553"/>
          <ac:spMkLst>
            <pc:docMk/>
            <pc:sldMk cId="433359686" sldId="1008"/>
            <ac:spMk id="56" creationId="{FBE47691-5267-1458-7B44-9D755962C2A6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39:09.013" v="554"/>
          <ac:spMkLst>
            <pc:docMk/>
            <pc:sldMk cId="433359686" sldId="1008"/>
            <ac:spMk id="61" creationId="{D94E4B6D-17C3-3516-77B4-8E3C0B4B7836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39:09.013" v="555"/>
          <ac:spMkLst>
            <pc:docMk/>
            <pc:sldMk cId="433359686" sldId="1008"/>
            <ac:spMk id="70" creationId="{02861B32-793A-C57C-8F99-AB0327E3FF2C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39:09.013" v="556"/>
          <ac:spMkLst>
            <pc:docMk/>
            <pc:sldMk cId="433359686" sldId="1008"/>
            <ac:spMk id="86" creationId="{498A48E6-34AD-EC2E-F652-630133E11806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39:09.153" v="557"/>
          <ac:spMkLst>
            <pc:docMk/>
            <pc:sldMk cId="433359686" sldId="1008"/>
            <ac:spMk id="90" creationId="{4012FE4B-23BC-4B84-CD99-A509E520A874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5:40:52.851" v="62" actId="20577"/>
          <ac:spMkLst>
            <pc:docMk/>
            <pc:sldMk cId="433359686" sldId="1008"/>
            <ac:spMk id="102" creationId="{0DB7154A-9423-8777-3CA7-F333C5E91EFC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38:54.966" v="551" actId="20577"/>
          <ac:spMkLst>
            <pc:docMk/>
            <pc:sldMk cId="433359686" sldId="1008"/>
            <ac:spMk id="104" creationId="{F40619A9-38FB-E22D-EC35-0EB32F5F3498}"/>
          </ac:spMkLst>
        </pc:spChg>
        <pc:spChg chg="mod">
          <ac:chgData name="明治安田　荻野 純平" userId="S::jy-ogino@ccken.onmicrosoft.com::27cba3d8-e4d3-428c-9353-43187c47438c" providerId="AD" clId="Web-{E0FEEB17-A4E3-C948-6284-032574EFD8DB}" dt="2026-03-01T16:38:50.028" v="549" actId="20577"/>
          <ac:spMkLst>
            <pc:docMk/>
            <pc:sldMk cId="433359686" sldId="1008"/>
            <ac:spMk id="105" creationId="{1AB37318-3A4C-94C8-97D7-A9B2D0C55589}"/>
          </ac:spMkLst>
        </pc:spChg>
      </pc:sldChg>
      <pc:sldChg chg="addSp delSp modSp add replId">
        <pc:chgData name="明治安田　荻野 純平" userId="S::jy-ogino@ccken.onmicrosoft.com::27cba3d8-e4d3-428c-9353-43187c47438c" providerId="AD" clId="Web-{E0FEEB17-A4E3-C948-6284-032574EFD8DB}" dt="2026-03-01T16:39:42.591" v="564" actId="1076"/>
        <pc:sldMkLst>
          <pc:docMk/>
          <pc:sldMk cId="3141537626" sldId="1012"/>
        </pc:sldMkLst>
        <pc:spChg chg="mod">
          <ac:chgData name="明治安田　荻野 純平" userId="S::jy-ogino@ccken.onmicrosoft.com::27cba3d8-e4d3-428c-9353-43187c47438c" providerId="AD" clId="Web-{E0FEEB17-A4E3-C948-6284-032574EFD8DB}" dt="2026-03-01T16:19:21.260" v="343" actId="20577"/>
          <ac:spMkLst>
            <pc:docMk/>
            <pc:sldMk cId="3141537626" sldId="1012"/>
            <ac:spMk id="3" creationId="{2437164A-9496-EB9F-A347-D26451E29A8A}"/>
          </ac:spMkLst>
        </pc:spChg>
        <pc:spChg chg="add">
          <ac:chgData name="明治安田　荻野 純平" userId="S::jy-ogino@ccken.onmicrosoft.com::27cba3d8-e4d3-428c-9353-43187c47438c" providerId="AD" clId="Web-{E0FEEB17-A4E3-C948-6284-032574EFD8DB}" dt="2026-03-01T16:18:56.291" v="328"/>
          <ac:spMkLst>
            <pc:docMk/>
            <pc:sldMk cId="3141537626" sldId="1012"/>
            <ac:spMk id="16" creationId="{06205FEE-467E-4B24-3B7E-A71E8F013DFE}"/>
          </ac:spMkLst>
        </pc:spChg>
        <pc:spChg chg="add">
          <ac:chgData name="明治安田　荻野 純平" userId="S::jy-ogino@ccken.onmicrosoft.com::27cba3d8-e4d3-428c-9353-43187c47438c" providerId="AD" clId="Web-{E0FEEB17-A4E3-C948-6284-032574EFD8DB}" dt="2026-03-01T16:18:56.322" v="329"/>
          <ac:spMkLst>
            <pc:docMk/>
            <pc:sldMk cId="3141537626" sldId="1012"/>
            <ac:spMk id="18" creationId="{6065471C-0F5D-ECA2-299F-30C95D584CF8}"/>
          </ac:spMkLst>
        </pc:spChg>
        <pc:spChg chg="add">
          <ac:chgData name="明治安田　荻野 純平" userId="S::jy-ogino@ccken.onmicrosoft.com::27cba3d8-e4d3-428c-9353-43187c47438c" providerId="AD" clId="Web-{E0FEEB17-A4E3-C948-6284-032574EFD8DB}" dt="2026-03-01T16:18:56.384" v="331"/>
          <ac:spMkLst>
            <pc:docMk/>
            <pc:sldMk cId="3141537626" sldId="1012"/>
            <ac:spMk id="23" creationId="{CEEE26DD-90E5-F863-0AAC-2B225F907783}"/>
          </ac:spMkLst>
        </pc:spChg>
        <pc:spChg chg="add">
          <ac:chgData name="明治安田　荻野 純平" userId="S::jy-ogino@ccken.onmicrosoft.com::27cba3d8-e4d3-428c-9353-43187c47438c" providerId="AD" clId="Web-{E0FEEB17-A4E3-C948-6284-032574EFD8DB}" dt="2026-03-01T16:18:56.400" v="332"/>
          <ac:spMkLst>
            <pc:docMk/>
            <pc:sldMk cId="3141537626" sldId="1012"/>
            <ac:spMk id="25" creationId="{2B7CB434-F7BC-30CE-315A-9187A3F5A57A}"/>
          </ac:spMkLst>
        </pc:spChg>
        <pc:spChg chg="add">
          <ac:chgData name="明治安田　荻野 純平" userId="S::jy-ogino@ccken.onmicrosoft.com::27cba3d8-e4d3-428c-9353-43187c47438c" providerId="AD" clId="Web-{E0FEEB17-A4E3-C948-6284-032574EFD8DB}" dt="2026-03-01T16:18:56.431" v="333"/>
          <ac:spMkLst>
            <pc:docMk/>
            <pc:sldMk cId="3141537626" sldId="1012"/>
            <ac:spMk id="28" creationId="{FB1A7DFB-178E-1C96-5B81-F81743EA4B35}"/>
          </ac:spMkLst>
        </pc:spChg>
        <pc:spChg chg="add mod">
          <ac:chgData name="明治安田　荻野 純平" userId="S::jy-ogino@ccken.onmicrosoft.com::27cba3d8-e4d3-428c-9353-43187c47438c" providerId="AD" clId="Web-{E0FEEB17-A4E3-C948-6284-032574EFD8DB}" dt="2026-03-01T16:35:37.523" v="529"/>
          <ac:spMkLst>
            <pc:docMk/>
            <pc:sldMk cId="3141537626" sldId="1012"/>
            <ac:spMk id="36" creationId="{ED9A7FBF-7102-D243-0FF6-EE36350722EA}"/>
          </ac:spMkLst>
        </pc:spChg>
        <pc:spChg chg="add">
          <ac:chgData name="明治安田　荻野 純平" userId="S::jy-ogino@ccken.onmicrosoft.com::27cba3d8-e4d3-428c-9353-43187c47438c" providerId="AD" clId="Web-{E0FEEB17-A4E3-C948-6284-032574EFD8DB}" dt="2026-03-01T16:18:56.572" v="337"/>
          <ac:spMkLst>
            <pc:docMk/>
            <pc:sldMk cId="3141537626" sldId="1012"/>
            <ac:spMk id="38" creationId="{58D4C89B-3730-53BC-203B-B81D5721FC1E}"/>
          </ac:spMkLst>
        </pc:spChg>
        <pc:spChg chg="add">
          <ac:chgData name="明治安田　荻野 純平" userId="S::jy-ogino@ccken.onmicrosoft.com::27cba3d8-e4d3-428c-9353-43187c47438c" providerId="AD" clId="Web-{E0FEEB17-A4E3-C948-6284-032574EFD8DB}" dt="2026-03-01T16:18:56.619" v="338"/>
          <ac:spMkLst>
            <pc:docMk/>
            <pc:sldMk cId="3141537626" sldId="1012"/>
            <ac:spMk id="40" creationId="{120F810C-8C18-52B9-5065-27B327C3BB25}"/>
          </ac:spMkLst>
        </pc:spChg>
        <pc:spChg chg="add">
          <ac:chgData name="明治安田　荻野 純平" userId="S::jy-ogino@ccken.onmicrosoft.com::27cba3d8-e4d3-428c-9353-43187c47438c" providerId="AD" clId="Web-{E0FEEB17-A4E3-C948-6284-032574EFD8DB}" dt="2026-03-01T16:18:56.634" v="339"/>
          <ac:spMkLst>
            <pc:docMk/>
            <pc:sldMk cId="3141537626" sldId="1012"/>
            <ac:spMk id="42" creationId="{A0340353-E899-552A-2480-66285C504A5A}"/>
          </ac:spMkLst>
        </pc:spChg>
        <pc:spChg chg="add">
          <ac:chgData name="明治安田　荻野 純平" userId="S::jy-ogino@ccken.onmicrosoft.com::27cba3d8-e4d3-428c-9353-43187c47438c" providerId="AD" clId="Web-{E0FEEB17-A4E3-C948-6284-032574EFD8DB}" dt="2026-03-01T16:18:56.681" v="340"/>
          <ac:spMkLst>
            <pc:docMk/>
            <pc:sldMk cId="3141537626" sldId="1012"/>
            <ac:spMk id="44" creationId="{53DF4160-C46A-DB49-68EA-6A7CF2EF4972}"/>
          </ac:spMkLst>
        </pc:spChg>
        <pc:picChg chg="add">
          <ac:chgData name="明治安田　荻野 純平" userId="S::jy-ogino@ccken.onmicrosoft.com::27cba3d8-e4d3-428c-9353-43187c47438c" providerId="AD" clId="Web-{E0FEEB17-A4E3-C948-6284-032574EFD8DB}" dt="2026-03-01T16:18:56.275" v="327"/>
          <ac:picMkLst>
            <pc:docMk/>
            <pc:sldMk cId="3141537626" sldId="1012"/>
            <ac:picMk id="14" creationId="{A3C90E8F-476F-AB89-510E-442BC42C3816}"/>
          </ac:picMkLst>
        </pc:picChg>
        <pc:picChg chg="add">
          <ac:chgData name="明治安田　荻野 純平" userId="S::jy-ogino@ccken.onmicrosoft.com::27cba3d8-e4d3-428c-9353-43187c47438c" providerId="AD" clId="Web-{E0FEEB17-A4E3-C948-6284-032574EFD8DB}" dt="2026-03-01T16:18:56.462" v="334"/>
          <ac:picMkLst>
            <pc:docMk/>
            <pc:sldMk cId="3141537626" sldId="1012"/>
            <ac:picMk id="32" creationId="{9465C956-471D-AF5D-6777-C9130ECA165A}"/>
          </ac:picMkLst>
        </pc:picChg>
        <pc:picChg chg="add">
          <ac:chgData name="明治安田　荻野 純平" userId="S::jy-ogino@ccken.onmicrosoft.com::27cba3d8-e4d3-428c-9353-43187c47438c" providerId="AD" clId="Web-{E0FEEB17-A4E3-C948-6284-032574EFD8DB}" dt="2026-03-01T16:18:56.494" v="335"/>
          <ac:picMkLst>
            <pc:docMk/>
            <pc:sldMk cId="3141537626" sldId="1012"/>
            <ac:picMk id="34" creationId="{3F301C28-8DFD-8C94-23C6-E5EA8B1256E7}"/>
          </ac:picMkLst>
        </pc:picChg>
        <pc:picChg chg="add">
          <ac:chgData name="明治安田　荻野 純平" userId="S::jy-ogino@ccken.onmicrosoft.com::27cba3d8-e4d3-428c-9353-43187c47438c" providerId="AD" clId="Web-{E0FEEB17-A4E3-C948-6284-032574EFD8DB}" dt="2026-03-01T16:18:56.728" v="341"/>
          <ac:picMkLst>
            <pc:docMk/>
            <pc:sldMk cId="3141537626" sldId="1012"/>
            <ac:picMk id="46" creationId="{F6AE4923-96CB-F625-B533-D21063190A59}"/>
          </ac:picMkLst>
        </pc:picChg>
        <pc:picChg chg="add">
          <ac:chgData name="明治安田　荻野 純平" userId="S::jy-ogino@ccken.onmicrosoft.com::27cba3d8-e4d3-428c-9353-43187c47438c" providerId="AD" clId="Web-{E0FEEB17-A4E3-C948-6284-032574EFD8DB}" dt="2026-03-01T16:18:56.775" v="342"/>
          <ac:picMkLst>
            <pc:docMk/>
            <pc:sldMk cId="3141537626" sldId="1012"/>
            <ac:picMk id="48" creationId="{FC146F74-5929-5BC2-A47C-09442EC7346C}"/>
          </ac:picMkLst>
        </pc:picChg>
      </pc:sldChg>
    </pc:docChg>
  </pc:docChgLst>
  <pc:docChgLst>
    <pc:chgData name="主査　福島 直人" userId="S::naoto_2_fukushima@ccken.onmicrosoft.com::8f548a50-3d4a-4660-b17c-82fdb2003fd5" providerId="AD" clId="Web-{8207C3D4-C6B0-BC4B-0169-AB69F7FF503F}"/>
    <pc:docChg chg="addSld delSld modSld sldOrd modSection">
      <pc:chgData name="主査　福島 直人" userId="S::naoto_2_fukushima@ccken.onmicrosoft.com::8f548a50-3d4a-4660-b17c-82fdb2003fd5" providerId="AD" clId="Web-{8207C3D4-C6B0-BC4B-0169-AB69F7FF503F}" dt="2026-02-04T06:21:04.567" v="93" actId="20577"/>
      <pc:docMkLst>
        <pc:docMk/>
      </pc:docMkLst>
    </pc:docChg>
  </pc:docChgLst>
  <pc:docChgLst>
    <pc:chgData name="masazaki yoshihiro/6201258/昌崎　良浩" userId="S::yoshihiro.masazaki.mk_mcgc.com#ext#@ccken.onmicrosoft.com::338b9127-7fcd-4e96-b095-c08a802489d5" providerId="AD" clId="Web-{C856557D-112D-267B-5A3E-C69F926EE081}"/>
    <pc:docChg chg="addSld delSld modSld sldOrd modSection">
      <pc:chgData name="masazaki yoshihiro/6201258/昌崎　良浩" userId="S::yoshihiro.masazaki.mk_mcgc.com#ext#@ccken.onmicrosoft.com::338b9127-7fcd-4e96-b095-c08a802489d5" providerId="AD" clId="Web-{C856557D-112D-267B-5A3E-C69F926EE081}" dt="2026-02-19T08:36:40.153" v="408" actId="1076"/>
      <pc:docMkLst>
        <pc:docMk/>
      </pc:docMkLst>
    </pc:docChg>
  </pc:docChgLst>
  <pc:docChgLst>
    <pc:chgData name="主査　福島 直人" userId="S::naoto_2_fukushima@ccken.onmicrosoft.com::8f548a50-3d4a-4660-b17c-82fdb2003fd5" providerId="AD" clId="Web-{7A4277CF-120A-C245-582E-FB2C2CE0A9EF}"/>
    <pc:docChg chg="modSld sldOrd modSection">
      <pc:chgData name="主査　福島 直人" userId="S::naoto_2_fukushima@ccken.onmicrosoft.com::8f548a50-3d4a-4660-b17c-82fdb2003fd5" providerId="AD" clId="Web-{7A4277CF-120A-C245-582E-FB2C2CE0A9EF}" dt="2026-02-05T01:25:02.956" v="451"/>
      <pc:docMkLst>
        <pc:docMk/>
      </pc:docMkLst>
      <pc:sldChg chg="modSp">
        <pc:chgData name="主査　福島 直人" userId="S::naoto_2_fukushima@ccken.onmicrosoft.com::8f548a50-3d4a-4660-b17c-82fdb2003fd5" providerId="AD" clId="Web-{7A4277CF-120A-C245-582E-FB2C2CE0A9EF}" dt="2026-02-05T01:16:20.732" v="407" actId="20577"/>
        <pc:sldMkLst>
          <pc:docMk/>
          <pc:sldMk cId="468256319" sldId="471"/>
        </pc:sldMkLst>
        <pc:spChg chg="mod">
          <ac:chgData name="主査　福島 直人" userId="S::naoto_2_fukushima@ccken.onmicrosoft.com::8f548a50-3d4a-4660-b17c-82fdb2003fd5" providerId="AD" clId="Web-{7A4277CF-120A-C245-582E-FB2C2CE0A9EF}" dt="2026-02-05T01:12:24.509" v="370" actId="1076"/>
          <ac:spMkLst>
            <pc:docMk/>
            <pc:sldMk cId="468256319" sldId="471"/>
            <ac:spMk id="8" creationId="{2EB57A3D-2B3C-231B-5451-E2954021DEAC}"/>
          </ac:spMkLst>
        </pc:spChg>
        <pc:graphicFrameChg chg="mod modGraphic">
          <ac:chgData name="主査　福島 直人" userId="S::naoto_2_fukushima@ccken.onmicrosoft.com::8f548a50-3d4a-4660-b17c-82fdb2003fd5" providerId="AD" clId="Web-{7A4277CF-120A-C245-582E-FB2C2CE0A9EF}" dt="2026-02-05T01:07:57.424" v="318"/>
          <ac:graphicFrameMkLst>
            <pc:docMk/>
            <pc:sldMk cId="468256319" sldId="471"/>
            <ac:graphicFrameMk id="3" creationId="{EC18DF6F-C7CF-30A6-E70A-2906204D493A}"/>
          </ac:graphicFrameMkLst>
        </pc:graphicFrameChg>
        <pc:graphicFrameChg chg="mod modGraphic">
          <ac:chgData name="主査　福島 直人" userId="S::naoto_2_fukushima@ccken.onmicrosoft.com::8f548a50-3d4a-4660-b17c-82fdb2003fd5" providerId="AD" clId="Web-{7A4277CF-120A-C245-582E-FB2C2CE0A9EF}" dt="2026-02-05T01:13:08.541" v="373" actId="1076"/>
          <ac:graphicFrameMkLst>
            <pc:docMk/>
            <pc:sldMk cId="468256319" sldId="471"/>
            <ac:graphicFrameMk id="6" creationId="{0DB2FBBA-AC43-1EDA-27A9-F7A42419EF30}"/>
          </ac:graphicFrameMkLst>
        </pc:graphicFrameChg>
        <pc:graphicFrameChg chg="mod modGraphic">
          <ac:chgData name="主査　福島 直人" userId="S::naoto_2_fukushima@ccken.onmicrosoft.com::8f548a50-3d4a-4660-b17c-82fdb2003fd5" providerId="AD" clId="Web-{7A4277CF-120A-C245-582E-FB2C2CE0A9EF}" dt="2026-02-05T01:12:56.635" v="371" actId="1076"/>
          <ac:graphicFrameMkLst>
            <pc:docMk/>
            <pc:sldMk cId="468256319" sldId="471"/>
            <ac:graphicFrameMk id="9" creationId="{D0A2CC2F-E126-64DD-32A4-1C5F3361211B}"/>
          </ac:graphicFrameMkLst>
        </pc:graphicFrameChg>
        <pc:graphicFrameChg chg="mod modGraphic">
          <ac:chgData name="主査　福島 直人" userId="S::naoto_2_fukushima@ccken.onmicrosoft.com::8f548a50-3d4a-4660-b17c-82fdb2003fd5" providerId="AD" clId="Web-{7A4277CF-120A-C245-582E-FB2C2CE0A9EF}" dt="2026-02-05T01:13:01.854" v="372" actId="1076"/>
          <ac:graphicFrameMkLst>
            <pc:docMk/>
            <pc:sldMk cId="468256319" sldId="471"/>
            <ac:graphicFrameMk id="14" creationId="{81CF28A4-EEDB-E592-71A3-5D2C5757D04E}"/>
          </ac:graphicFrameMkLst>
        </pc:graphicFrameChg>
      </pc:sldChg>
    </pc:docChg>
  </pc:docChgLst>
  <pc:docChgLst>
    <pc:chgData name="主査　福島 直人" userId="S::naoto_2_fukushima@ccken.onmicrosoft.com::8f548a50-3d4a-4660-b17c-82fdb2003fd5" providerId="AD" clId="Web-{1DC42275-D788-BDEC-85E3-7E52F8C86C03}"/>
    <pc:docChg chg="delSld modSld delSection modSection">
      <pc:chgData name="主査　福島 直人" userId="S::naoto_2_fukushima@ccken.onmicrosoft.com::8f548a50-3d4a-4660-b17c-82fdb2003fd5" providerId="AD" clId="Web-{1DC42275-D788-BDEC-85E3-7E52F8C86C03}" dt="2026-03-02T07:15:47.173" v="219"/>
      <pc:docMkLst>
        <pc:docMk/>
      </pc:docMkLst>
      <pc:sldChg chg="modSp">
        <pc:chgData name="主査　福島 直人" userId="S::naoto_2_fukushima@ccken.onmicrosoft.com::8f548a50-3d4a-4660-b17c-82fdb2003fd5" providerId="AD" clId="Web-{1DC42275-D788-BDEC-85E3-7E52F8C86C03}" dt="2026-03-02T06:58:38.840" v="205"/>
        <pc:sldMkLst>
          <pc:docMk/>
          <pc:sldMk cId="1666554009" sldId="885"/>
        </pc:sldMkLst>
        <pc:graphicFrameChg chg="mod modGraphic">
          <ac:chgData name="主査　福島 直人" userId="S::naoto_2_fukushima@ccken.onmicrosoft.com::8f548a50-3d4a-4660-b17c-82fdb2003fd5" providerId="AD" clId="Web-{1DC42275-D788-BDEC-85E3-7E52F8C86C03}" dt="2026-03-02T06:58:38.840" v="205"/>
          <ac:graphicFrameMkLst>
            <pc:docMk/>
            <pc:sldMk cId="1666554009" sldId="885"/>
            <ac:graphicFrameMk id="6" creationId="{A8D57CB2-3FB8-350B-2A76-AB28ACF735FB}"/>
          </ac:graphicFrameMkLst>
        </pc:graphicFrameChg>
      </pc:sldChg>
      <pc:sldChg chg="modSp">
        <pc:chgData name="主査　福島 直人" userId="S::naoto_2_fukushima@ccken.onmicrosoft.com::8f548a50-3d4a-4660-b17c-82fdb2003fd5" providerId="AD" clId="Web-{1DC42275-D788-BDEC-85E3-7E52F8C86C03}" dt="2026-03-02T06:53:23.708" v="153"/>
        <pc:sldMkLst>
          <pc:docMk/>
          <pc:sldMk cId="2575810299" sldId="958"/>
        </pc:sldMkLst>
        <pc:spChg chg="mod">
          <ac:chgData name="主査　福島 直人" userId="S::naoto_2_fukushima@ccken.onmicrosoft.com::8f548a50-3d4a-4660-b17c-82fdb2003fd5" providerId="AD" clId="Web-{1DC42275-D788-BDEC-85E3-7E52F8C86C03}" dt="2026-03-02T06:52:22.050" v="149"/>
          <ac:spMkLst>
            <pc:docMk/>
            <pc:sldMk cId="2575810299" sldId="958"/>
            <ac:spMk id="4" creationId="{D75B16F5-6B48-B7B9-CAEF-2389F7087286}"/>
          </ac:spMkLst>
        </pc:spChg>
        <pc:spChg chg="mod">
          <ac:chgData name="主査　福島 直人" userId="S::naoto_2_fukushima@ccken.onmicrosoft.com::8f548a50-3d4a-4660-b17c-82fdb2003fd5" providerId="AD" clId="Web-{1DC42275-D788-BDEC-85E3-7E52F8C86C03}" dt="2026-03-02T06:53:11.552" v="151"/>
          <ac:spMkLst>
            <pc:docMk/>
            <pc:sldMk cId="2575810299" sldId="958"/>
            <ac:spMk id="8" creationId="{C66ECA63-BBB8-7BE9-701F-DC41AC4C99E3}"/>
          </ac:spMkLst>
        </pc:spChg>
        <pc:spChg chg="mod">
          <ac:chgData name="主査　福島 直人" userId="S::naoto_2_fukushima@ccken.onmicrosoft.com::8f548a50-3d4a-4660-b17c-82fdb2003fd5" providerId="AD" clId="Web-{1DC42275-D788-BDEC-85E3-7E52F8C86C03}" dt="2026-03-02T06:53:23.708" v="153"/>
          <ac:spMkLst>
            <pc:docMk/>
            <pc:sldMk cId="2575810299" sldId="958"/>
            <ac:spMk id="10" creationId="{4FBD7157-941A-B1E9-550A-AF89F641A5D3}"/>
          </ac:spMkLst>
        </pc:spChg>
      </pc:sldChg>
      <pc:sldChg chg="modSp">
        <pc:chgData name="主査　福島 直人" userId="S::naoto_2_fukushima@ccken.onmicrosoft.com::8f548a50-3d4a-4660-b17c-82fdb2003fd5" providerId="AD" clId="Web-{1DC42275-D788-BDEC-85E3-7E52F8C86C03}" dt="2026-03-02T06:53:41.865" v="157"/>
        <pc:sldMkLst>
          <pc:docMk/>
          <pc:sldMk cId="4077408376" sldId="962"/>
        </pc:sldMkLst>
        <pc:spChg chg="mod">
          <ac:chgData name="主査　福島 直人" userId="S::naoto_2_fukushima@ccken.onmicrosoft.com::8f548a50-3d4a-4660-b17c-82fdb2003fd5" providerId="AD" clId="Web-{1DC42275-D788-BDEC-85E3-7E52F8C86C03}" dt="2026-03-02T06:53:37.677" v="155"/>
          <ac:spMkLst>
            <pc:docMk/>
            <pc:sldMk cId="4077408376" sldId="962"/>
            <ac:spMk id="17" creationId="{6AAF473E-228E-6C7D-FC2B-FDAC17DC4FC2}"/>
          </ac:spMkLst>
        </pc:spChg>
        <pc:spChg chg="mod">
          <ac:chgData name="主査　福島 直人" userId="S::naoto_2_fukushima@ccken.onmicrosoft.com::8f548a50-3d4a-4660-b17c-82fdb2003fd5" providerId="AD" clId="Web-{1DC42275-D788-BDEC-85E3-7E52F8C86C03}" dt="2026-03-02T06:53:41.865" v="157"/>
          <ac:spMkLst>
            <pc:docMk/>
            <pc:sldMk cId="4077408376" sldId="962"/>
            <ac:spMk id="18" creationId="{60EA2B2E-08B9-2E20-C0B0-5ECB524628CA}"/>
          </ac:spMkLst>
        </pc:spChg>
      </pc:sldChg>
      <pc:sldChg chg="modSp">
        <pc:chgData name="主査　福島 直人" userId="S::naoto_2_fukushima@ccken.onmicrosoft.com::8f548a50-3d4a-4660-b17c-82fdb2003fd5" providerId="AD" clId="Web-{1DC42275-D788-BDEC-85E3-7E52F8C86C03}" dt="2026-03-02T06:54:01.803" v="161"/>
        <pc:sldMkLst>
          <pc:docMk/>
          <pc:sldMk cId="3913572286" sldId="963"/>
        </pc:sldMkLst>
        <pc:spChg chg="mod">
          <ac:chgData name="主査　福島 直人" userId="S::naoto_2_fukushima@ccken.onmicrosoft.com::8f548a50-3d4a-4660-b17c-82fdb2003fd5" providerId="AD" clId="Web-{1DC42275-D788-BDEC-85E3-7E52F8C86C03}" dt="2026-03-02T06:53:58.412" v="159"/>
          <ac:spMkLst>
            <pc:docMk/>
            <pc:sldMk cId="3913572286" sldId="963"/>
            <ac:spMk id="17" creationId="{CA1DDC59-4354-CF7B-CC6F-2861E572D396}"/>
          </ac:spMkLst>
        </pc:spChg>
        <pc:spChg chg="mod">
          <ac:chgData name="主査　福島 直人" userId="S::naoto_2_fukushima@ccken.onmicrosoft.com::8f548a50-3d4a-4660-b17c-82fdb2003fd5" providerId="AD" clId="Web-{1DC42275-D788-BDEC-85E3-7E52F8C86C03}" dt="2026-03-02T06:54:01.803" v="161"/>
          <ac:spMkLst>
            <pc:docMk/>
            <pc:sldMk cId="3913572286" sldId="963"/>
            <ac:spMk id="18" creationId="{07ADEA5F-A92E-B3E1-7046-E4B41F0CD726}"/>
          </ac:spMkLst>
        </pc:spChg>
      </pc:sldChg>
      <pc:sldChg chg="modSp">
        <pc:chgData name="主査　福島 直人" userId="S::naoto_2_fukushima@ccken.onmicrosoft.com::8f548a50-3d4a-4660-b17c-82fdb2003fd5" providerId="AD" clId="Web-{1DC42275-D788-BDEC-85E3-7E52F8C86C03}" dt="2026-03-02T06:35:59.797" v="72" actId="20577"/>
        <pc:sldMkLst>
          <pc:docMk/>
          <pc:sldMk cId="3546692421" sldId="980"/>
        </pc:sldMkLst>
        <pc:spChg chg="mod">
          <ac:chgData name="主査　福島 直人" userId="S::naoto_2_fukushima@ccken.onmicrosoft.com::8f548a50-3d4a-4660-b17c-82fdb2003fd5" providerId="AD" clId="Web-{1DC42275-D788-BDEC-85E3-7E52F8C86C03}" dt="2026-03-02T06:35:59.797" v="72" actId="20577"/>
          <ac:spMkLst>
            <pc:docMk/>
            <pc:sldMk cId="3546692421" sldId="980"/>
            <ac:spMk id="7" creationId="{73C9CC36-5106-FA6E-D7D0-6E8085975EA5}"/>
          </ac:spMkLst>
        </pc:spChg>
      </pc:sldChg>
      <pc:sldChg chg="delSp modSp">
        <pc:chgData name="主査　福島 直人" userId="S::naoto_2_fukushima@ccken.onmicrosoft.com::8f548a50-3d4a-4660-b17c-82fdb2003fd5" providerId="AD" clId="Web-{1DC42275-D788-BDEC-85E3-7E52F8C86C03}" dt="2026-03-02T06:46:20.014" v="123" actId="14100"/>
        <pc:sldMkLst>
          <pc:docMk/>
          <pc:sldMk cId="2912982522" sldId="983"/>
        </pc:sldMkLst>
        <pc:spChg chg="mod">
          <ac:chgData name="主査　福島 直人" userId="S::naoto_2_fukushima@ccken.onmicrosoft.com::8f548a50-3d4a-4660-b17c-82fdb2003fd5" providerId="AD" clId="Web-{1DC42275-D788-BDEC-85E3-7E52F8C86C03}" dt="2026-03-02T06:35:22.327" v="68" actId="20577"/>
          <ac:spMkLst>
            <pc:docMk/>
            <pc:sldMk cId="2912982522" sldId="983"/>
            <ac:spMk id="5" creationId="{3D80048A-BD09-3DAE-F2B5-5EAF52E99B8F}"/>
          </ac:spMkLst>
        </pc:spChg>
        <pc:spChg chg="mod">
          <ac:chgData name="主査　福島 直人" userId="S::naoto_2_fukushima@ccken.onmicrosoft.com::8f548a50-3d4a-4660-b17c-82fdb2003fd5" providerId="AD" clId="Web-{1DC42275-D788-BDEC-85E3-7E52F8C86C03}" dt="2026-03-02T06:35:18.905" v="67" actId="20577"/>
          <ac:spMkLst>
            <pc:docMk/>
            <pc:sldMk cId="2912982522" sldId="983"/>
            <ac:spMk id="6" creationId="{5861E616-B896-8AA8-8EB5-FD4FDA0AD0F6}"/>
          </ac:spMkLst>
        </pc:spChg>
        <pc:spChg chg="mod">
          <ac:chgData name="主査　福島 直人" userId="S::naoto_2_fukushima@ccken.onmicrosoft.com::8f548a50-3d4a-4660-b17c-82fdb2003fd5" providerId="AD" clId="Web-{1DC42275-D788-BDEC-85E3-7E52F8C86C03}" dt="2026-03-02T06:46:20.014" v="123" actId="14100"/>
          <ac:spMkLst>
            <pc:docMk/>
            <pc:sldMk cId="2912982522" sldId="983"/>
            <ac:spMk id="7" creationId="{42E24D2E-8E60-35A2-91D2-E3E2D414A748}"/>
          </ac:spMkLst>
        </pc:spChg>
        <pc:spChg chg="mod">
          <ac:chgData name="主査　福島 直人" userId="S::naoto_2_fukushima@ccken.onmicrosoft.com::8f548a50-3d4a-4660-b17c-82fdb2003fd5" providerId="AD" clId="Web-{1DC42275-D788-BDEC-85E3-7E52F8C86C03}" dt="2026-03-02T06:35:27.686" v="71" actId="20577"/>
          <ac:spMkLst>
            <pc:docMk/>
            <pc:sldMk cId="2912982522" sldId="983"/>
            <ac:spMk id="8" creationId="{513C4F2B-AE35-7297-FB3C-6AA24AACC3A0}"/>
          </ac:spMkLst>
        </pc:spChg>
        <pc:spChg chg="mod">
          <ac:chgData name="主査　福島 直人" userId="S::naoto_2_fukushima@ccken.onmicrosoft.com::8f548a50-3d4a-4660-b17c-82fdb2003fd5" providerId="AD" clId="Web-{1DC42275-D788-BDEC-85E3-7E52F8C86C03}" dt="2026-03-02T06:33:46.386" v="60" actId="14100"/>
          <ac:spMkLst>
            <pc:docMk/>
            <pc:sldMk cId="2912982522" sldId="983"/>
            <ac:spMk id="27" creationId="{C22B4FCC-EFEF-4F67-15FC-2A697F500845}"/>
          </ac:spMkLst>
        </pc:spChg>
        <pc:spChg chg="mod">
          <ac:chgData name="主査　福島 直人" userId="S::naoto_2_fukushima@ccken.onmicrosoft.com::8f548a50-3d4a-4660-b17c-82fdb2003fd5" providerId="AD" clId="Web-{1DC42275-D788-BDEC-85E3-7E52F8C86C03}" dt="2026-03-02T06:27:57.067" v="27" actId="20577"/>
          <ac:spMkLst>
            <pc:docMk/>
            <pc:sldMk cId="2912982522" sldId="983"/>
            <ac:spMk id="1028" creationId="{41518210-4B66-CB14-0675-543B862A686F}"/>
          </ac:spMkLst>
        </pc:spChg>
        <pc:spChg chg="mod">
          <ac:chgData name="主査　福島 直人" userId="S::naoto_2_fukushima@ccken.onmicrosoft.com::8f548a50-3d4a-4660-b17c-82fdb2003fd5" providerId="AD" clId="Web-{1DC42275-D788-BDEC-85E3-7E52F8C86C03}" dt="2026-03-02T06:34:16.199" v="62" actId="20577"/>
          <ac:spMkLst>
            <pc:docMk/>
            <pc:sldMk cId="2912982522" sldId="983"/>
            <ac:spMk id="1032" creationId="{428DD5BD-C273-5AFF-394B-F268E0F1CCB5}"/>
          </ac:spMkLst>
        </pc:spChg>
      </pc:sldChg>
      <pc:sldChg chg="modSp">
        <pc:chgData name="主査　福島 直人" userId="S::naoto_2_fukushima@ccken.onmicrosoft.com::8f548a50-3d4a-4660-b17c-82fdb2003fd5" providerId="AD" clId="Web-{1DC42275-D788-BDEC-85E3-7E52F8C86C03}" dt="2026-03-02T06:58:33.605" v="194"/>
        <pc:sldMkLst>
          <pc:docMk/>
          <pc:sldMk cId="3657850443" sldId="990"/>
        </pc:sldMkLst>
        <pc:graphicFrameChg chg="mod modGraphic">
          <ac:chgData name="主査　福島 直人" userId="S::naoto_2_fukushima@ccken.onmicrosoft.com::8f548a50-3d4a-4660-b17c-82fdb2003fd5" providerId="AD" clId="Web-{1DC42275-D788-BDEC-85E3-7E52F8C86C03}" dt="2026-03-02T06:58:33.605" v="194"/>
          <ac:graphicFrameMkLst>
            <pc:docMk/>
            <pc:sldMk cId="3657850443" sldId="990"/>
            <ac:graphicFrameMk id="6" creationId="{367620EE-E62C-2BD3-41C4-3D0D9EDD4F2A}"/>
          </ac:graphicFrameMkLst>
        </pc:graphicFrameChg>
      </pc:sldChg>
      <pc:sldChg chg="modSp">
        <pc:chgData name="主査　福島 直人" userId="S::naoto_2_fukushima@ccken.onmicrosoft.com::8f548a50-3d4a-4660-b17c-82fdb2003fd5" providerId="AD" clId="Web-{1DC42275-D788-BDEC-85E3-7E52F8C86C03}" dt="2026-03-02T06:40:55.881" v="80" actId="20577"/>
        <pc:sldMkLst>
          <pc:docMk/>
          <pc:sldMk cId="426927151" sldId="994"/>
        </pc:sldMkLst>
        <pc:spChg chg="mod">
          <ac:chgData name="主査　福島 直人" userId="S::naoto_2_fukushima@ccken.onmicrosoft.com::8f548a50-3d4a-4660-b17c-82fdb2003fd5" providerId="AD" clId="Web-{1DC42275-D788-BDEC-85E3-7E52F8C86C03}" dt="2026-03-02T06:36:38.469" v="75" actId="14100"/>
          <ac:spMkLst>
            <pc:docMk/>
            <pc:sldMk cId="426927151" sldId="994"/>
            <ac:spMk id="7" creationId="{6E64AC3F-3438-DD13-A95F-325BD896BF3E}"/>
          </ac:spMkLst>
        </pc:spChg>
        <pc:spChg chg="mod">
          <ac:chgData name="主査　福島 直人" userId="S::naoto_2_fukushima@ccken.onmicrosoft.com::8f548a50-3d4a-4660-b17c-82fdb2003fd5" providerId="AD" clId="Web-{1DC42275-D788-BDEC-85E3-7E52F8C86C03}" dt="2026-03-02T06:36:54.657" v="77" actId="1076"/>
          <ac:spMkLst>
            <pc:docMk/>
            <pc:sldMk cId="426927151" sldId="994"/>
            <ac:spMk id="8" creationId="{C43B855E-EB9C-1CA5-CB59-7F2F308903B7}"/>
          </ac:spMkLst>
        </pc:spChg>
        <pc:spChg chg="mod">
          <ac:chgData name="主査　福島 直人" userId="S::naoto_2_fukushima@ccken.onmicrosoft.com::8f548a50-3d4a-4660-b17c-82fdb2003fd5" providerId="AD" clId="Web-{1DC42275-D788-BDEC-85E3-7E52F8C86C03}" dt="2026-03-02T06:40:46.490" v="78" actId="20577"/>
          <ac:spMkLst>
            <pc:docMk/>
            <pc:sldMk cId="426927151" sldId="994"/>
            <ac:spMk id="15" creationId="{FCA9A3A2-8A79-ECD8-6406-6B145738BA2F}"/>
          </ac:spMkLst>
        </pc:spChg>
        <pc:spChg chg="mod">
          <ac:chgData name="主査　福島 直人" userId="S::naoto_2_fukushima@ccken.onmicrosoft.com::8f548a50-3d4a-4660-b17c-82fdb2003fd5" providerId="AD" clId="Web-{1DC42275-D788-BDEC-85E3-7E52F8C86C03}" dt="2026-03-02T06:40:55.881" v="80" actId="20577"/>
          <ac:spMkLst>
            <pc:docMk/>
            <pc:sldMk cId="426927151" sldId="994"/>
            <ac:spMk id="16" creationId="{0BA5E8E3-2BA5-FA18-B013-4F2F547DEB41}"/>
          </ac:spMkLst>
        </pc:spChg>
        <pc:spChg chg="mod">
          <ac:chgData name="主査　福島 直人" userId="S::naoto_2_fukushima@ccken.onmicrosoft.com::8f548a50-3d4a-4660-b17c-82fdb2003fd5" providerId="AD" clId="Web-{1DC42275-D788-BDEC-85E3-7E52F8C86C03}" dt="2026-03-02T06:40:52.975" v="79" actId="20577"/>
          <ac:spMkLst>
            <pc:docMk/>
            <pc:sldMk cId="426927151" sldId="994"/>
            <ac:spMk id="19" creationId="{535F66BF-CD1C-1489-9209-EC946BE93EB0}"/>
          </ac:spMkLst>
        </pc:spChg>
        <pc:spChg chg="mod">
          <ac:chgData name="主査　福島 直人" userId="S::naoto_2_fukushima@ccken.onmicrosoft.com::8f548a50-3d4a-4660-b17c-82fdb2003fd5" providerId="AD" clId="Web-{1DC42275-D788-BDEC-85E3-7E52F8C86C03}" dt="2026-03-02T06:36:48.204" v="76" actId="1076"/>
          <ac:spMkLst>
            <pc:docMk/>
            <pc:sldMk cId="426927151" sldId="994"/>
            <ac:spMk id="22" creationId="{9B66A0FA-980B-E050-52E1-0C11A3F6E54B}"/>
          </ac:spMkLst>
        </pc:spChg>
      </pc:sldChg>
      <pc:sldChg chg="modSp">
        <pc:chgData name="主査　福島 直人" userId="S::naoto_2_fukushima@ccken.onmicrosoft.com::8f548a50-3d4a-4660-b17c-82fdb2003fd5" providerId="AD" clId="Web-{1DC42275-D788-BDEC-85E3-7E52F8C86C03}" dt="2026-03-02T06:36:12.187" v="73" actId="20577"/>
        <pc:sldMkLst>
          <pc:docMk/>
          <pc:sldMk cId="1557085014" sldId="1005"/>
        </pc:sldMkLst>
        <pc:spChg chg="mod">
          <ac:chgData name="主査　福島 直人" userId="S::naoto_2_fukushima@ccken.onmicrosoft.com::8f548a50-3d4a-4660-b17c-82fdb2003fd5" providerId="AD" clId="Web-{1DC42275-D788-BDEC-85E3-7E52F8C86C03}" dt="2026-03-02T06:36:12.187" v="73" actId="20577"/>
          <ac:spMkLst>
            <pc:docMk/>
            <pc:sldMk cId="1557085014" sldId="1005"/>
            <ac:spMk id="8" creationId="{2E81E1DD-8697-48A5-D2F1-3CE5E364CF03}"/>
          </ac:spMkLst>
        </pc:spChg>
      </pc:sldChg>
      <pc:sldChg chg="modSp">
        <pc:chgData name="主査　福島 直人" userId="S::naoto_2_fukushima@ccken.onmicrosoft.com::8f548a50-3d4a-4660-b17c-82fdb2003fd5" providerId="AD" clId="Web-{1DC42275-D788-BDEC-85E3-7E52F8C86C03}" dt="2026-03-02T06:56:00.743" v="172" actId="14100"/>
        <pc:sldMkLst>
          <pc:docMk/>
          <pc:sldMk cId="3141537626" sldId="1012"/>
        </pc:sldMkLst>
        <pc:spChg chg="mod">
          <ac:chgData name="主査　福島 直人" userId="S::naoto_2_fukushima@ccken.onmicrosoft.com::8f548a50-3d4a-4660-b17c-82fdb2003fd5" providerId="AD" clId="Web-{1DC42275-D788-BDEC-85E3-7E52F8C86C03}" dt="2026-03-02T06:20:45.982" v="5" actId="20577"/>
          <ac:spMkLst>
            <pc:docMk/>
            <pc:sldMk cId="3141537626" sldId="1012"/>
            <ac:spMk id="4" creationId="{A55EE8E6-A0F1-94E7-6613-C9140D81E01A}"/>
          </ac:spMkLst>
        </pc:spChg>
        <pc:spChg chg="mod">
          <ac:chgData name="主査　福島 直人" userId="S::naoto_2_fukushima@ccken.onmicrosoft.com::8f548a50-3d4a-4660-b17c-82fdb2003fd5" providerId="AD" clId="Web-{1DC42275-D788-BDEC-85E3-7E52F8C86C03}" dt="2026-03-02T06:56:00.743" v="172" actId="14100"/>
          <ac:spMkLst>
            <pc:docMk/>
            <pc:sldMk cId="3141537626" sldId="1012"/>
            <ac:spMk id="36" creationId="{ED9A7FBF-7102-D243-0FF6-EE36350722EA}"/>
          </ac:spMkLst>
        </pc:spChg>
      </pc:sldChg>
    </pc:docChg>
  </pc:docChgLst>
  <pc:docChgLst>
    <pc:chgData name="明治安田　荻野 純平" userId="S::jy-ogino@ccken.onmicrosoft.com::27cba3d8-e4d3-428c-9353-43187c47438c" providerId="AD" clId="Web-{7D068458-584F-714A-BDF9-21BE62BA9D2E}"/>
    <pc:docChg chg="modSld">
      <pc:chgData name="明治安田　荻野 純平" userId="S::jy-ogino@ccken.onmicrosoft.com::27cba3d8-e4d3-428c-9353-43187c47438c" providerId="AD" clId="Web-{7D068458-584F-714A-BDF9-21BE62BA9D2E}" dt="2026-02-25T14:55:02.060" v="3" actId="20577"/>
      <pc:docMkLst>
        <pc:docMk/>
      </pc:docMkLst>
    </pc:docChg>
  </pc:docChgLst>
  <pc:docChgLst>
    <pc:chgData name="村上　淳" userId="S::ji-murakami@ccken.onmicrosoft.com::0b8e6a16-2353-4e90-9a7d-8e4f0d078fbd" providerId="AD" clId="Web-{BF2FFF05-FCB1-C406-206C-581C6198339D}"/>
    <pc:docChg chg="delSld modSld modSection">
      <pc:chgData name="村上　淳" userId="S::ji-murakami@ccken.onmicrosoft.com::0b8e6a16-2353-4e90-9a7d-8e4f0d078fbd" providerId="AD" clId="Web-{BF2FFF05-FCB1-C406-206C-581C6198339D}" dt="2026-02-26T18:21:25.212" v="248" actId="14100"/>
      <pc:docMkLst>
        <pc:docMk/>
      </pc:docMkLst>
      <pc:sldChg chg="modSp">
        <pc:chgData name="村上　淳" userId="S::ji-murakami@ccken.onmicrosoft.com::0b8e6a16-2353-4e90-9a7d-8e4f0d078fbd" providerId="AD" clId="Web-{BF2FFF05-FCB1-C406-206C-581C6198339D}" dt="2026-02-26T18:19:29.226" v="231"/>
        <pc:sldMkLst>
          <pc:docMk/>
          <pc:sldMk cId="3740400021" sldId="808"/>
        </pc:sldMkLst>
        <pc:spChg chg="mod">
          <ac:chgData name="村上　淳" userId="S::ji-murakami@ccken.onmicrosoft.com::0b8e6a16-2353-4e90-9a7d-8e4f0d078fbd" providerId="AD" clId="Web-{BF2FFF05-FCB1-C406-206C-581C6198339D}" dt="2026-02-26T18:11:05.276" v="92" actId="14100"/>
          <ac:spMkLst>
            <pc:docMk/>
            <pc:sldMk cId="3740400021" sldId="808"/>
            <ac:spMk id="7" creationId="{3E73ECD1-EE70-F57D-5BEB-684D4D488BC8}"/>
          </ac:spMkLst>
        </pc:spChg>
        <pc:graphicFrameChg chg="mod modGraphic">
          <ac:chgData name="村上　淳" userId="S::ji-murakami@ccken.onmicrosoft.com::0b8e6a16-2353-4e90-9a7d-8e4f0d078fbd" providerId="AD" clId="Web-{BF2FFF05-FCB1-C406-206C-581C6198339D}" dt="2026-02-26T18:19:29.226" v="231"/>
          <ac:graphicFrameMkLst>
            <pc:docMk/>
            <pc:sldMk cId="3740400021" sldId="808"/>
            <ac:graphicFrameMk id="9" creationId="{B52BE3F1-7E2C-458C-B1E6-150E3C9D8028}"/>
          </ac:graphicFrameMkLst>
        </pc:graphicFrameChg>
      </pc:sldChg>
      <pc:sldChg chg="modSp">
        <pc:chgData name="村上　淳" userId="S::ji-murakami@ccken.onmicrosoft.com::0b8e6a16-2353-4e90-9a7d-8e4f0d078fbd" providerId="AD" clId="Web-{BF2FFF05-FCB1-C406-206C-581C6198339D}" dt="2026-02-26T18:11:38.793" v="112"/>
        <pc:sldMkLst>
          <pc:docMk/>
          <pc:sldMk cId="2863564126" sldId="809"/>
        </pc:sldMkLst>
        <pc:graphicFrameChg chg="mod modGraphic">
          <ac:chgData name="村上　淳" userId="S::ji-murakami@ccken.onmicrosoft.com::0b8e6a16-2353-4e90-9a7d-8e4f0d078fbd" providerId="AD" clId="Web-{BF2FFF05-FCB1-C406-206C-581C6198339D}" dt="2026-02-26T18:11:38.793" v="112"/>
          <ac:graphicFrameMkLst>
            <pc:docMk/>
            <pc:sldMk cId="2863564126" sldId="809"/>
            <ac:graphicFrameMk id="5" creationId="{FD63A822-5B26-65A1-59E7-DEFF86BACD14}"/>
          </ac:graphicFrameMkLst>
        </pc:graphicFrameChg>
      </pc:sldChg>
      <pc:sldChg chg="modSp">
        <pc:chgData name="村上　淳" userId="S::ji-murakami@ccken.onmicrosoft.com::0b8e6a16-2353-4e90-9a7d-8e4f0d078fbd" providerId="AD" clId="Web-{BF2FFF05-FCB1-C406-206C-581C6198339D}" dt="2026-02-26T18:20:11.133" v="233"/>
        <pc:sldMkLst>
          <pc:docMk/>
          <pc:sldMk cId="4048481670" sldId="810"/>
        </pc:sldMkLst>
        <pc:graphicFrameChg chg="mod modGraphic">
          <ac:chgData name="村上　淳" userId="S::ji-murakami@ccken.onmicrosoft.com::0b8e6a16-2353-4e90-9a7d-8e4f0d078fbd" providerId="AD" clId="Web-{BF2FFF05-FCB1-C406-206C-581C6198339D}" dt="2026-02-26T18:20:11.133" v="233"/>
          <ac:graphicFrameMkLst>
            <pc:docMk/>
            <pc:sldMk cId="4048481670" sldId="810"/>
            <ac:graphicFrameMk id="6" creationId="{E852BA61-0444-8E8E-FB67-6169CAC8673A}"/>
          </ac:graphicFrameMkLst>
        </pc:graphicFrameChg>
      </pc:sldChg>
      <pc:sldChg chg="modSp">
        <pc:chgData name="村上　淳" userId="S::ji-murakami@ccken.onmicrosoft.com::0b8e6a16-2353-4e90-9a7d-8e4f0d078fbd" providerId="AD" clId="Web-{BF2FFF05-FCB1-C406-206C-581C6198339D}" dt="2026-02-26T18:14:50.580" v="153"/>
        <pc:sldMkLst>
          <pc:docMk/>
          <pc:sldMk cId="656133690" sldId="811"/>
        </pc:sldMkLst>
        <pc:graphicFrameChg chg="mod modGraphic">
          <ac:chgData name="村上　淳" userId="S::ji-murakami@ccken.onmicrosoft.com::0b8e6a16-2353-4e90-9a7d-8e4f0d078fbd" providerId="AD" clId="Web-{BF2FFF05-FCB1-C406-206C-581C6198339D}" dt="2026-02-26T18:14:50.580" v="153"/>
          <ac:graphicFrameMkLst>
            <pc:docMk/>
            <pc:sldMk cId="656133690" sldId="811"/>
            <ac:graphicFrameMk id="4" creationId="{6AB771B0-FEEF-1484-D4B9-6E7084EA28E6}"/>
          </ac:graphicFrameMkLst>
        </pc:graphicFrameChg>
      </pc:sldChg>
      <pc:sldChg chg="modSp">
        <pc:chgData name="村上　淳" userId="S::ji-murakami@ccken.onmicrosoft.com::0b8e6a16-2353-4e90-9a7d-8e4f0d078fbd" providerId="AD" clId="Web-{BF2FFF05-FCB1-C406-206C-581C6198339D}" dt="2026-02-26T18:16:50.192" v="209"/>
        <pc:sldMkLst>
          <pc:docMk/>
          <pc:sldMk cId="3784166746" sldId="812"/>
        </pc:sldMkLst>
        <pc:graphicFrameChg chg="mod modGraphic">
          <ac:chgData name="村上　淳" userId="S::ji-murakami@ccken.onmicrosoft.com::0b8e6a16-2353-4e90-9a7d-8e4f0d078fbd" providerId="AD" clId="Web-{BF2FFF05-FCB1-C406-206C-581C6198339D}" dt="2026-02-26T18:15:52.472" v="167"/>
          <ac:graphicFrameMkLst>
            <pc:docMk/>
            <pc:sldMk cId="3784166746" sldId="812"/>
            <ac:graphicFrameMk id="4" creationId="{0595A386-EC60-5C78-CDC4-89F032B930F7}"/>
          </ac:graphicFrameMkLst>
        </pc:graphicFrameChg>
        <pc:graphicFrameChg chg="mod modGraphic">
          <ac:chgData name="村上　淳" userId="S::ji-murakami@ccken.onmicrosoft.com::0b8e6a16-2353-4e90-9a7d-8e4f0d078fbd" providerId="AD" clId="Web-{BF2FFF05-FCB1-C406-206C-581C6198339D}" dt="2026-02-26T18:14:19.142" v="144"/>
          <ac:graphicFrameMkLst>
            <pc:docMk/>
            <pc:sldMk cId="3784166746" sldId="812"/>
            <ac:graphicFrameMk id="5" creationId="{507477FE-0B4E-3085-FF73-DF617CF7736C}"/>
          </ac:graphicFrameMkLst>
        </pc:graphicFrameChg>
        <pc:graphicFrameChg chg="mod modGraphic">
          <ac:chgData name="村上　淳" userId="S::ji-murakami@ccken.onmicrosoft.com::0b8e6a16-2353-4e90-9a7d-8e4f0d078fbd" providerId="AD" clId="Web-{BF2FFF05-FCB1-C406-206C-581C6198339D}" dt="2026-02-26T18:16:50.192" v="209"/>
          <ac:graphicFrameMkLst>
            <pc:docMk/>
            <pc:sldMk cId="3784166746" sldId="812"/>
            <ac:graphicFrameMk id="7" creationId="{17B6D5D2-357C-BE29-940E-AB62644F3873}"/>
          </ac:graphicFrameMkLst>
        </pc:graphicFrameChg>
      </pc:sldChg>
      <pc:sldChg chg="modSp">
        <pc:chgData name="村上　淳" userId="S::ji-murakami@ccken.onmicrosoft.com::0b8e6a16-2353-4e90-9a7d-8e4f0d078fbd" providerId="AD" clId="Web-{BF2FFF05-FCB1-C406-206C-581C6198339D}" dt="2026-02-26T18:13:16.405" v="136"/>
        <pc:sldMkLst>
          <pc:docMk/>
          <pc:sldMk cId="1689093626" sldId="838"/>
        </pc:sldMkLst>
        <pc:graphicFrameChg chg="mod modGraphic">
          <ac:chgData name="村上　淳" userId="S::ji-murakami@ccken.onmicrosoft.com::0b8e6a16-2353-4e90-9a7d-8e4f0d078fbd" providerId="AD" clId="Web-{BF2FFF05-FCB1-C406-206C-581C6198339D}" dt="2026-02-26T18:13:16.405" v="136"/>
          <ac:graphicFrameMkLst>
            <pc:docMk/>
            <pc:sldMk cId="1689093626" sldId="838"/>
            <ac:graphicFrameMk id="3" creationId="{51351D9B-EF6B-5B6B-AB95-57DF5FF96891}"/>
          </ac:graphicFrameMkLst>
        </pc:graphicFrameChg>
      </pc:sldChg>
      <pc:sldChg chg="modSp">
        <pc:chgData name="村上　淳" userId="S::ji-murakami@ccken.onmicrosoft.com::0b8e6a16-2353-4e90-9a7d-8e4f0d078fbd" providerId="AD" clId="Web-{BF2FFF05-FCB1-C406-206C-581C6198339D}" dt="2026-02-26T18:06:03.757" v="76"/>
        <pc:sldMkLst>
          <pc:docMk/>
          <pc:sldMk cId="3913572286" sldId="963"/>
        </pc:sldMkLst>
        <pc:spChg chg="mod">
          <ac:chgData name="村上　淳" userId="S::ji-murakami@ccken.onmicrosoft.com::0b8e6a16-2353-4e90-9a7d-8e4f0d078fbd" providerId="AD" clId="Web-{BF2FFF05-FCB1-C406-206C-581C6198339D}" dt="2026-02-26T18:06:03.757" v="76"/>
          <ac:spMkLst>
            <pc:docMk/>
            <pc:sldMk cId="3913572286" sldId="963"/>
            <ac:spMk id="5" creationId="{AC3DE9BA-634B-AF73-92AE-5059797484AD}"/>
          </ac:spMkLst>
        </pc:spChg>
      </pc:sldChg>
      <pc:sldChg chg="modSp">
        <pc:chgData name="村上　淳" userId="S::ji-murakami@ccken.onmicrosoft.com::0b8e6a16-2353-4e90-9a7d-8e4f0d078fbd" providerId="AD" clId="Web-{BF2FFF05-FCB1-C406-206C-581C6198339D}" dt="2026-02-26T18:09:32.005" v="90" actId="20577"/>
        <pc:sldMkLst>
          <pc:docMk/>
          <pc:sldMk cId="865026807" sldId="1010"/>
        </pc:sldMkLst>
        <pc:spChg chg="mod">
          <ac:chgData name="村上　淳" userId="S::ji-murakami@ccken.onmicrosoft.com::0b8e6a16-2353-4e90-9a7d-8e4f0d078fbd" providerId="AD" clId="Web-{BF2FFF05-FCB1-C406-206C-581C6198339D}" dt="2026-02-26T18:07:30.777" v="84" actId="20577"/>
          <ac:spMkLst>
            <pc:docMk/>
            <pc:sldMk cId="865026807" sldId="1010"/>
            <ac:spMk id="3" creationId="{63BB8BCB-F115-5A53-5C11-892947A2C762}"/>
          </ac:spMkLst>
        </pc:spChg>
        <pc:spChg chg="mod">
          <ac:chgData name="村上　淳" userId="S::ji-murakami@ccken.onmicrosoft.com::0b8e6a16-2353-4e90-9a7d-8e4f0d078fbd" providerId="AD" clId="Web-{BF2FFF05-FCB1-C406-206C-581C6198339D}" dt="2026-02-26T18:09:01.566" v="88" actId="20577"/>
          <ac:spMkLst>
            <pc:docMk/>
            <pc:sldMk cId="865026807" sldId="1010"/>
            <ac:spMk id="14" creationId="{AFBA9317-3702-693B-E3DC-48EF94B07BAB}"/>
          </ac:spMkLst>
        </pc:spChg>
        <pc:spChg chg="mod">
          <ac:chgData name="村上　淳" userId="S::ji-murakami@ccken.onmicrosoft.com::0b8e6a16-2353-4e90-9a7d-8e4f0d078fbd" providerId="AD" clId="Web-{BF2FFF05-FCB1-C406-206C-581C6198339D}" dt="2026-02-26T18:09:32.005" v="90" actId="20577"/>
          <ac:spMkLst>
            <pc:docMk/>
            <pc:sldMk cId="865026807" sldId="1010"/>
            <ac:spMk id="25" creationId="{D030D5E2-5076-2CF4-D9EF-FBD0C0C4CD59}"/>
          </ac:spMkLst>
        </pc:spChg>
      </pc:sldChg>
      <pc:sldChg chg="modSp">
        <pc:chgData name="村上　淳" userId="S::ji-murakami@ccken.onmicrosoft.com::0b8e6a16-2353-4e90-9a7d-8e4f0d078fbd" providerId="AD" clId="Web-{BF2FFF05-FCB1-C406-206C-581C6198339D}" dt="2026-02-26T18:21:25.212" v="248" actId="14100"/>
        <pc:sldMkLst>
          <pc:docMk/>
          <pc:sldMk cId="3418834785" sldId="1011"/>
        </pc:sldMkLst>
        <pc:spChg chg="mod">
          <ac:chgData name="村上　淳" userId="S::ji-murakami@ccken.onmicrosoft.com::0b8e6a16-2353-4e90-9a7d-8e4f0d078fbd" providerId="AD" clId="Web-{BF2FFF05-FCB1-C406-206C-581C6198339D}" dt="2026-02-26T18:21:25.212" v="248" actId="14100"/>
          <ac:spMkLst>
            <pc:docMk/>
            <pc:sldMk cId="3418834785" sldId="1011"/>
            <ac:spMk id="14" creationId="{402CB6AF-B85F-5109-5FBA-7EDDBFB63B63}"/>
          </ac:spMkLst>
        </pc:spChg>
        <pc:spChg chg="mod">
          <ac:chgData name="村上　淳" userId="S::ji-murakami@ccken.onmicrosoft.com::0b8e6a16-2353-4e90-9a7d-8e4f0d078fbd" providerId="AD" clId="Web-{BF2FFF05-FCB1-C406-206C-581C6198339D}" dt="2026-02-26T18:21:17.431" v="247" actId="20577"/>
          <ac:spMkLst>
            <pc:docMk/>
            <pc:sldMk cId="3418834785" sldId="1011"/>
            <ac:spMk id="19" creationId="{1BADC45A-B5E8-8E9F-D3D0-DD0CCC591892}"/>
          </ac:spMkLst>
        </pc:spChg>
      </pc:sldChg>
    </pc:docChg>
  </pc:docChgLst>
  <pc:docChgLst>
    <pc:chgData name="主査　福島 直人" userId="S::naoto_2_fukushima@ccken.onmicrosoft.com::8f548a50-3d4a-4660-b17c-82fdb2003fd5" providerId="AD" clId="Web-{0667AE7F-D9ED-8D66-2448-B08411A0C167}"/>
    <pc:docChg chg="modSld sldOrd modSection">
      <pc:chgData name="主査　福島 直人" userId="S::naoto_2_fukushima@ccken.onmicrosoft.com::8f548a50-3d4a-4660-b17c-82fdb2003fd5" providerId="AD" clId="Web-{0667AE7F-D9ED-8D66-2448-B08411A0C167}" dt="2026-02-18T13:13:12.499" v="349" actId="20577"/>
      <pc:docMkLst>
        <pc:docMk/>
      </pc:docMkLst>
      <pc:sldChg chg="modSp">
        <pc:chgData name="主査　福島 直人" userId="S::naoto_2_fukushima@ccken.onmicrosoft.com::8f548a50-3d4a-4660-b17c-82fdb2003fd5" providerId="AD" clId="Web-{0667AE7F-D9ED-8D66-2448-B08411A0C167}" dt="2026-02-18T11:25:27.100" v="1" actId="20577"/>
        <pc:sldMkLst>
          <pc:docMk/>
          <pc:sldMk cId="1392608573" sldId="727"/>
        </pc:sldMkLst>
        <pc:spChg chg="mod">
          <ac:chgData name="主査　福島 直人" userId="S::naoto_2_fukushima@ccken.onmicrosoft.com::8f548a50-3d4a-4660-b17c-82fdb2003fd5" providerId="AD" clId="Web-{0667AE7F-D9ED-8D66-2448-B08411A0C167}" dt="2026-02-18T11:25:27.100" v="1" actId="20577"/>
          <ac:spMkLst>
            <pc:docMk/>
            <pc:sldMk cId="1392608573" sldId="727"/>
            <ac:spMk id="2" creationId="{67192B83-8C50-496B-BFCB-90F00DD06133}"/>
          </ac:spMkLst>
        </pc:spChg>
      </pc:sldChg>
      <pc:sldChg chg="modSp">
        <pc:chgData name="主査　福島 直人" userId="S::naoto_2_fukushima@ccken.onmicrosoft.com::8f548a50-3d4a-4660-b17c-82fdb2003fd5" providerId="AD" clId="Web-{0667AE7F-D9ED-8D66-2448-B08411A0C167}" dt="2026-02-18T11:43:55.457" v="40" actId="20577"/>
        <pc:sldMkLst>
          <pc:docMk/>
          <pc:sldMk cId="3496318797" sldId="954"/>
        </pc:sldMkLst>
        <pc:spChg chg="mod">
          <ac:chgData name="主査　福島 直人" userId="S::naoto_2_fukushima@ccken.onmicrosoft.com::8f548a50-3d4a-4660-b17c-82fdb2003fd5" providerId="AD" clId="Web-{0667AE7F-D9ED-8D66-2448-B08411A0C167}" dt="2026-02-18T11:31:16.157" v="8" actId="20577"/>
          <ac:spMkLst>
            <pc:docMk/>
            <pc:sldMk cId="3496318797" sldId="954"/>
            <ac:spMk id="4" creationId="{3B6C0785-3157-0125-9BC3-856014475624}"/>
          </ac:spMkLst>
        </pc:spChg>
      </pc:sldChg>
      <pc:sldChg chg="modSp">
        <pc:chgData name="主査　福島 直人" userId="S::naoto_2_fukushima@ccken.onmicrosoft.com::8f548a50-3d4a-4660-b17c-82fdb2003fd5" providerId="AD" clId="Web-{0667AE7F-D9ED-8D66-2448-B08411A0C167}" dt="2026-02-18T12:13:47.980" v="174" actId="20577"/>
        <pc:sldMkLst>
          <pc:docMk/>
          <pc:sldMk cId="20629679" sldId="955"/>
        </pc:sldMkLst>
        <pc:spChg chg="mod">
          <ac:chgData name="主査　福島 直人" userId="S::naoto_2_fukushima@ccken.onmicrosoft.com::8f548a50-3d4a-4660-b17c-82fdb2003fd5" providerId="AD" clId="Web-{0667AE7F-D9ED-8D66-2448-B08411A0C167}" dt="2026-02-18T12:12:12.758" v="167" actId="20577"/>
          <ac:spMkLst>
            <pc:docMk/>
            <pc:sldMk cId="20629679" sldId="955"/>
            <ac:spMk id="5" creationId="{3E8D3B7C-E884-C22A-9ADF-4BE38B496EEE}"/>
          </ac:spMkLst>
        </pc:spChg>
        <pc:spChg chg="mod">
          <ac:chgData name="主査　福島 直人" userId="S::naoto_2_fukushima@ccken.onmicrosoft.com::8f548a50-3d4a-4660-b17c-82fdb2003fd5" providerId="AD" clId="Web-{0667AE7F-D9ED-8D66-2448-B08411A0C167}" dt="2026-02-18T11:52:08.695" v="70" actId="20577"/>
          <ac:spMkLst>
            <pc:docMk/>
            <pc:sldMk cId="20629679" sldId="955"/>
            <ac:spMk id="11" creationId="{3A694E3B-253B-3FB7-E05E-2B89ADDFFEF5}"/>
          </ac:spMkLst>
        </pc:spChg>
        <pc:spChg chg="mod">
          <ac:chgData name="主査　福島 直人" userId="S::naoto_2_fukushima@ccken.onmicrosoft.com::8f548a50-3d4a-4660-b17c-82fdb2003fd5" providerId="AD" clId="Web-{0667AE7F-D9ED-8D66-2448-B08411A0C167}" dt="2026-02-18T11:49:27.804" v="56" actId="20577"/>
          <ac:spMkLst>
            <pc:docMk/>
            <pc:sldMk cId="20629679" sldId="955"/>
            <ac:spMk id="19" creationId="{7FA90E8B-C78B-1117-E082-3C37BF6640D0}"/>
          </ac:spMkLst>
        </pc:spChg>
        <pc:spChg chg="mod">
          <ac:chgData name="主査　福島 直人" userId="S::naoto_2_fukushima@ccken.onmicrosoft.com::8f548a50-3d4a-4660-b17c-82fdb2003fd5" providerId="AD" clId="Web-{0667AE7F-D9ED-8D66-2448-B08411A0C167}" dt="2026-02-18T11:53:53.465" v="76" actId="20577"/>
          <ac:spMkLst>
            <pc:docMk/>
            <pc:sldMk cId="20629679" sldId="955"/>
            <ac:spMk id="24" creationId="{5E2147DF-6C08-7490-E84D-EF2309A03FF3}"/>
          </ac:spMkLst>
        </pc:spChg>
        <pc:spChg chg="mod">
          <ac:chgData name="主査　福島 直人" userId="S::naoto_2_fukushima@ccken.onmicrosoft.com::8f548a50-3d4a-4660-b17c-82fdb2003fd5" providerId="AD" clId="Web-{0667AE7F-D9ED-8D66-2448-B08411A0C167}" dt="2026-02-18T11:59:08.496" v="102" actId="20577"/>
          <ac:spMkLst>
            <pc:docMk/>
            <pc:sldMk cId="20629679" sldId="955"/>
            <ac:spMk id="29" creationId="{0E2D527E-0084-8CF9-CEE2-E09A0BD666FA}"/>
          </ac:spMkLst>
        </pc:spChg>
        <pc:spChg chg="mod">
          <ac:chgData name="主査　福島 直人" userId="S::naoto_2_fukushima@ccken.onmicrosoft.com::8f548a50-3d4a-4660-b17c-82fdb2003fd5" providerId="AD" clId="Web-{0667AE7F-D9ED-8D66-2448-B08411A0C167}" dt="2026-02-18T11:52:58.431" v="75" actId="14100"/>
          <ac:spMkLst>
            <pc:docMk/>
            <pc:sldMk cId="20629679" sldId="955"/>
            <ac:spMk id="31" creationId="{9159CA19-C158-05BA-5F48-7F90FB36C5EA}"/>
          </ac:spMkLst>
        </pc:spChg>
        <pc:spChg chg="mod">
          <ac:chgData name="主査　福島 直人" userId="S::naoto_2_fukushima@ccken.onmicrosoft.com::8f548a50-3d4a-4660-b17c-82fdb2003fd5" providerId="AD" clId="Web-{0667AE7F-D9ED-8D66-2448-B08411A0C167}" dt="2026-02-18T11:56:30.523" v="87" actId="20577"/>
          <ac:spMkLst>
            <pc:docMk/>
            <pc:sldMk cId="20629679" sldId="955"/>
            <ac:spMk id="34" creationId="{CFEBD4C4-B349-C9BB-2876-E2872993609F}"/>
          </ac:spMkLst>
        </pc:spChg>
        <pc:spChg chg="mod">
          <ac:chgData name="主査　福島 直人" userId="S::naoto_2_fukushima@ccken.onmicrosoft.com::8f548a50-3d4a-4660-b17c-82fdb2003fd5" providerId="AD" clId="Web-{0667AE7F-D9ED-8D66-2448-B08411A0C167}" dt="2026-02-18T12:13:47.980" v="174" actId="20577"/>
          <ac:spMkLst>
            <pc:docMk/>
            <pc:sldMk cId="20629679" sldId="955"/>
            <ac:spMk id="44" creationId="{B6A7D924-5A65-0BCB-27C7-03FDF840D74B}"/>
          </ac:spMkLst>
        </pc:spChg>
        <pc:cxnChg chg="mod">
          <ac:chgData name="主査　福島 直人" userId="S::naoto_2_fukushima@ccken.onmicrosoft.com::8f548a50-3d4a-4660-b17c-82fdb2003fd5" providerId="AD" clId="Web-{0667AE7F-D9ED-8D66-2448-B08411A0C167}" dt="2026-02-18T11:52:42.133" v="73" actId="1076"/>
          <ac:cxnSpMkLst>
            <pc:docMk/>
            <pc:sldMk cId="20629679" sldId="955"/>
            <ac:cxnSpMk id="13" creationId="{BDFAE1F0-FCF1-3BAF-9346-39872612CE68}"/>
          </ac:cxnSpMkLst>
        </pc:cxnChg>
        <pc:cxnChg chg="mod">
          <ac:chgData name="主査　福島 直人" userId="S::naoto_2_fukushima@ccken.onmicrosoft.com::8f548a50-3d4a-4660-b17c-82fdb2003fd5" providerId="AD" clId="Web-{0667AE7F-D9ED-8D66-2448-B08411A0C167}" dt="2026-02-18T11:58:39.683" v="99" actId="1076"/>
          <ac:cxnSpMkLst>
            <pc:docMk/>
            <pc:sldMk cId="20629679" sldId="955"/>
            <ac:cxnSpMk id="32" creationId="{986F2F92-87F2-0DD4-A402-9AEFB7F91DD1}"/>
          </ac:cxnSpMkLst>
        </pc:cxnChg>
      </pc:sldChg>
      <pc:sldChg chg="modSp">
        <pc:chgData name="主査　福島 直人" userId="S::naoto_2_fukushima@ccken.onmicrosoft.com::8f548a50-3d4a-4660-b17c-82fdb2003fd5" providerId="AD" clId="Web-{0667AE7F-D9ED-8D66-2448-B08411A0C167}" dt="2026-02-18T12:16:54.984" v="178" actId="20577"/>
        <pc:sldMkLst>
          <pc:docMk/>
          <pc:sldMk cId="2802704857" sldId="956"/>
        </pc:sldMkLst>
        <pc:spChg chg="mod">
          <ac:chgData name="主査　福島 直人" userId="S::naoto_2_fukushima@ccken.onmicrosoft.com::8f548a50-3d4a-4660-b17c-82fdb2003fd5" providerId="AD" clId="Web-{0667AE7F-D9ED-8D66-2448-B08411A0C167}" dt="2026-02-18T12:16:54.984" v="178" actId="20577"/>
          <ac:spMkLst>
            <pc:docMk/>
            <pc:sldMk cId="2802704857" sldId="956"/>
            <ac:spMk id="44" creationId="{197CAABA-809F-ABF9-96BD-0E89B70DC76E}"/>
          </ac:spMkLst>
        </pc:spChg>
      </pc:sldChg>
      <pc:sldChg chg="modSp">
        <pc:chgData name="主査　福島 直人" userId="S::naoto_2_fukushima@ccken.onmicrosoft.com::8f548a50-3d4a-4660-b17c-82fdb2003fd5" providerId="AD" clId="Web-{0667AE7F-D9ED-8D66-2448-B08411A0C167}" dt="2026-02-18T12:26:31.130" v="192" actId="20577"/>
        <pc:sldMkLst>
          <pc:docMk/>
          <pc:sldMk cId="2575810299" sldId="958"/>
        </pc:sldMkLst>
        <pc:spChg chg="mod">
          <ac:chgData name="主査　福島 直人" userId="S::naoto_2_fukushima@ccken.onmicrosoft.com::8f548a50-3d4a-4660-b17c-82fdb2003fd5" providerId="AD" clId="Web-{0667AE7F-D9ED-8D66-2448-B08411A0C167}" dt="2026-02-18T12:23:31.270" v="180" actId="20577"/>
          <ac:spMkLst>
            <pc:docMk/>
            <pc:sldMk cId="2575810299" sldId="958"/>
            <ac:spMk id="6" creationId="{568A092F-4BCD-F497-D8D3-73DA53EAE208}"/>
          </ac:spMkLst>
        </pc:spChg>
        <pc:spChg chg="mod">
          <ac:chgData name="主査　福島 直人" userId="S::naoto_2_fukushima@ccken.onmicrosoft.com::8f548a50-3d4a-4660-b17c-82fdb2003fd5" providerId="AD" clId="Web-{0667AE7F-D9ED-8D66-2448-B08411A0C167}" dt="2026-02-18T12:26:31.130" v="192" actId="20577"/>
          <ac:spMkLst>
            <pc:docMk/>
            <pc:sldMk cId="2575810299" sldId="958"/>
            <ac:spMk id="7" creationId="{77B1510E-D32B-59E6-7807-D1ADD4826386}"/>
          </ac:spMkLst>
        </pc:spChg>
        <pc:spChg chg="mod">
          <ac:chgData name="主査　福島 直人" userId="S::naoto_2_fukushima@ccken.onmicrosoft.com::8f548a50-3d4a-4660-b17c-82fdb2003fd5" providerId="AD" clId="Web-{0667AE7F-D9ED-8D66-2448-B08411A0C167}" dt="2026-02-18T12:26:12.880" v="186" actId="20577"/>
          <ac:spMkLst>
            <pc:docMk/>
            <pc:sldMk cId="2575810299" sldId="958"/>
            <ac:spMk id="9" creationId="{122BDB4F-8DDA-79B4-79E8-139B7EB54958}"/>
          </ac:spMkLst>
        </pc:spChg>
        <pc:spChg chg="mod">
          <ac:chgData name="主査　福島 直人" userId="S::naoto_2_fukushima@ccken.onmicrosoft.com::8f548a50-3d4a-4660-b17c-82fdb2003fd5" providerId="AD" clId="Web-{0667AE7F-D9ED-8D66-2448-B08411A0C167}" dt="2026-02-18T12:26:17.396" v="188" actId="20577"/>
          <ac:spMkLst>
            <pc:docMk/>
            <pc:sldMk cId="2575810299" sldId="958"/>
            <ac:spMk id="12" creationId="{CD67A43E-2129-F49F-AC21-CA15C1F34676}"/>
          </ac:spMkLst>
        </pc:spChg>
      </pc:sldChg>
      <pc:sldChg chg="modSp modCm">
        <pc:chgData name="主査　福島 直人" userId="S::naoto_2_fukushima@ccken.onmicrosoft.com::8f548a50-3d4a-4660-b17c-82fdb2003fd5" providerId="AD" clId="Web-{0667AE7F-D9ED-8D66-2448-B08411A0C167}" dt="2026-02-18T12:35:51.411" v="212" actId="20577"/>
        <pc:sldMkLst>
          <pc:docMk/>
          <pc:sldMk cId="4077408376" sldId="962"/>
        </pc:sldMkLst>
        <pc:spChg chg="mod">
          <ac:chgData name="主査　福島 直人" userId="S::naoto_2_fukushima@ccken.onmicrosoft.com::8f548a50-3d4a-4660-b17c-82fdb2003fd5" providerId="AD" clId="Web-{0667AE7F-D9ED-8D66-2448-B08411A0C167}" dt="2026-02-18T12:29:27.387" v="194" actId="20577"/>
          <ac:spMkLst>
            <pc:docMk/>
            <pc:sldMk cId="4077408376" sldId="962"/>
            <ac:spMk id="6" creationId="{72934253-6514-F777-3BF3-81C99250DB74}"/>
          </ac:spMkLst>
        </pc:spChg>
        <pc:spChg chg="mod">
          <ac:chgData name="主査　福島 直人" userId="S::naoto_2_fukushima@ccken.onmicrosoft.com::8f548a50-3d4a-4660-b17c-82fdb2003fd5" providerId="AD" clId="Web-{0667AE7F-D9ED-8D66-2448-B08411A0C167}" dt="2026-02-18T12:35:51.411" v="212" actId="20577"/>
          <ac:spMkLst>
            <pc:docMk/>
            <pc:sldMk cId="4077408376" sldId="962"/>
            <ac:spMk id="9" creationId="{54DDE1CC-0568-EF6F-FE9D-3552007C535E}"/>
          </ac:spMkLst>
        </pc:spChg>
        <pc:spChg chg="mod">
          <ac:chgData name="主査　福島 直人" userId="S::naoto_2_fukushima@ccken.onmicrosoft.com::8f548a50-3d4a-4660-b17c-82fdb2003fd5" providerId="AD" clId="Web-{0667AE7F-D9ED-8D66-2448-B08411A0C167}" dt="2026-02-18T12:35:06.379" v="211" actId="20577"/>
          <ac:spMkLst>
            <pc:docMk/>
            <pc:sldMk cId="4077408376" sldId="962"/>
            <ac:spMk id="12" creationId="{3A927910-672B-0641-FED7-A8527BE4152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主査　福島 直人" userId="S::naoto_2_fukushima@ccken.onmicrosoft.com::8f548a50-3d4a-4660-b17c-82fdb2003fd5" providerId="AD" clId="Web-{0667AE7F-D9ED-8D66-2448-B08411A0C167}" dt="2026-02-18T12:29:27.387" v="194" actId="20577"/>
              <pc2:cmMkLst xmlns:pc2="http://schemas.microsoft.com/office/powerpoint/2019/9/main/command">
                <pc:docMk/>
                <pc:sldMk cId="4077408376" sldId="962"/>
                <pc2:cmMk id="{6D97F101-5591-432D-ACF5-45C2DDF31A80}"/>
              </pc2:cmMkLst>
            </pc226:cmChg>
          </p:ext>
        </pc:extLst>
      </pc:sldChg>
    </pc:docChg>
  </pc:docChgLst>
  <pc:docChgLst>
    <pc:chgData name="三菱UFJ信託銀行　網野 智仁" userId="S::tomohito_amino@ccken.onmicrosoft.com::f8474316-ab6c-4136-bc0a-a68b4c48cb80" providerId="AD" clId="Web-{7B8DDC43-9E5C-96FE-201C-8B8128B29043}"/>
    <pc:docChg chg="addSld modSld sldOrd modSection">
      <pc:chgData name="三菱UFJ信託銀行　網野 智仁" userId="S::tomohito_amino@ccken.onmicrosoft.com::f8474316-ab6c-4136-bc0a-a68b4c48cb80" providerId="AD" clId="Web-{7B8DDC43-9E5C-96FE-201C-8B8128B29043}" dt="2026-02-12T08:38:17.464" v="171"/>
      <pc:docMkLst>
        <pc:docMk/>
      </pc:docMkLst>
    </pc:docChg>
  </pc:docChgLst>
  <pc:docChgLst>
    <pc:chgData name="三菱UFJモルガン・スタンレー証券　中川 このみ" userId="S::nakagawakonomi.cc.kenkyukai_gmail.com#ext#@ccken.onmicrosoft.com::449cad5c-e2b6-4374-82cf-c006f203c156" providerId="AD" clId="Web-{4B895C52-ECD9-1263-BCE9-84C840768287}"/>
    <pc:docChg chg="modSld">
      <pc:chgData name="三菱UFJモルガン・スタンレー証券　中川 このみ" userId="S::nakagawakonomi.cc.kenkyukai_gmail.com#ext#@ccken.onmicrosoft.com::449cad5c-e2b6-4374-82cf-c006f203c156" providerId="AD" clId="Web-{4B895C52-ECD9-1263-BCE9-84C840768287}" dt="2026-02-12T07:29:08.970" v="151" actId="1076"/>
      <pc:docMkLst>
        <pc:docMk/>
      </pc:docMkLst>
    </pc:docChg>
  </pc:docChgLst>
  <pc:docChgLst>
    <pc:chgData name="主査　福島 直人" userId="S::naoto_2_fukushima@ccken.onmicrosoft.com::8f548a50-3d4a-4660-b17c-82fdb2003fd5" providerId="AD" clId="Web-{DE5286DE-27DF-0508-F21A-01FA61FF3FB1}"/>
    <pc:docChg chg="delSld modSld sldOrd delSection modSection">
      <pc:chgData name="主査　福島 直人" userId="S::naoto_2_fukushima@ccken.onmicrosoft.com::8f548a50-3d4a-4660-b17c-82fdb2003fd5" providerId="AD" clId="Web-{DE5286DE-27DF-0508-F21A-01FA61FF3FB1}" dt="2026-02-10T03:50:13.021" v="191"/>
      <pc:docMkLst>
        <pc:docMk/>
      </pc:docMkLst>
      <pc:sldChg chg="addSp delSp modSp">
        <pc:chgData name="主査　福島 直人" userId="S::naoto_2_fukushima@ccken.onmicrosoft.com::8f548a50-3d4a-4660-b17c-82fdb2003fd5" providerId="AD" clId="Web-{DE5286DE-27DF-0508-F21A-01FA61FF3FB1}" dt="2026-02-10T03:47:43.188" v="188" actId="1076"/>
        <pc:sldMkLst>
          <pc:docMk/>
          <pc:sldMk cId="468256319" sldId="471"/>
        </pc:sldMkLst>
        <pc:spChg chg="mod">
          <ac:chgData name="主査　福島 直人" userId="S::naoto_2_fukushima@ccken.onmicrosoft.com::8f548a50-3d4a-4660-b17c-82fdb2003fd5" providerId="AD" clId="Web-{DE5286DE-27DF-0508-F21A-01FA61FF3FB1}" dt="2026-02-10T03:47:43.188" v="188" actId="1076"/>
          <ac:spMkLst>
            <pc:docMk/>
            <pc:sldMk cId="468256319" sldId="471"/>
            <ac:spMk id="8" creationId="{2EB57A3D-2B3C-231B-5451-E2954021DEAC}"/>
          </ac:spMkLst>
        </pc:spChg>
        <pc:graphicFrameChg chg="mod modGraphic">
          <ac:chgData name="主査　福島 直人" userId="S::naoto_2_fukushima@ccken.onmicrosoft.com::8f548a50-3d4a-4660-b17c-82fdb2003fd5" providerId="AD" clId="Web-{DE5286DE-27DF-0508-F21A-01FA61FF3FB1}" dt="2026-02-10T03:46:14.511" v="183"/>
          <ac:graphicFrameMkLst>
            <pc:docMk/>
            <pc:sldMk cId="468256319" sldId="471"/>
            <ac:graphicFrameMk id="3" creationId="{EC18DF6F-C7CF-30A6-E70A-2906204D493A}"/>
          </ac:graphicFrameMkLst>
        </pc:graphicFrameChg>
        <pc:graphicFrameChg chg="add mod modGraphic">
          <ac:chgData name="主査　福島 直人" userId="S::naoto_2_fukushima@ccken.onmicrosoft.com::8f548a50-3d4a-4660-b17c-82fdb2003fd5" providerId="AD" clId="Web-{DE5286DE-27DF-0508-F21A-01FA61FF3FB1}" dt="2026-02-10T03:46:03.151" v="175"/>
          <ac:graphicFrameMkLst>
            <pc:docMk/>
            <pc:sldMk cId="468256319" sldId="471"/>
            <ac:graphicFrameMk id="4" creationId="{1F099318-8408-F823-37D5-7532CD2FB5EF}"/>
          </ac:graphicFrameMkLst>
        </pc:graphicFrameChg>
        <pc:graphicFrameChg chg="mod modGraphic">
          <ac:chgData name="主査　福島 直人" userId="S::naoto_2_fukushima@ccken.onmicrosoft.com::8f548a50-3d4a-4660-b17c-82fdb2003fd5" providerId="AD" clId="Web-{DE5286DE-27DF-0508-F21A-01FA61FF3FB1}" dt="2026-02-10T03:46:11.917" v="181"/>
          <ac:graphicFrameMkLst>
            <pc:docMk/>
            <pc:sldMk cId="468256319" sldId="471"/>
            <ac:graphicFrameMk id="6" creationId="{0DB2FBBA-AC43-1EDA-27A9-F7A42419EF30}"/>
          </ac:graphicFrameMkLst>
        </pc:graphicFrameChg>
        <pc:graphicFrameChg chg="mod modGraphic">
          <ac:chgData name="主査　福島 直人" userId="S::naoto_2_fukushima@ccken.onmicrosoft.com::8f548a50-3d4a-4660-b17c-82fdb2003fd5" providerId="AD" clId="Web-{DE5286DE-27DF-0508-F21A-01FA61FF3FB1}" dt="2026-02-10T03:46:08.495" v="179"/>
          <ac:graphicFrameMkLst>
            <pc:docMk/>
            <pc:sldMk cId="468256319" sldId="471"/>
            <ac:graphicFrameMk id="9" creationId="{D0A2CC2F-E126-64DD-32A4-1C5F3361211B}"/>
          </ac:graphicFrameMkLst>
        </pc:graphicFrameChg>
        <pc:graphicFrameChg chg="mod modGraphic">
          <ac:chgData name="主査　福島 直人" userId="S::naoto_2_fukushima@ccken.onmicrosoft.com::8f548a50-3d4a-4660-b17c-82fdb2003fd5" providerId="AD" clId="Web-{DE5286DE-27DF-0508-F21A-01FA61FF3FB1}" dt="2026-02-10T03:46:34.418" v="186" actId="1076"/>
          <ac:graphicFrameMkLst>
            <pc:docMk/>
            <pc:sldMk cId="468256319" sldId="471"/>
            <ac:graphicFrameMk id="14" creationId="{81CF28A4-EEDB-E592-71A3-5D2C5757D04E}"/>
          </ac:graphicFrameMkLst>
        </pc:graphicFrameChg>
      </pc:sldChg>
    </pc:docChg>
  </pc:docChgLst>
  <pc:docChgLst>
    <pc:chgData name="明治安田　荻野 純平" userId="S::jy-ogino@ccken.onmicrosoft.com::27cba3d8-e4d3-428c-9353-43187c47438c" providerId="AD" clId="Web-{0237C7FD-D890-071E-82F2-11329E0325D5}"/>
    <pc:docChg chg="mod modSld sldOrd">
      <pc:chgData name="明治安田　荻野 純平" userId="S::jy-ogino@ccken.onmicrosoft.com::27cba3d8-e4d3-428c-9353-43187c47438c" providerId="AD" clId="Web-{0237C7FD-D890-071E-82F2-11329E0325D5}" dt="2026-02-24T14:56:42.489" v="240"/>
      <pc:docMkLst>
        <pc:docMk/>
      </pc:docMkLst>
      <pc:sldChg chg="modSp">
        <pc:chgData name="明治安田　荻野 純平" userId="S::jy-ogino@ccken.onmicrosoft.com::27cba3d8-e4d3-428c-9353-43187c47438c" providerId="AD" clId="Web-{0237C7FD-D890-071E-82F2-11329E0325D5}" dt="2026-02-24T14:43:41.226" v="184" actId="20577"/>
        <pc:sldMkLst>
          <pc:docMk/>
          <pc:sldMk cId="2912982522" sldId="983"/>
        </pc:sldMkLst>
        <pc:spChg chg="mod">
          <ac:chgData name="明治安田　荻野 純平" userId="S::jy-ogino@ccken.onmicrosoft.com::27cba3d8-e4d3-428c-9353-43187c47438c" providerId="AD" clId="Web-{0237C7FD-D890-071E-82F2-11329E0325D5}" dt="2026-02-24T14:43:31.898" v="181" actId="20577"/>
          <ac:spMkLst>
            <pc:docMk/>
            <pc:sldMk cId="2912982522" sldId="983"/>
            <ac:spMk id="1032" creationId="{428DD5BD-C273-5AFF-394B-F268E0F1CCB5}"/>
          </ac:spMkLst>
        </pc:spChg>
      </pc:sldChg>
    </pc:docChg>
  </pc:docChgLst>
  <pc:docChgLst>
    <pc:chgData name="MUS情報システム　山脇 美結" userId="S::miyu.120112.pine_gmail.com#ext#@ccken.onmicrosoft.com::fd8ccd46-d71f-4364-8690-15c60a2853cf" providerId="AD" clId="Web-{235BF63F-E374-AB19-1E28-5CC68BF4941C}"/>
    <pc:docChg chg="addSld modSld modSection">
      <pc:chgData name="MUS情報システム　山脇 美結" userId="S::miyu.120112.pine_gmail.com#ext#@ccken.onmicrosoft.com::fd8ccd46-d71f-4364-8690-15c60a2853cf" providerId="AD" clId="Web-{235BF63F-E374-AB19-1E28-5CC68BF4941C}" dt="2026-02-05T12:16:40.945" v="354"/>
      <pc:docMkLst>
        <pc:docMk/>
      </pc:docMkLst>
      <pc:sldChg chg="addSp delSp modSp modCm">
        <pc:chgData name="MUS情報システム　山脇 美結" userId="S::miyu.120112.pine_gmail.com#ext#@ccken.onmicrosoft.com::fd8ccd46-d71f-4364-8690-15c60a2853cf" providerId="AD" clId="Web-{235BF63F-E374-AB19-1E28-5CC68BF4941C}" dt="2026-02-05T12:06:14.156" v="294" actId="20577"/>
        <pc:sldMkLst>
          <pc:docMk/>
          <pc:sldMk cId="2585609864" sldId="805"/>
        </pc:sldMkLst>
        <pc:spChg chg="add mod">
          <ac:chgData name="MUS情報システム　山脇 美結" userId="S::miyu.120112.pine_gmail.com#ext#@ccken.onmicrosoft.com::fd8ccd46-d71f-4364-8690-15c60a2853cf" providerId="AD" clId="Web-{235BF63F-E374-AB19-1E28-5CC68BF4941C}" dt="2026-02-05T12:06:14.156" v="294" actId="20577"/>
          <ac:spMkLst>
            <pc:docMk/>
            <pc:sldMk cId="2585609864" sldId="805"/>
            <ac:spMk id="6" creationId="{793CFA41-6EDE-8D1C-DF80-F2C497DE9D26}"/>
          </ac:spMkLst>
        </pc:spChg>
        <pc:spChg chg="add mod topLvl">
          <ac:chgData name="MUS情報システム　山脇 美結" userId="S::miyu.120112.pine_gmail.com#ext#@ccken.onmicrosoft.com::fd8ccd46-d71f-4364-8690-15c60a2853cf" providerId="AD" clId="Web-{235BF63F-E374-AB19-1E28-5CC68BF4941C}" dt="2026-02-05T11:58:11.044" v="258" actId="14100"/>
          <ac:spMkLst>
            <pc:docMk/>
            <pc:sldMk cId="2585609864" sldId="805"/>
            <ac:spMk id="8" creationId="{D7BC2DC2-CB76-A73F-148A-0EB3299D4993}"/>
          </ac:spMkLst>
        </pc:spChg>
        <pc:spChg chg="add mod topLvl">
          <ac:chgData name="MUS情報システム　山脇 美結" userId="S::miyu.120112.pine_gmail.com#ext#@ccken.onmicrosoft.com::fd8ccd46-d71f-4364-8690-15c60a2853cf" providerId="AD" clId="Web-{235BF63F-E374-AB19-1E28-5CC68BF4941C}" dt="2026-02-05T12:03:04.117" v="276" actId="20577"/>
          <ac:spMkLst>
            <pc:docMk/>
            <pc:sldMk cId="2585609864" sldId="805"/>
            <ac:spMk id="10" creationId="{78CEB9CE-D0D7-ACFE-41FF-E20E3537245E}"/>
          </ac:spMkLst>
        </pc:spChg>
        <pc:spChg chg="add mod topLvl">
          <ac:chgData name="MUS情報システム　山脇 美結" userId="S::miyu.120112.pine_gmail.com#ext#@ccken.onmicrosoft.com::fd8ccd46-d71f-4364-8690-15c60a2853cf" providerId="AD" clId="Web-{235BF63F-E374-AB19-1E28-5CC68BF4941C}" dt="2026-02-05T11:58:11.075" v="260" actId="14100"/>
          <ac:spMkLst>
            <pc:docMk/>
            <pc:sldMk cId="2585609864" sldId="805"/>
            <ac:spMk id="12" creationId="{C649E8FD-71D1-7C1F-200C-B2797483FCF6}"/>
          </ac:spMkLst>
        </pc:spChg>
        <pc:spChg chg="add mod topLvl">
          <ac:chgData name="MUS情報システム　山脇 美結" userId="S::miyu.120112.pine_gmail.com#ext#@ccken.onmicrosoft.com::fd8ccd46-d71f-4364-8690-15c60a2853cf" providerId="AD" clId="Web-{235BF63F-E374-AB19-1E28-5CC68BF4941C}" dt="2026-02-05T11:59:09.958" v="268" actId="1076"/>
          <ac:spMkLst>
            <pc:docMk/>
            <pc:sldMk cId="2585609864" sldId="805"/>
            <ac:spMk id="14" creationId="{37369E3C-828C-A23F-67FC-975BC85BA315}"/>
          </ac:spMkLst>
        </pc:spChg>
        <pc:spChg chg="mod ord">
          <ac:chgData name="MUS情報システム　山脇 美結" userId="S::miyu.120112.pine_gmail.com#ext#@ccken.onmicrosoft.com::fd8ccd46-d71f-4364-8690-15c60a2853cf" providerId="AD" clId="Web-{235BF63F-E374-AB19-1E28-5CC68BF4941C}" dt="2026-02-05T11:58:41.595" v="264" actId="20577"/>
          <ac:spMkLst>
            <pc:docMk/>
            <pc:sldMk cId="2585609864" sldId="805"/>
            <ac:spMk id="33" creationId="{40BF9FC3-B5B4-3CB1-5485-A8795112790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US情報システム　山脇 美結" userId="S::miyu.120112.pine_gmail.com#ext#@ccken.onmicrosoft.com::fd8ccd46-d71f-4364-8690-15c60a2853cf" providerId="AD" clId="Web-{235BF63F-E374-AB19-1E28-5CC68BF4941C}" dt="2026-02-05T11:58:41.595" v="264" actId="20577"/>
              <pc2:cmMkLst xmlns:pc2="http://schemas.microsoft.com/office/powerpoint/2019/9/main/command">
                <pc:docMk/>
                <pc:sldMk cId="2585609864" sldId="805"/>
                <pc2:cmMk id="{A7140654-CA9E-4285-A509-3A49433FA088}"/>
              </pc2:cmMkLst>
            </pc226:cmChg>
            <pc226:cmChg xmlns:pc226="http://schemas.microsoft.com/office/powerpoint/2022/06/main/command" chg="mod">
              <pc226:chgData name="MUS情報システム　山脇 美結" userId="S::miyu.120112.pine_gmail.com#ext#@ccken.onmicrosoft.com::fd8ccd46-d71f-4364-8690-15c60a2853cf" providerId="AD" clId="Web-{235BF63F-E374-AB19-1E28-5CC68BF4941C}" dt="2026-02-05T11:58:41.595" v="264" actId="20577"/>
              <pc2:cmMkLst xmlns:pc2="http://schemas.microsoft.com/office/powerpoint/2019/9/main/command">
                <pc:docMk/>
                <pc:sldMk cId="2585609864" sldId="805"/>
                <pc2:cmMk id="{D06FF855-5963-4C4A-9C6A-FEB0EE930F83}"/>
              </pc2:cmMkLst>
            </pc226:cmChg>
            <pc226:cmChg xmlns:pc226="http://schemas.microsoft.com/office/powerpoint/2022/06/main/command" chg="mod">
              <pc226:chgData name="MUS情報システム　山脇 美結" userId="S::miyu.120112.pine_gmail.com#ext#@ccken.onmicrosoft.com::fd8ccd46-d71f-4364-8690-15c60a2853cf" providerId="AD" clId="Web-{235BF63F-E374-AB19-1E28-5CC68BF4941C}" dt="2026-02-05T12:03:04.117" v="276" actId="20577"/>
              <pc2:cmMkLst xmlns:pc2="http://schemas.microsoft.com/office/powerpoint/2019/9/main/command">
                <pc:docMk/>
                <pc:sldMk cId="2585609864" sldId="805"/>
                <pc2:cmMk id="{E8C4E97F-E4E5-48FB-9525-9089D724DF4D}"/>
              </pc2:cmMkLst>
            </pc226:cmChg>
          </p:ext>
        </pc:extLst>
      </pc:sldChg>
    </pc:docChg>
  </pc:docChgLst>
  <pc:docChgLst>
    <pc:chgData name="Takahashi Ryo/高橋 諒(MELCO/ＤＩ本 販売標)" userId="53269949-349a-402b-9227-883bd9daa6d4" providerId="ADAL" clId="{8280E182-4BA5-4A1A-BA8F-3CE442B3C9C8}"/>
    <pc:docChg chg="undo custSel modSld">
      <pc:chgData name="Takahashi Ryo/高橋 諒(MELCO/ＤＩ本 販売標)" userId="53269949-349a-402b-9227-883bd9daa6d4" providerId="ADAL" clId="{8280E182-4BA5-4A1A-BA8F-3CE442B3C9C8}" dt="2026-02-17T03:43:11.786" v="107" actId="14100"/>
      <pc:docMkLst>
        <pc:docMk/>
      </pc:docMkLst>
    </pc:docChg>
  </pc:docChgLst>
  <pc:docChgLst>
    <pc:chgData name="MUIT　土屋 遼太郎" userId="S::ryoukunjajaan4127_gmail.com#ext#@ccken.onmicrosoft.com::fd1358ce-a2d5-4118-97fd-140e7e3174f1" providerId="AD" clId="Web-{D01BAC71-663D-0429-F0E0-A7B5A5699245}"/>
    <pc:docChg chg="addSld modSld modSection">
      <pc:chgData name="MUIT　土屋 遼太郎" userId="S::ryoukunjajaan4127_gmail.com#ext#@ccken.onmicrosoft.com::fd1358ce-a2d5-4118-97fd-140e7e3174f1" providerId="AD" clId="Web-{D01BAC71-663D-0429-F0E0-A7B5A5699245}" dt="2026-02-07T03:51:53.529" v="399" actId="1076"/>
      <pc:docMkLst>
        <pc:docMk/>
      </pc:docMkLst>
    </pc:docChg>
  </pc:docChgLst>
  <pc:docChgLst>
    <pc:chgData name="主査　福島 直人" userId="S::naoto_2_fukushima@ccken.onmicrosoft.com::8f548a50-3d4a-4660-b17c-82fdb2003fd5" providerId="AD" clId="Web-{9C479C87-A671-82A7-8C09-25AB96879F33}"/>
    <pc:docChg chg="addSld modSld sldOrd modSection">
      <pc:chgData name="主査　福島 直人" userId="S::naoto_2_fukushima@ccken.onmicrosoft.com::8f548a50-3d4a-4660-b17c-82fdb2003fd5" providerId="AD" clId="Web-{9C479C87-A671-82A7-8C09-25AB96879F33}" dt="2026-02-19T15:41:28.257" v="1063" actId="20577"/>
      <pc:docMkLst>
        <pc:docMk/>
      </pc:docMkLst>
      <pc:sldChg chg="modSp">
        <pc:chgData name="主査　福島 直人" userId="S::naoto_2_fukushima@ccken.onmicrosoft.com::8f548a50-3d4a-4660-b17c-82fdb2003fd5" providerId="AD" clId="Web-{9C479C87-A671-82A7-8C09-25AB96879F33}" dt="2026-02-19T15:12:06.439" v="956" actId="20577"/>
        <pc:sldMkLst>
          <pc:docMk/>
          <pc:sldMk cId="1392608573" sldId="727"/>
        </pc:sldMkLst>
        <pc:spChg chg="mod">
          <ac:chgData name="主査　福島 直人" userId="S::naoto_2_fukushima@ccken.onmicrosoft.com::8f548a50-3d4a-4660-b17c-82fdb2003fd5" providerId="AD" clId="Web-{9C479C87-A671-82A7-8C09-25AB96879F33}" dt="2026-02-19T15:12:06.439" v="956" actId="20577"/>
          <ac:spMkLst>
            <pc:docMk/>
            <pc:sldMk cId="1392608573" sldId="727"/>
            <ac:spMk id="5" creationId="{A91FDA4D-43D0-CD1A-2F78-41AC297B4E48}"/>
          </ac:spMkLst>
        </pc:spChg>
      </pc:sldChg>
      <pc:sldChg chg="addSp delSp modSp">
        <pc:chgData name="主査　福島 直人" userId="S::naoto_2_fukushima@ccken.onmicrosoft.com::8f548a50-3d4a-4660-b17c-82fdb2003fd5" providerId="AD" clId="Web-{9C479C87-A671-82A7-8C09-25AB96879F33}" dt="2026-02-19T14:49:18.270" v="929" actId="1076"/>
        <pc:sldMkLst>
          <pc:docMk/>
          <pc:sldMk cId="2104226278" sldId="925"/>
        </pc:sldMkLst>
        <pc:spChg chg="mod">
          <ac:chgData name="主査　福島 直人" userId="S::naoto_2_fukushima@ccken.onmicrosoft.com::8f548a50-3d4a-4660-b17c-82fdb2003fd5" providerId="AD" clId="Web-{9C479C87-A671-82A7-8C09-25AB96879F33}" dt="2026-02-19T14:49:06.051" v="925" actId="20577"/>
          <ac:spMkLst>
            <pc:docMk/>
            <pc:sldMk cId="2104226278" sldId="925"/>
            <ac:spMk id="4" creationId="{38AF7428-4374-5A78-5C06-9D6202138608}"/>
          </ac:spMkLst>
        </pc:spChg>
      </pc:sldChg>
      <pc:sldChg chg="addSp modSp">
        <pc:chgData name="主査　福島 直人" userId="S::naoto_2_fukushima@ccken.onmicrosoft.com::8f548a50-3d4a-4660-b17c-82fdb2003fd5" providerId="AD" clId="Web-{9C479C87-A671-82A7-8C09-25AB96879F33}" dt="2026-02-19T15:20:27.030" v="1009" actId="20577"/>
        <pc:sldMkLst>
          <pc:docMk/>
          <pc:sldMk cId="3496318797" sldId="954"/>
        </pc:sldMkLst>
      </pc:sldChg>
      <pc:sldChg chg="addSp delSp modSp">
        <pc:chgData name="主査　福島 直人" userId="S::naoto_2_fukushima@ccken.onmicrosoft.com::8f548a50-3d4a-4660-b17c-82fdb2003fd5" providerId="AD" clId="Web-{9C479C87-A671-82A7-8C09-25AB96879F33}" dt="2026-02-19T15:25:40.736" v="1027" actId="20577"/>
        <pc:sldMkLst>
          <pc:docMk/>
          <pc:sldMk cId="20629679" sldId="955"/>
        </pc:sldMkLst>
        <pc:spChg chg="mod">
          <ac:chgData name="主査　福島 直人" userId="S::naoto_2_fukushima@ccken.onmicrosoft.com::8f548a50-3d4a-4660-b17c-82fdb2003fd5" providerId="AD" clId="Web-{9C479C87-A671-82A7-8C09-25AB96879F33}" dt="2026-02-19T15:25:40.736" v="1027" actId="20577"/>
          <ac:spMkLst>
            <pc:docMk/>
            <pc:sldMk cId="20629679" sldId="955"/>
            <ac:spMk id="34" creationId="{CFEBD4C4-B349-C9BB-2876-E2872993609F}"/>
          </ac:spMkLst>
        </pc:spChg>
        <pc:cxnChg chg="mod">
          <ac:chgData name="主査　福島 直人" userId="S::naoto_2_fukushima@ccken.onmicrosoft.com::8f548a50-3d4a-4660-b17c-82fdb2003fd5" providerId="AD" clId="Web-{9C479C87-A671-82A7-8C09-25AB96879F33}" dt="2026-02-19T15:25:17.642" v="1020" actId="1076"/>
          <ac:cxnSpMkLst>
            <pc:docMk/>
            <pc:sldMk cId="20629679" sldId="955"/>
            <ac:cxnSpMk id="37" creationId="{C260F499-26E6-2B7A-8B12-8A1A5152B106}"/>
          </ac:cxnSpMkLst>
        </pc:cxnChg>
      </pc:sldChg>
      <pc:sldChg chg="modSp">
        <pc:chgData name="主査　福島 直人" userId="S::naoto_2_fukushima@ccken.onmicrosoft.com::8f548a50-3d4a-4660-b17c-82fdb2003fd5" providerId="AD" clId="Web-{9C479C87-A671-82A7-8C09-25AB96879F33}" dt="2026-02-19T15:24:11.469" v="1012" actId="20577"/>
        <pc:sldMkLst>
          <pc:docMk/>
          <pc:sldMk cId="2575810299" sldId="958"/>
        </pc:sldMkLst>
        <pc:spChg chg="mod">
          <ac:chgData name="主査　福島 直人" userId="S::naoto_2_fukushima@ccken.onmicrosoft.com::8f548a50-3d4a-4660-b17c-82fdb2003fd5" providerId="AD" clId="Web-{9C479C87-A671-82A7-8C09-25AB96879F33}" dt="2026-02-19T15:23:15.328" v="1011" actId="20577"/>
          <ac:spMkLst>
            <pc:docMk/>
            <pc:sldMk cId="2575810299" sldId="958"/>
            <ac:spMk id="3" creationId="{309EA843-8EB0-DEFE-3D01-4D8DF23D26A2}"/>
          </ac:spMkLst>
        </pc:spChg>
        <pc:spChg chg="mod">
          <ac:chgData name="主査　福島 直人" userId="S::naoto_2_fukushima@ccken.onmicrosoft.com::8f548a50-3d4a-4660-b17c-82fdb2003fd5" providerId="AD" clId="Web-{9C479C87-A671-82A7-8C09-25AB96879F33}" dt="2026-02-19T15:24:11.469" v="1012" actId="20577"/>
          <ac:spMkLst>
            <pc:docMk/>
            <pc:sldMk cId="2575810299" sldId="958"/>
            <ac:spMk id="9" creationId="{122BDB4F-8DDA-79B4-79E8-139B7EB54958}"/>
          </ac:spMkLst>
        </pc:spChg>
      </pc:sldChg>
    </pc:docChg>
  </pc:docChgLst>
  <pc:docChgLst>
    <pc:chgData name="主査　福島 直人" userId="S::naoto_2_fukushima@ccken.onmicrosoft.com::8f548a50-3d4a-4660-b17c-82fdb2003fd5" providerId="AD" clId="Web-{EC889488-9FF6-0918-46B4-F10DFD8FA948}"/>
    <pc:docChg chg="modSld">
      <pc:chgData name="主査　福島 直人" userId="S::naoto_2_fukushima@ccken.onmicrosoft.com::8f548a50-3d4a-4660-b17c-82fdb2003fd5" providerId="AD" clId="Web-{EC889488-9FF6-0918-46B4-F10DFD8FA948}" dt="2026-02-19T07:51:01.580" v="34"/>
      <pc:docMkLst>
        <pc:docMk/>
      </pc:docMkLst>
      <pc:sldChg chg="modSp">
        <pc:chgData name="主査　福島 直人" userId="S::naoto_2_fukushima@ccken.onmicrosoft.com::8f548a50-3d4a-4660-b17c-82fdb2003fd5" providerId="AD" clId="Web-{EC889488-9FF6-0918-46B4-F10DFD8FA948}" dt="2026-02-19T04:19:40.361" v="2"/>
        <pc:sldMkLst>
          <pc:docMk/>
          <pc:sldMk cId="3496318797" sldId="954"/>
        </pc:sldMkLst>
      </pc:sldChg>
      <pc:sldChg chg="modSp">
        <pc:chgData name="主査　福島 直人" userId="S::naoto_2_fukushima@ccken.onmicrosoft.com::8f548a50-3d4a-4660-b17c-82fdb2003fd5" providerId="AD" clId="Web-{EC889488-9FF6-0918-46B4-F10DFD8FA948}" dt="2026-02-19T04:04:28.642" v="1" actId="20577"/>
        <pc:sldMkLst>
          <pc:docMk/>
          <pc:sldMk cId="20629679" sldId="955"/>
        </pc:sldMkLst>
        <pc:spChg chg="mod">
          <ac:chgData name="主査　福島 直人" userId="S::naoto_2_fukushima@ccken.onmicrosoft.com::8f548a50-3d4a-4660-b17c-82fdb2003fd5" providerId="AD" clId="Web-{EC889488-9FF6-0918-46B4-F10DFD8FA948}" dt="2026-02-19T04:04:28.642" v="1" actId="20577"/>
          <ac:spMkLst>
            <pc:docMk/>
            <pc:sldMk cId="20629679" sldId="955"/>
            <ac:spMk id="34" creationId="{CFEBD4C4-B349-C9BB-2876-E2872993609F}"/>
          </ac:spMkLst>
        </pc:spChg>
      </pc:sldChg>
      <pc:sldChg chg="modSp">
        <pc:chgData name="主査　福島 直人" userId="S::naoto_2_fukushima@ccken.onmicrosoft.com::8f548a50-3d4a-4660-b17c-82fdb2003fd5" providerId="AD" clId="Web-{EC889488-9FF6-0918-46B4-F10DFD8FA948}" dt="2026-02-19T04:27:52.909" v="3"/>
        <pc:sldMkLst>
          <pc:docMk/>
          <pc:sldMk cId="2802704857" sldId="956"/>
        </pc:sldMkLst>
        <pc:spChg chg="mod">
          <ac:chgData name="主査　福島 直人" userId="S::naoto_2_fukushima@ccken.onmicrosoft.com::8f548a50-3d4a-4660-b17c-82fdb2003fd5" providerId="AD" clId="Web-{EC889488-9FF6-0918-46B4-F10DFD8FA948}" dt="2026-02-19T04:27:52.909" v="3"/>
          <ac:spMkLst>
            <pc:docMk/>
            <pc:sldMk cId="2802704857" sldId="956"/>
            <ac:spMk id="44" creationId="{197CAABA-809F-ABF9-96BD-0E89B70DC76E}"/>
          </ac:spMkLst>
        </pc:spChg>
      </pc:sldChg>
      <pc:sldChg chg="modSp">
        <pc:chgData name="主査　福島 直人" userId="S::naoto_2_fukushima@ccken.onmicrosoft.com::8f548a50-3d4a-4660-b17c-82fdb2003fd5" providerId="AD" clId="Web-{EC889488-9FF6-0918-46B4-F10DFD8FA948}" dt="2026-02-19T05:30:53.292" v="4" actId="20577"/>
        <pc:sldMkLst>
          <pc:docMk/>
          <pc:sldMk cId="4077408376" sldId="962"/>
        </pc:sldMkLst>
        <pc:spChg chg="mod">
          <ac:chgData name="主査　福島 直人" userId="S::naoto_2_fukushima@ccken.onmicrosoft.com::8f548a50-3d4a-4660-b17c-82fdb2003fd5" providerId="AD" clId="Web-{EC889488-9FF6-0918-46B4-F10DFD8FA948}" dt="2026-02-19T05:30:53.292" v="4" actId="20577"/>
          <ac:spMkLst>
            <pc:docMk/>
            <pc:sldMk cId="4077408376" sldId="962"/>
            <ac:spMk id="6" creationId="{72934253-6514-F777-3BF3-81C99250DB74}"/>
          </ac:spMkLst>
        </pc:spChg>
      </pc:sldChg>
    </pc:docChg>
  </pc:docChgLst>
  <pc:docChgLst>
    <pc:chgData name="masazaki yoshihiro/6201258/昌崎　良浩" userId="S::yoshihiro.masazaki.mk_mcgc.com#ext#@ccken.onmicrosoft.com::338b9127-7fcd-4e96-b095-c08a802489d5" providerId="AD" clId="Web-{FA778B56-13E9-B636-2992-C7234DABD891}"/>
    <pc:docChg chg="addSld modSld modSection">
      <pc:chgData name="masazaki yoshihiro/6201258/昌崎　良浩" userId="S::yoshihiro.masazaki.mk_mcgc.com#ext#@ccken.onmicrosoft.com::338b9127-7fcd-4e96-b095-c08a802489d5" providerId="AD" clId="Web-{FA778B56-13E9-B636-2992-C7234DABD891}" dt="2026-02-06T00:00:40.078" v="12" actId="20577"/>
      <pc:docMkLst>
        <pc:docMk/>
      </pc:docMkLst>
    </pc:docChg>
  </pc:docChgLst>
  <pc:docChgLst>
    <pc:chgData name="主査　福島 直人" userId="S::naoto_2_fukushima@ccken.onmicrosoft.com::8f548a50-3d4a-4660-b17c-82fdb2003fd5" providerId="AD" clId="Web-{7B0B2159-DD11-69DF-82D8-17F6BF45C170}"/>
    <pc:docChg chg="addSld modSld sldOrd modSection">
      <pc:chgData name="主査　福島 直人" userId="S::naoto_2_fukushima@ccken.onmicrosoft.com::8f548a50-3d4a-4660-b17c-82fdb2003fd5" providerId="AD" clId="Web-{7B0B2159-DD11-69DF-82D8-17F6BF45C170}" dt="2026-02-18T08:11:02.497" v="319"/>
      <pc:docMkLst>
        <pc:docMk/>
      </pc:docMkLst>
      <pc:sldChg chg="modSp">
        <pc:chgData name="主査　福島 直人" userId="S::naoto_2_fukushima@ccken.onmicrosoft.com::8f548a50-3d4a-4660-b17c-82fdb2003fd5" providerId="AD" clId="Web-{7B0B2159-DD11-69DF-82D8-17F6BF45C170}" dt="2026-02-18T08:11:02.497" v="319"/>
        <pc:sldMkLst>
          <pc:docMk/>
          <pc:sldMk cId="468256319" sldId="471"/>
        </pc:sldMkLst>
        <pc:spChg chg="mod">
          <ac:chgData name="主査　福島 直人" userId="S::naoto_2_fukushima@ccken.onmicrosoft.com::8f548a50-3d4a-4660-b17c-82fdb2003fd5" providerId="AD" clId="Web-{7B0B2159-DD11-69DF-82D8-17F6BF45C170}" dt="2026-02-18T08:09:59.667" v="313" actId="1076"/>
          <ac:spMkLst>
            <pc:docMk/>
            <pc:sldMk cId="468256319" sldId="471"/>
            <ac:spMk id="8" creationId="{2EB57A3D-2B3C-231B-5451-E2954021DEAC}"/>
          </ac:spMkLst>
        </pc:spChg>
        <pc:graphicFrameChg chg="mod modGraphic">
          <ac:chgData name="主査　福島 直人" userId="S::naoto_2_fukushima@ccken.onmicrosoft.com::8f548a50-3d4a-4660-b17c-82fdb2003fd5" providerId="AD" clId="Web-{7B0B2159-DD11-69DF-82D8-17F6BF45C170}" dt="2026-02-18T08:11:00.137" v="317"/>
          <ac:graphicFrameMkLst>
            <pc:docMk/>
            <pc:sldMk cId="468256319" sldId="471"/>
            <ac:graphicFrameMk id="4" creationId="{1F099318-8408-F823-37D5-7532CD2FB5EF}"/>
          </ac:graphicFrameMkLst>
        </pc:graphicFrameChg>
        <pc:graphicFrameChg chg="mod modGraphic">
          <ac:chgData name="主査　福島 直人" userId="S::naoto_2_fukushima@ccken.onmicrosoft.com::8f548a50-3d4a-4660-b17c-82fdb2003fd5" providerId="AD" clId="Web-{7B0B2159-DD11-69DF-82D8-17F6BF45C170}" dt="2026-02-18T08:11:02.497" v="319"/>
          <ac:graphicFrameMkLst>
            <pc:docMk/>
            <pc:sldMk cId="468256319" sldId="471"/>
            <ac:graphicFrameMk id="9" creationId="{D0A2CC2F-E126-64DD-32A4-1C5F3361211B}"/>
          </ac:graphicFrameMkLst>
        </pc:graphicFrameChg>
        <pc:graphicFrameChg chg="mod modGraphic">
          <ac:chgData name="主査　福島 直人" userId="S::naoto_2_fukushima@ccken.onmicrosoft.com::8f548a50-3d4a-4660-b17c-82fdb2003fd5" providerId="AD" clId="Web-{7B0B2159-DD11-69DF-82D8-17F6BF45C170}" dt="2026-02-18T08:10:57.840" v="315"/>
          <ac:graphicFrameMkLst>
            <pc:docMk/>
            <pc:sldMk cId="468256319" sldId="471"/>
            <ac:graphicFrameMk id="14" creationId="{81CF28A4-EEDB-E592-71A3-5D2C5757D04E}"/>
          </ac:graphicFrameMkLst>
        </pc:graphicFrameChg>
      </pc:sldChg>
      <pc:sldChg chg="modSp">
        <pc:chgData name="主査　福島 直人" userId="S::naoto_2_fukushima@ccken.onmicrosoft.com::8f548a50-3d4a-4660-b17c-82fdb2003fd5" providerId="AD" clId="Web-{7B0B2159-DD11-69DF-82D8-17F6BF45C170}" dt="2026-02-18T08:01:32.231" v="278" actId="20577"/>
        <pc:sldMkLst>
          <pc:docMk/>
          <pc:sldMk cId="2104226278" sldId="925"/>
        </pc:sldMkLst>
        <pc:spChg chg="mod">
          <ac:chgData name="主査　福島 直人" userId="S::naoto_2_fukushima@ccken.onmicrosoft.com::8f548a50-3d4a-4660-b17c-82fdb2003fd5" providerId="AD" clId="Web-{7B0B2159-DD11-69DF-82D8-17F6BF45C170}" dt="2026-02-18T07:55:25.317" v="250" actId="20577"/>
          <ac:spMkLst>
            <pc:docMk/>
            <pc:sldMk cId="2104226278" sldId="925"/>
            <ac:spMk id="4" creationId="{38AF7428-4374-5A78-5C06-9D6202138608}"/>
          </ac:spMkLst>
        </pc:spChg>
        <pc:spChg chg="mod">
          <ac:chgData name="主査　福島 直人" userId="S::naoto_2_fukushima@ccken.onmicrosoft.com::8f548a50-3d4a-4660-b17c-82fdb2003fd5" providerId="AD" clId="Web-{7B0B2159-DD11-69DF-82D8-17F6BF45C170}" dt="2026-02-18T07:45:49.333" v="227" actId="20577"/>
          <ac:spMkLst>
            <pc:docMk/>
            <pc:sldMk cId="2104226278" sldId="925"/>
            <ac:spMk id="8" creationId="{86440CC3-A7FA-CFCE-E7B3-E982C5743E8B}"/>
          </ac:spMkLst>
        </pc:spChg>
        <pc:spChg chg="mod">
          <ac:chgData name="主査　福島 直人" userId="S::naoto_2_fukushima@ccken.onmicrosoft.com::8f548a50-3d4a-4660-b17c-82fdb2003fd5" providerId="AD" clId="Web-{7B0B2159-DD11-69DF-82D8-17F6BF45C170}" dt="2026-02-18T08:01:32.231" v="278" actId="20577"/>
          <ac:spMkLst>
            <pc:docMk/>
            <pc:sldMk cId="2104226278" sldId="925"/>
            <ac:spMk id="10" creationId="{3C49770F-B597-99E3-4C3F-7045D2CD7F66}"/>
          </ac:spMkLst>
        </pc:spChg>
        <pc:spChg chg="mod">
          <ac:chgData name="主査　福島 直人" userId="S::naoto_2_fukushima@ccken.onmicrosoft.com::8f548a50-3d4a-4660-b17c-82fdb2003fd5" providerId="AD" clId="Web-{7B0B2159-DD11-69DF-82D8-17F6BF45C170}" dt="2026-02-18T07:52:41.625" v="246" actId="20577"/>
          <ac:spMkLst>
            <pc:docMk/>
            <pc:sldMk cId="2104226278" sldId="925"/>
            <ac:spMk id="29" creationId="{40710AEF-4167-314C-94F0-F945231B42AA}"/>
          </ac:spMkLst>
        </pc:spChg>
        <pc:spChg chg="mod">
          <ac:chgData name="主査　福島 直人" userId="S::naoto_2_fukushima@ccken.onmicrosoft.com::8f548a50-3d4a-4660-b17c-82fdb2003fd5" providerId="AD" clId="Web-{7B0B2159-DD11-69DF-82D8-17F6BF45C170}" dt="2026-02-18T07:57:59.290" v="264" actId="20577"/>
          <ac:spMkLst>
            <pc:docMk/>
            <pc:sldMk cId="2104226278" sldId="925"/>
            <ac:spMk id="39" creationId="{85EF354C-28D5-A152-9881-D5488B2305DE}"/>
          </ac:spMkLst>
        </pc:spChg>
      </pc:sldChg>
    </pc:docChg>
  </pc:docChgLst>
  <pc:docChgLst>
    <pc:chgData name="三菱UFJ銀行　佐藤 慶彦" userId="S::stsy441030_gmail.com#ext#@ccken.onmicrosoft.com::0bf3436e-58e3-4080-af77-4a98278a9ac3" providerId="AD" clId="Web-{AD4DFFA6-BC8A-245E-56E4-0C22C93B3C5C}"/>
    <pc:docChg chg="addSld delSld modSld modSection">
      <pc:chgData name="三菱UFJ銀行　佐藤 慶彦" userId="S::stsy441030_gmail.com#ext#@ccken.onmicrosoft.com::0bf3436e-58e3-4080-af77-4a98278a9ac3" providerId="AD" clId="Web-{AD4DFFA6-BC8A-245E-56E4-0C22C93B3C5C}" dt="2026-02-11T10:57:46.389" v="853"/>
      <pc:docMkLst>
        <pc:docMk/>
      </pc:docMkLst>
    </pc:docChg>
  </pc:docChgLst>
  <pc:docChgLst>
    <pc:chgData name="村上　淳" userId="S::ji-murakami@ccken.onmicrosoft.com::0b8e6a16-2353-4e90-9a7d-8e4f0d078fbd" providerId="AD" clId="Web-{457E3BE6-CBF7-12BC-6D9D-D6B18E5D3B67}"/>
    <pc:docChg chg="modSld">
      <pc:chgData name="村上　淳" userId="S::ji-murakami@ccken.onmicrosoft.com::0b8e6a16-2353-4e90-9a7d-8e4f0d078fbd" providerId="AD" clId="Web-{457E3BE6-CBF7-12BC-6D9D-D6B18E5D3B67}" dt="2026-02-28T08:42:24.899" v="68"/>
      <pc:docMkLst>
        <pc:docMk/>
      </pc:docMkLst>
      <pc:sldChg chg="modSp">
        <pc:chgData name="村上　淳" userId="S::ji-murakami@ccken.onmicrosoft.com::0b8e6a16-2353-4e90-9a7d-8e4f0d078fbd" providerId="AD" clId="Web-{457E3BE6-CBF7-12BC-6D9D-D6B18E5D3B67}" dt="2026-02-28T08:39:47.177" v="17" actId="20577"/>
        <pc:sldMkLst>
          <pc:docMk/>
          <pc:sldMk cId="3369189793" sldId="835"/>
        </pc:sldMkLst>
        <pc:spChg chg="mod">
          <ac:chgData name="村上　淳" userId="S::ji-murakami@ccken.onmicrosoft.com::0b8e6a16-2353-4e90-9a7d-8e4f0d078fbd" providerId="AD" clId="Web-{457E3BE6-CBF7-12BC-6D9D-D6B18E5D3B67}" dt="2026-02-28T08:39:47.177" v="17" actId="20577"/>
          <ac:spMkLst>
            <pc:docMk/>
            <pc:sldMk cId="3369189793" sldId="835"/>
            <ac:spMk id="9" creationId="{A0E238CF-CD2C-9AD7-F623-DEDCF6C669F6}"/>
          </ac:spMkLst>
        </pc:spChg>
      </pc:sldChg>
      <pc:sldChg chg="modSp">
        <pc:chgData name="村上　淳" userId="S::ji-murakami@ccken.onmicrosoft.com::0b8e6a16-2353-4e90-9a7d-8e4f0d078fbd" providerId="AD" clId="Web-{457E3BE6-CBF7-12BC-6D9D-D6B18E5D3B67}" dt="2026-02-28T08:39:56.615" v="19" actId="20577"/>
        <pc:sldMkLst>
          <pc:docMk/>
          <pc:sldMk cId="3528798614" sldId="836"/>
        </pc:sldMkLst>
        <pc:spChg chg="mod">
          <ac:chgData name="村上　淳" userId="S::ji-murakami@ccken.onmicrosoft.com::0b8e6a16-2353-4e90-9a7d-8e4f0d078fbd" providerId="AD" clId="Web-{457E3BE6-CBF7-12BC-6D9D-D6B18E5D3B67}" dt="2026-02-28T08:39:56.615" v="19" actId="20577"/>
          <ac:spMkLst>
            <pc:docMk/>
            <pc:sldMk cId="3528798614" sldId="836"/>
            <ac:spMk id="5" creationId="{B010A596-068F-AE6F-9B18-62AFE77DB9A1}"/>
          </ac:spMkLst>
        </pc:spChg>
        <pc:spChg chg="mod">
          <ac:chgData name="村上　淳" userId="S::ji-murakami@ccken.onmicrosoft.com::0b8e6a16-2353-4e90-9a7d-8e4f0d078fbd" providerId="AD" clId="Web-{457E3BE6-CBF7-12BC-6D9D-D6B18E5D3B67}" dt="2026-02-28T08:39:52.193" v="18" actId="20577"/>
          <ac:spMkLst>
            <pc:docMk/>
            <pc:sldMk cId="3528798614" sldId="836"/>
            <ac:spMk id="12" creationId="{1CA668B5-A81D-4D09-7426-D0C38E8BDAAC}"/>
          </ac:spMkLst>
        </pc:spChg>
      </pc:sldChg>
      <pc:sldChg chg="modSp">
        <pc:chgData name="村上　淳" userId="S::ji-murakami@ccken.onmicrosoft.com::0b8e6a16-2353-4e90-9a7d-8e4f0d078fbd" providerId="AD" clId="Web-{457E3BE6-CBF7-12BC-6D9D-D6B18E5D3B67}" dt="2026-02-28T08:42:24.899" v="68"/>
        <pc:sldMkLst>
          <pc:docMk/>
          <pc:sldMk cId="2865370770" sldId="989"/>
        </pc:sldMkLst>
        <pc:graphicFrameChg chg="mod modGraphic">
          <ac:chgData name="村上　淳" userId="S::ji-murakami@ccken.onmicrosoft.com::0b8e6a16-2353-4e90-9a7d-8e4f0d078fbd" providerId="AD" clId="Web-{457E3BE6-CBF7-12BC-6D9D-D6B18E5D3B67}" dt="2026-02-28T08:42:24.899" v="68"/>
          <ac:graphicFrameMkLst>
            <pc:docMk/>
            <pc:sldMk cId="2865370770" sldId="989"/>
            <ac:graphicFrameMk id="6" creationId="{F6222FCF-66DE-EDE7-0FA9-2665602BD7C1}"/>
          </ac:graphicFrameMkLst>
        </pc:graphicFrameChg>
      </pc:sldChg>
      <pc:sldChg chg="modSp">
        <pc:chgData name="村上　淳" userId="S::ji-murakami@ccken.onmicrosoft.com::0b8e6a16-2353-4e90-9a7d-8e4f0d078fbd" providerId="AD" clId="Web-{457E3BE6-CBF7-12BC-6D9D-D6B18E5D3B67}" dt="2026-02-28T08:42:19.805" v="67"/>
        <pc:sldMkLst>
          <pc:docMk/>
          <pc:sldMk cId="3657850443" sldId="990"/>
        </pc:sldMkLst>
        <pc:graphicFrameChg chg="mod modGraphic">
          <ac:chgData name="村上　淳" userId="S::ji-murakami@ccken.onmicrosoft.com::0b8e6a16-2353-4e90-9a7d-8e4f0d078fbd" providerId="AD" clId="Web-{457E3BE6-CBF7-12BC-6D9D-D6B18E5D3B67}" dt="2026-02-28T08:42:19.805" v="67"/>
          <ac:graphicFrameMkLst>
            <pc:docMk/>
            <pc:sldMk cId="3657850443" sldId="990"/>
            <ac:graphicFrameMk id="6" creationId="{367620EE-E62C-2BD3-41C4-3D0D9EDD4F2A}"/>
          </ac:graphicFrameMkLst>
        </pc:graphicFrameChg>
      </pc:sldChg>
      <pc:sldChg chg="modSp">
        <pc:chgData name="村上　淳" userId="S::ji-murakami@ccken.onmicrosoft.com::0b8e6a16-2353-4e90-9a7d-8e4f0d078fbd" providerId="AD" clId="Web-{457E3BE6-CBF7-12BC-6D9D-D6B18E5D3B67}" dt="2026-02-28T08:34:14.325" v="1" actId="20577"/>
        <pc:sldMkLst>
          <pc:docMk/>
          <pc:sldMk cId="1056783319" sldId="1009"/>
        </pc:sldMkLst>
        <pc:spChg chg="mod">
          <ac:chgData name="村上　淳" userId="S::ji-murakami@ccken.onmicrosoft.com::0b8e6a16-2353-4e90-9a7d-8e4f0d078fbd" providerId="AD" clId="Web-{457E3BE6-CBF7-12BC-6D9D-D6B18E5D3B67}" dt="2026-02-28T08:34:14.325" v="1" actId="20577"/>
          <ac:spMkLst>
            <pc:docMk/>
            <pc:sldMk cId="1056783319" sldId="1009"/>
            <ac:spMk id="22" creationId="{D8EC787B-6671-C5C7-13F3-0C01A39AD718}"/>
          </ac:spMkLst>
        </pc:spChg>
      </pc:sldChg>
    </pc:docChg>
  </pc:docChgLst>
  <pc:docChgLst>
    <pc:chgData name="MUIT　髙橋 博実" userId="S::hiromix222_msn.com#ext#@ccken.onmicrosoft.com::9d572560-7f87-4d11-90b9-a0fc016bcb45" providerId="AD" clId="Web-{EAF5D6E1-2406-8D22-5141-7510EEDCEDE0}"/>
    <pc:docChg chg="modSld sldOrd">
      <pc:chgData name="MUIT　髙橋 博実" userId="S::hiromix222_msn.com#ext#@ccken.onmicrosoft.com::9d572560-7f87-4d11-90b9-a0fc016bcb45" providerId="AD" clId="Web-{EAF5D6E1-2406-8D22-5141-7510EEDCEDE0}" dt="2026-02-05T06:43:01.818" v="151" actId="20577"/>
      <pc:docMkLst>
        <pc:docMk/>
      </pc:docMkLst>
    </pc:docChg>
  </pc:docChgLst>
  <pc:docChgLst>
    <pc:chgData name="明治安田　荻野 純平" userId="S::jy-ogino@ccken.onmicrosoft.com::27cba3d8-e4d3-428c-9353-43187c47438c" providerId="AD" clId="Web-{762F150F-AD15-D5E9-F4A9-D60AD2C22853}"/>
    <pc:docChg chg="addSld delSld modSld modSection">
      <pc:chgData name="明治安田　荻野 純平" userId="S::jy-ogino@ccken.onmicrosoft.com::27cba3d8-e4d3-428c-9353-43187c47438c" providerId="AD" clId="Web-{762F150F-AD15-D5E9-F4A9-D60AD2C22853}" dt="2026-02-26T14:33:13.564" v="182"/>
      <pc:docMkLst>
        <pc:docMk/>
      </pc:docMkLst>
      <pc:sldChg chg="addSp delSp modSp add replId">
        <pc:chgData name="明治安田　荻野 純平" userId="S::jy-ogino@ccken.onmicrosoft.com::27cba3d8-e4d3-428c-9353-43187c47438c" providerId="AD" clId="Web-{762F150F-AD15-D5E9-F4A9-D60AD2C22853}" dt="2026-02-26T14:25:34.198" v="19" actId="14100"/>
        <pc:sldMkLst>
          <pc:docMk/>
          <pc:sldMk cId="1557085014" sldId="1005"/>
        </pc:sldMkLst>
        <pc:spChg chg="mod">
          <ac:chgData name="明治安田　荻野 純平" userId="S::jy-ogino@ccken.onmicrosoft.com::27cba3d8-e4d3-428c-9353-43187c47438c" providerId="AD" clId="Web-{762F150F-AD15-D5E9-F4A9-D60AD2C22853}" dt="2026-02-26T14:25:34.198" v="19" actId="14100"/>
          <ac:spMkLst>
            <pc:docMk/>
            <pc:sldMk cId="1557085014" sldId="1005"/>
            <ac:spMk id="8" creationId="{2E81E1DD-8697-48A5-D2F1-3CE5E364CF03}"/>
          </ac:spMkLst>
        </pc:spChg>
        <pc:grpChg chg="add mod">
          <ac:chgData name="明治安田　荻野 純平" userId="S::jy-ogino@ccken.onmicrosoft.com::27cba3d8-e4d3-428c-9353-43187c47438c" providerId="AD" clId="Web-{762F150F-AD15-D5E9-F4A9-D60AD2C22853}" dt="2026-02-26T14:25:19.197" v="18" actId="14100"/>
          <ac:grpSpMkLst>
            <pc:docMk/>
            <pc:sldMk cId="1557085014" sldId="1005"/>
            <ac:grpSpMk id="31" creationId="{08440291-CD0E-144E-A87A-B7B0C22D8A46}"/>
          </ac:grpSpMkLst>
        </pc:grpChg>
      </pc:sldChg>
      <pc:sldChg chg="addSp delSp modSp add replId">
        <pc:chgData name="明治安田　荻野 純平" userId="S::jy-ogino@ccken.onmicrosoft.com::27cba3d8-e4d3-428c-9353-43187c47438c" providerId="AD" clId="Web-{762F150F-AD15-D5E9-F4A9-D60AD2C22853}" dt="2026-02-26T14:32:40.539" v="180" actId="14100"/>
        <pc:sldMkLst>
          <pc:docMk/>
          <pc:sldMk cId="433359686" sldId="1008"/>
        </pc:sldMkLst>
        <pc:spChg chg="mod">
          <ac:chgData name="明治安田　荻野 純平" userId="S::jy-ogino@ccken.onmicrosoft.com::27cba3d8-e4d3-428c-9353-43187c47438c" providerId="AD" clId="Web-{762F150F-AD15-D5E9-F4A9-D60AD2C22853}" dt="2026-02-26T14:31:34.554" v="160"/>
          <ac:spMkLst>
            <pc:docMk/>
            <pc:sldMk cId="433359686" sldId="1008"/>
            <ac:spMk id="7" creationId="{2982206F-0657-4D05-EFEC-DEFB72D781B0}"/>
          </ac:spMkLst>
        </pc:spChg>
        <pc:spChg chg="mod">
          <ac:chgData name="明治安田　荻野 純平" userId="S::jy-ogino@ccken.onmicrosoft.com::27cba3d8-e4d3-428c-9353-43187c47438c" providerId="AD" clId="Web-{762F150F-AD15-D5E9-F4A9-D60AD2C22853}" dt="2026-02-26T14:32:40.539" v="180" actId="14100"/>
          <ac:spMkLst>
            <pc:docMk/>
            <pc:sldMk cId="433359686" sldId="1008"/>
            <ac:spMk id="8" creationId="{D5298AA4-3E5C-FB0E-6286-2E97290F0861}"/>
          </ac:spMkLst>
        </pc:spChg>
        <pc:spChg chg="mod topLvl">
          <ac:chgData name="明治安田　荻野 純平" userId="S::jy-ogino@ccken.onmicrosoft.com::27cba3d8-e4d3-428c-9353-43187c47438c" providerId="AD" clId="Web-{762F150F-AD15-D5E9-F4A9-D60AD2C22853}" dt="2026-02-26T14:31:34.554" v="160"/>
          <ac:spMkLst>
            <pc:docMk/>
            <pc:sldMk cId="433359686" sldId="1008"/>
            <ac:spMk id="19" creationId="{3862DA4F-B110-5CBE-CAE9-88B248F7A576}"/>
          </ac:spMkLst>
        </pc:spChg>
        <pc:spChg chg="topLvl">
          <ac:chgData name="明治安田　荻野 純平" userId="S::jy-ogino@ccken.onmicrosoft.com::27cba3d8-e4d3-428c-9353-43187c47438c" providerId="AD" clId="Web-{762F150F-AD15-D5E9-F4A9-D60AD2C22853}" dt="2026-02-26T14:29:31.520" v="118"/>
          <ac:spMkLst>
            <pc:docMk/>
            <pc:sldMk cId="433359686" sldId="1008"/>
            <ac:spMk id="27" creationId="{83F653AE-6D14-8867-1C20-E7472D310CC0}"/>
          </ac:spMkLst>
        </pc:spChg>
        <pc:spChg chg="mod">
          <ac:chgData name="明治安田　荻野 純平" userId="S::jy-ogino@ccken.onmicrosoft.com::27cba3d8-e4d3-428c-9353-43187c47438c" providerId="AD" clId="Web-{762F150F-AD15-D5E9-F4A9-D60AD2C22853}" dt="2026-02-26T14:31:34.554" v="160"/>
          <ac:spMkLst>
            <pc:docMk/>
            <pc:sldMk cId="433359686" sldId="1008"/>
            <ac:spMk id="50" creationId="{F34060DF-7616-E119-93F5-5058E4290A3A}"/>
          </ac:spMkLst>
        </pc:spChg>
        <pc:spChg chg="topLvl">
          <ac:chgData name="明治安田　荻野 純平" userId="S::jy-ogino@ccken.onmicrosoft.com::27cba3d8-e4d3-428c-9353-43187c47438c" providerId="AD" clId="Web-{762F150F-AD15-D5E9-F4A9-D60AD2C22853}" dt="2026-02-26T14:29:31.520" v="118"/>
          <ac:spMkLst>
            <pc:docMk/>
            <pc:sldMk cId="433359686" sldId="1008"/>
            <ac:spMk id="56" creationId="{FBE47691-5267-1458-7B44-9D755962C2A6}"/>
          </ac:spMkLst>
        </pc:spChg>
        <pc:spChg chg="mod">
          <ac:chgData name="明治安田　荻野 純平" userId="S::jy-ogino@ccken.onmicrosoft.com::27cba3d8-e4d3-428c-9353-43187c47438c" providerId="AD" clId="Web-{762F150F-AD15-D5E9-F4A9-D60AD2C22853}" dt="2026-02-26T14:31:34.554" v="160"/>
          <ac:spMkLst>
            <pc:docMk/>
            <pc:sldMk cId="433359686" sldId="1008"/>
            <ac:spMk id="61" creationId="{D94E4B6D-17C3-3516-77B4-8E3C0B4B7836}"/>
          </ac:spMkLst>
        </pc:spChg>
        <pc:spChg chg="mod">
          <ac:chgData name="明治安田　荻野 純平" userId="S::jy-ogino@ccken.onmicrosoft.com::27cba3d8-e4d3-428c-9353-43187c47438c" providerId="AD" clId="Web-{762F150F-AD15-D5E9-F4A9-D60AD2C22853}" dt="2026-02-26T14:31:34.554" v="160"/>
          <ac:spMkLst>
            <pc:docMk/>
            <pc:sldMk cId="433359686" sldId="1008"/>
            <ac:spMk id="70" creationId="{02861B32-793A-C57C-8F99-AB0327E3FF2C}"/>
          </ac:spMkLst>
        </pc:spChg>
        <pc:spChg chg="topLvl">
          <ac:chgData name="明治安田　荻野 純平" userId="S::jy-ogino@ccken.onmicrosoft.com::27cba3d8-e4d3-428c-9353-43187c47438c" providerId="AD" clId="Web-{762F150F-AD15-D5E9-F4A9-D60AD2C22853}" dt="2026-02-26T14:29:31.520" v="118"/>
          <ac:spMkLst>
            <pc:docMk/>
            <pc:sldMk cId="433359686" sldId="1008"/>
            <ac:spMk id="86" creationId="{498A48E6-34AD-EC2E-F652-630133E11806}"/>
          </ac:spMkLst>
        </pc:spChg>
        <pc:spChg chg="mod">
          <ac:chgData name="明治安田　荻野 純平" userId="S::jy-ogino@ccken.onmicrosoft.com::27cba3d8-e4d3-428c-9353-43187c47438c" providerId="AD" clId="Web-{762F150F-AD15-D5E9-F4A9-D60AD2C22853}" dt="2026-02-26T14:31:29.491" v="152" actId="14100"/>
          <ac:spMkLst>
            <pc:docMk/>
            <pc:sldMk cId="433359686" sldId="1008"/>
            <ac:spMk id="102" creationId="{0DB7154A-9423-8777-3CA7-F333C5E91EFC}"/>
          </ac:spMkLst>
        </pc:spChg>
        <pc:spChg chg="mod">
          <ac:chgData name="明治安田　荻野 純平" userId="S::jy-ogino@ccken.onmicrosoft.com::27cba3d8-e4d3-428c-9353-43187c47438c" providerId="AD" clId="Web-{762F150F-AD15-D5E9-F4A9-D60AD2C22853}" dt="2026-02-26T14:31:29.491" v="151" actId="14100"/>
          <ac:spMkLst>
            <pc:docMk/>
            <pc:sldMk cId="433359686" sldId="1008"/>
            <ac:spMk id="103" creationId="{1CBB8661-CAA4-846D-EC94-25C15F00BC00}"/>
          </ac:spMkLst>
        </pc:spChg>
        <pc:spChg chg="mod topLvl">
          <ac:chgData name="明治安田　荻野 純平" userId="S::jy-ogino@ccken.onmicrosoft.com::27cba3d8-e4d3-428c-9353-43187c47438c" providerId="AD" clId="Web-{762F150F-AD15-D5E9-F4A9-D60AD2C22853}" dt="2026-02-26T14:32:18.258" v="177" actId="1076"/>
          <ac:spMkLst>
            <pc:docMk/>
            <pc:sldMk cId="433359686" sldId="1008"/>
            <ac:spMk id="104" creationId="{F40619A9-38FB-E22D-EC35-0EB32F5F3498}"/>
          </ac:spMkLst>
        </pc:spChg>
        <pc:spChg chg="mod topLvl">
          <ac:chgData name="明治安田　荻野 純平" userId="S::jy-ogino@ccken.onmicrosoft.com::27cba3d8-e4d3-428c-9353-43187c47438c" providerId="AD" clId="Web-{762F150F-AD15-D5E9-F4A9-D60AD2C22853}" dt="2026-02-26T14:31:29.491" v="149" actId="14100"/>
          <ac:spMkLst>
            <pc:docMk/>
            <pc:sldMk cId="433359686" sldId="1008"/>
            <ac:spMk id="105" creationId="{1AB37318-3A4C-94C8-97D7-A9B2D0C55589}"/>
          </ac:spMkLst>
        </pc:spChg>
        <pc:spChg chg="mod topLvl">
          <ac:chgData name="明治安田　荻野 純平" userId="S::jy-ogino@ccken.onmicrosoft.com::27cba3d8-e4d3-428c-9353-43187c47438c" providerId="AD" clId="Web-{762F150F-AD15-D5E9-F4A9-D60AD2C22853}" dt="2026-02-26T14:31:34.554" v="160"/>
          <ac:spMkLst>
            <pc:docMk/>
            <pc:sldMk cId="433359686" sldId="1008"/>
            <ac:spMk id="106" creationId="{44D63749-B564-413B-B974-DFDEF7B56650}"/>
          </ac:spMkLst>
        </pc:spChg>
        <pc:spChg chg="mod topLvl">
          <ac:chgData name="明治安田　荻野 純平" userId="S::jy-ogino@ccken.onmicrosoft.com::27cba3d8-e4d3-428c-9353-43187c47438c" providerId="AD" clId="Web-{762F150F-AD15-D5E9-F4A9-D60AD2C22853}" dt="2026-02-26T14:31:34.554" v="160"/>
          <ac:spMkLst>
            <pc:docMk/>
            <pc:sldMk cId="433359686" sldId="1008"/>
            <ac:spMk id="107" creationId="{2F7C2D8D-ABED-5CC8-991A-720C4B7603DD}"/>
          </ac:spMkLst>
        </pc:spChg>
        <pc:spChg chg="mod">
          <ac:chgData name="明治安田　荻野 純平" userId="S::jy-ogino@ccken.onmicrosoft.com::27cba3d8-e4d3-428c-9353-43187c47438c" providerId="AD" clId="Web-{762F150F-AD15-D5E9-F4A9-D60AD2C22853}" dt="2026-02-26T14:31:34.554" v="160"/>
          <ac:spMkLst>
            <pc:docMk/>
            <pc:sldMk cId="433359686" sldId="1008"/>
            <ac:spMk id="108" creationId="{A16D7A12-D308-1466-796E-113567B32376}"/>
          </ac:spMkLst>
        </pc:spChg>
        <pc:spChg chg="mod topLvl">
          <ac:chgData name="明治安田　荻野 純平" userId="S::jy-ogino@ccken.onmicrosoft.com::27cba3d8-e4d3-428c-9353-43187c47438c" providerId="AD" clId="Web-{762F150F-AD15-D5E9-F4A9-D60AD2C22853}" dt="2026-02-26T14:31:34.554" v="160"/>
          <ac:spMkLst>
            <pc:docMk/>
            <pc:sldMk cId="433359686" sldId="1008"/>
            <ac:spMk id="109" creationId="{D10F00F8-C07C-30E6-3DE1-FD8F15849EC1}"/>
          </ac:spMkLst>
        </pc:spChg>
        <pc:spChg chg="mod topLvl">
          <ac:chgData name="明治安田　荻野 純平" userId="S::jy-ogino@ccken.onmicrosoft.com::27cba3d8-e4d3-428c-9353-43187c47438c" providerId="AD" clId="Web-{762F150F-AD15-D5E9-F4A9-D60AD2C22853}" dt="2026-02-26T14:31:34.554" v="160"/>
          <ac:spMkLst>
            <pc:docMk/>
            <pc:sldMk cId="433359686" sldId="1008"/>
            <ac:spMk id="110" creationId="{25DFB62A-2A4C-C749-FF6C-F206B2522BA9}"/>
          </ac:spMkLst>
        </pc:spChg>
        <pc:grpChg chg="add del mod">
          <ac:chgData name="明治安田　荻野 純平" userId="S::jy-ogino@ccken.onmicrosoft.com::27cba3d8-e4d3-428c-9353-43187c47438c" providerId="AD" clId="Web-{762F150F-AD15-D5E9-F4A9-D60AD2C22853}" dt="2026-02-26T14:32:24.008" v="178" actId="14100"/>
          <ac:grpSpMkLst>
            <pc:docMk/>
            <pc:sldMk cId="433359686" sldId="1008"/>
            <ac:grpSpMk id="111" creationId="{C664C9CD-D7A0-62D8-F27D-3F60D7F8ABAF}"/>
          </ac:grpSpMkLst>
        </pc:grpChg>
      </pc:sldChg>
    </pc:docChg>
  </pc:docChgLst>
  <pc:docChgLst>
    <pc:chgData name="MUIT　土屋 遼太郎" userId="S::ryoukunjajaan4127_gmail.com#ext#@ccken.onmicrosoft.com::fd1358ce-a2d5-4118-97fd-140e7e3174f1" providerId="AD" clId="Web-{9F75BE20-852D-73BD-8C6D-11D73EAE9710}"/>
    <pc:docChg chg="addSld modSld modSection">
      <pc:chgData name="MUIT　土屋 遼太郎" userId="S::ryoukunjajaan4127_gmail.com#ext#@ccken.onmicrosoft.com::fd1358ce-a2d5-4118-97fd-140e7e3174f1" providerId="AD" clId="Web-{9F75BE20-852D-73BD-8C6D-11D73EAE9710}" dt="2026-02-19T08:23:19.747" v="19" actId="1076"/>
      <pc:docMkLst>
        <pc:docMk/>
      </pc:docMkLst>
    </pc:docChg>
  </pc:docChgLst>
  <pc:docChgLst>
    <pc:chgData name="三菱UFJ信託銀行　網野 智仁" userId="S::tomohito_amino@ccken.onmicrosoft.com::f8474316-ab6c-4136-bc0a-a68b4c48cb80" providerId="AD" clId="Web-{2DD4E786-5EFD-F083-3A5A-D2247FE9FD01}"/>
    <pc:docChg chg="modSld">
      <pc:chgData name="三菱UFJ信託銀行　網野 智仁" userId="S::tomohito_amino@ccken.onmicrosoft.com::f8474316-ab6c-4136-bc0a-a68b4c48cb80" providerId="AD" clId="Web-{2DD4E786-5EFD-F083-3A5A-D2247FE9FD01}" dt="2026-02-19T07:03:14.456" v="5" actId="20577"/>
      <pc:docMkLst>
        <pc:docMk/>
      </pc:docMkLst>
    </pc:docChg>
  </pc:docChgLst>
  <pc:docChgLst>
    <pc:chgData name="三菱UFJ信託銀行　網野 智仁" userId="S::tomohito_amino@ccken.onmicrosoft.com::f8474316-ab6c-4136-bc0a-a68b4c48cb80" providerId="AD" clId="Web-{3BDACFA5-A688-228D-C411-17D036AAA8EA}"/>
    <pc:docChg chg="addSld delSld modSld sldOrd modSection">
      <pc:chgData name="三菱UFJ信託銀行　網野 智仁" userId="S::tomohito_amino@ccken.onmicrosoft.com::f8474316-ab6c-4136-bc0a-a68b4c48cb80" providerId="AD" clId="Web-{3BDACFA5-A688-228D-C411-17D036AAA8EA}" dt="2026-02-19T08:18:45.352" v="44"/>
      <pc:docMkLst>
        <pc:docMk/>
      </pc:docMkLst>
    </pc:docChg>
  </pc:docChgLst>
  <pc:docChgLst>
    <pc:chgData name="主査　福島 直人" userId="S::naoto_2_fukushima@ccken.onmicrosoft.com::8f548a50-3d4a-4660-b17c-82fdb2003fd5" providerId="AD" clId="Web-{5411B5BF-F440-FC7A-DCD4-228670247A18}"/>
    <pc:docChg chg="modSld">
      <pc:chgData name="主査　福島 直人" userId="S::naoto_2_fukushima@ccken.onmicrosoft.com::8f548a50-3d4a-4660-b17c-82fdb2003fd5" providerId="AD" clId="Web-{5411B5BF-F440-FC7A-DCD4-228670247A18}" dt="2026-02-05T06:52:19.113" v="3" actId="20577"/>
      <pc:docMkLst>
        <pc:docMk/>
      </pc:docMkLst>
    </pc:docChg>
  </pc:docChgLst>
  <pc:docChgLst>
    <pc:chgData name="主査　福島 直人" userId="S::naoto_2_fukushima@ccken.onmicrosoft.com::8f548a50-3d4a-4660-b17c-82fdb2003fd5" providerId="AD" clId="Web-{99A9574C-940F-3782-4478-CDD30BD5E8FE}"/>
    <pc:docChg chg="modSld">
      <pc:chgData name="主査　福島 直人" userId="S::naoto_2_fukushima@ccken.onmicrosoft.com::8f548a50-3d4a-4660-b17c-82fdb2003fd5" providerId="AD" clId="Web-{99A9574C-940F-3782-4478-CDD30BD5E8FE}" dt="2026-02-12T06:10:12.505" v="32" actId="20577"/>
      <pc:docMkLst>
        <pc:docMk/>
      </pc:docMkLst>
    </pc:docChg>
  </pc:docChgLst>
  <pc:docChgLst>
    <pc:chgData name="嵩 小林" userId="1758831be2507584" providerId="LiveId" clId="{4DF084CB-985F-48B1-9B74-DA23864AD4CE}"/>
    <pc:docChg chg="undo redo custSel addSld delSld modSld sldOrd modSection">
      <pc:chgData name="嵩 小林" userId="1758831be2507584" providerId="LiveId" clId="{4DF084CB-985F-48B1-9B74-DA23864AD4CE}" dt="2026-02-19T06:53:43.665" v="11617" actId="20577"/>
      <pc:docMkLst>
        <pc:docMk/>
      </pc:docMkLst>
      <pc:sldChg chg="addSp modSp">
        <pc:chgData name="嵩 小林" userId="1758831be2507584" providerId="LiveId" clId="{4DF084CB-985F-48B1-9B74-DA23864AD4CE}" dt="2026-02-08T00:47:07.601" v="9154"/>
        <pc:sldMkLst>
          <pc:docMk/>
          <pc:sldMk cId="1102123462" sldId="703"/>
        </pc:sldMkLst>
      </pc:sldChg>
      <pc:sldChg chg="ord">
        <pc:chgData name="嵩 小林" userId="1758831be2507584" providerId="LiveId" clId="{4DF084CB-985F-48B1-9B74-DA23864AD4CE}" dt="2026-02-11T14:48:47.507" v="10663"/>
        <pc:sldMkLst>
          <pc:docMk/>
          <pc:sldMk cId="2585609864" sldId="805"/>
        </pc:sldMkLst>
      </pc:sldChg>
      <pc:sldChg chg="ord">
        <pc:chgData name="嵩 小林" userId="1758831be2507584" providerId="LiveId" clId="{4DF084CB-985F-48B1-9B74-DA23864AD4CE}" dt="2026-02-11T14:48:47.507" v="10663"/>
        <pc:sldMkLst>
          <pc:docMk/>
          <pc:sldMk cId="3740400021" sldId="808"/>
        </pc:sldMkLst>
      </pc:sldChg>
      <pc:sldChg chg="ord">
        <pc:chgData name="嵩 小林" userId="1758831be2507584" providerId="LiveId" clId="{4DF084CB-985F-48B1-9B74-DA23864AD4CE}" dt="2026-02-11T14:48:47.507" v="10663"/>
        <pc:sldMkLst>
          <pc:docMk/>
          <pc:sldMk cId="2863564126" sldId="809"/>
        </pc:sldMkLst>
      </pc:sldChg>
      <pc:sldChg chg="ord">
        <pc:chgData name="嵩 小林" userId="1758831be2507584" providerId="LiveId" clId="{4DF084CB-985F-48B1-9B74-DA23864AD4CE}" dt="2026-02-11T14:48:47.507" v="10663"/>
        <pc:sldMkLst>
          <pc:docMk/>
          <pc:sldMk cId="4048481670" sldId="810"/>
        </pc:sldMkLst>
      </pc:sldChg>
      <pc:sldChg chg="ord">
        <pc:chgData name="嵩 小林" userId="1758831be2507584" providerId="LiveId" clId="{4DF084CB-985F-48B1-9B74-DA23864AD4CE}" dt="2026-02-11T14:48:47.507" v="10663"/>
        <pc:sldMkLst>
          <pc:docMk/>
          <pc:sldMk cId="656133690" sldId="811"/>
        </pc:sldMkLst>
      </pc:sldChg>
      <pc:sldChg chg="ord">
        <pc:chgData name="嵩 小林" userId="1758831be2507584" providerId="LiveId" clId="{4DF084CB-985F-48B1-9B74-DA23864AD4CE}" dt="2026-02-11T14:48:47.507" v="10663"/>
        <pc:sldMkLst>
          <pc:docMk/>
          <pc:sldMk cId="3784166746" sldId="812"/>
        </pc:sldMkLst>
      </pc:sldChg>
      <pc:sldChg chg="addSp delSp modSp mod">
        <pc:chgData name="嵩 小林" userId="1758831be2507584" providerId="LiveId" clId="{4DF084CB-985F-48B1-9B74-DA23864AD4CE}" dt="2026-02-15T07:47:37.576" v="11490" actId="20577"/>
        <pc:sldMkLst>
          <pc:docMk/>
          <pc:sldMk cId="3369189793" sldId="835"/>
        </pc:sldMkLst>
        <pc:spChg chg="mod">
          <ac:chgData name="嵩 小林" userId="1758831be2507584" providerId="LiveId" clId="{4DF084CB-985F-48B1-9B74-DA23864AD4CE}" dt="2026-02-15T07:46:37.960" v="11416"/>
          <ac:spMkLst>
            <pc:docMk/>
            <pc:sldMk cId="3369189793" sldId="835"/>
            <ac:spMk id="3" creationId="{671E7CDD-9A99-18DD-75B4-240D33C583C8}"/>
          </ac:spMkLst>
        </pc:spChg>
        <pc:spChg chg="mod">
          <ac:chgData name="嵩 小林" userId="1758831be2507584" providerId="LiveId" clId="{4DF084CB-985F-48B1-9B74-DA23864AD4CE}" dt="2026-02-07T16:24:15.165" v="8741" actId="1076"/>
          <ac:spMkLst>
            <pc:docMk/>
            <pc:sldMk cId="3369189793" sldId="835"/>
            <ac:spMk id="4" creationId="{763AF251-6A47-98FF-BF3C-02C9B29CDE6C}"/>
          </ac:spMkLst>
        </pc:spChg>
        <pc:spChg chg="add mod">
          <ac:chgData name="嵩 小林" userId="1758831be2507584" providerId="LiveId" clId="{4DF084CB-985F-48B1-9B74-DA23864AD4CE}" dt="2026-02-15T07:45:40.685" v="11384" actId="6549"/>
          <ac:spMkLst>
            <pc:docMk/>
            <pc:sldMk cId="3369189793" sldId="835"/>
            <ac:spMk id="5" creationId="{36F364BE-D8F3-DE58-8CA3-F6ED7A18537A}"/>
          </ac:spMkLst>
        </pc:spChg>
        <pc:spChg chg="add mod">
          <ac:chgData name="嵩 小林" userId="1758831be2507584" providerId="LiveId" clId="{4DF084CB-985F-48B1-9B74-DA23864AD4CE}" dt="2026-02-15T07:47:37.576" v="11490" actId="20577"/>
          <ac:spMkLst>
            <pc:docMk/>
            <pc:sldMk cId="3369189793" sldId="835"/>
            <ac:spMk id="6" creationId="{75F1669D-1E23-4B8D-353F-737EAD5A47C4}"/>
          </ac:spMkLst>
        </pc:spChg>
        <pc:spChg chg="add mod">
          <ac:chgData name="嵩 小林" userId="1758831be2507584" providerId="LiveId" clId="{4DF084CB-985F-48B1-9B74-DA23864AD4CE}" dt="2026-02-08T01:25:40.262" v="9753" actId="1038"/>
          <ac:spMkLst>
            <pc:docMk/>
            <pc:sldMk cId="3369189793" sldId="835"/>
            <ac:spMk id="7" creationId="{2CDE79CB-271F-4425-5A98-BC6F3555AACF}"/>
          </ac:spMkLst>
        </pc:spChg>
        <pc:spChg chg="mod">
          <ac:chgData name="嵩 小林" userId="1758831be2507584" providerId="LiveId" clId="{4DF084CB-985F-48B1-9B74-DA23864AD4CE}" dt="2026-02-15T07:47:06.814" v="11451" actId="20577"/>
          <ac:spMkLst>
            <pc:docMk/>
            <pc:sldMk cId="3369189793" sldId="835"/>
            <ac:spMk id="9" creationId="{A0E238CF-CD2C-9AD7-F623-DEDCF6C669F6}"/>
          </ac:spMkLst>
        </pc:spChg>
        <pc:graphicFrameChg chg="mod">
          <ac:chgData name="嵩 小林" userId="1758831be2507584" providerId="LiveId" clId="{4DF084CB-985F-48B1-9B74-DA23864AD4CE}" dt="2026-02-08T01:26:18.597" v="9760" actId="1076"/>
          <ac:graphicFrameMkLst>
            <pc:docMk/>
            <pc:sldMk cId="3369189793" sldId="835"/>
            <ac:graphicFrameMk id="11" creationId="{9575CBBD-BCC4-2272-1FC2-B3AB571CF178}"/>
          </ac:graphicFrameMkLst>
        </pc:graphicFrameChg>
      </pc:sldChg>
      <pc:sldChg chg="addSp delSp modSp mod">
        <pc:chgData name="嵩 小林" userId="1758831be2507584" providerId="LiveId" clId="{4DF084CB-985F-48B1-9B74-DA23864AD4CE}" dt="2026-02-15T07:48:48.499" v="11530" actId="20577"/>
        <pc:sldMkLst>
          <pc:docMk/>
          <pc:sldMk cId="3528798614" sldId="836"/>
        </pc:sldMkLst>
        <pc:spChg chg="mod">
          <ac:chgData name="嵩 小林" userId="1758831be2507584" providerId="LiveId" clId="{4DF084CB-985F-48B1-9B74-DA23864AD4CE}" dt="2026-02-15T07:45:00.561" v="11354"/>
          <ac:spMkLst>
            <pc:docMk/>
            <pc:sldMk cId="3528798614" sldId="836"/>
            <ac:spMk id="3" creationId="{2425939D-494E-0173-56FA-DC733890D3BE}"/>
          </ac:spMkLst>
        </pc:spChg>
        <pc:spChg chg="add mod">
          <ac:chgData name="嵩 小林" userId="1758831be2507584" providerId="LiveId" clId="{4DF084CB-985F-48B1-9B74-DA23864AD4CE}" dt="2026-02-07T16:41:34.247" v="9034" actId="1076"/>
          <ac:spMkLst>
            <pc:docMk/>
            <pc:sldMk cId="3528798614" sldId="836"/>
            <ac:spMk id="4" creationId="{5BA1D9CA-29A1-6CBF-1169-496A7E804CBB}"/>
          </ac:spMkLst>
        </pc:spChg>
        <pc:spChg chg="add mod">
          <ac:chgData name="嵩 小林" userId="1758831be2507584" providerId="LiveId" clId="{4DF084CB-985F-48B1-9B74-DA23864AD4CE}" dt="2026-02-07T16:41:44.262" v="9036" actId="5793"/>
          <ac:spMkLst>
            <pc:docMk/>
            <pc:sldMk cId="3528798614" sldId="836"/>
            <ac:spMk id="5" creationId="{B010A596-068F-AE6F-9B18-62AFE77DB9A1}"/>
          </ac:spMkLst>
        </pc:spChg>
        <pc:spChg chg="add mod">
          <ac:chgData name="嵩 小林" userId="1758831be2507584" providerId="LiveId" clId="{4DF084CB-985F-48B1-9B74-DA23864AD4CE}" dt="2026-02-15T07:48:48.499" v="11530" actId="20577"/>
          <ac:spMkLst>
            <pc:docMk/>
            <pc:sldMk cId="3528798614" sldId="836"/>
            <ac:spMk id="6" creationId="{553786E8-D865-B688-6213-795A889137E6}"/>
          </ac:spMkLst>
        </pc:spChg>
        <pc:spChg chg="mod">
          <ac:chgData name="嵩 小林" userId="1758831be2507584" providerId="LiveId" clId="{4DF084CB-985F-48B1-9B74-DA23864AD4CE}" dt="2026-02-08T00:41:32.929" v="9134" actId="1036"/>
          <ac:spMkLst>
            <pc:docMk/>
            <pc:sldMk cId="3528798614" sldId="836"/>
            <ac:spMk id="10" creationId="{5FE8E8EC-B02D-A627-5742-E0295E7181D4}"/>
          </ac:spMkLst>
        </pc:spChg>
        <pc:spChg chg="mod">
          <ac:chgData name="嵩 小林" userId="1758831be2507584" providerId="LiveId" clId="{4DF084CB-985F-48B1-9B74-DA23864AD4CE}" dt="2026-02-15T07:45:11.796" v="11373" actId="20577"/>
          <ac:spMkLst>
            <pc:docMk/>
            <pc:sldMk cId="3528798614" sldId="836"/>
            <ac:spMk id="12" creationId="{1CA668B5-A81D-4D09-7426-D0C38E8BDAAC}"/>
          </ac:spMkLst>
        </pc:spChg>
      </pc:sldChg>
      <pc:sldChg chg="ord">
        <pc:chgData name="嵩 小林" userId="1758831be2507584" providerId="LiveId" clId="{4DF084CB-985F-48B1-9B74-DA23864AD4CE}" dt="2026-02-11T14:48:47.507" v="10663"/>
        <pc:sldMkLst>
          <pc:docMk/>
          <pc:sldMk cId="1689093626" sldId="838"/>
        </pc:sldMkLst>
      </pc:sldChg>
      <pc:sldChg chg="modSp add mod">
        <pc:chgData name="嵩 小林" userId="1758831be2507584" providerId="LiveId" clId="{4DF084CB-985F-48B1-9B74-DA23864AD4CE}" dt="2026-02-07T14:32:09.110" v="8077" actId="20577"/>
        <pc:sldMkLst>
          <pc:docMk/>
          <pc:sldMk cId="3413881863" sldId="881"/>
        </pc:sldMkLst>
        <pc:spChg chg="mod">
          <ac:chgData name="嵩 小林" userId="1758831be2507584" providerId="LiveId" clId="{4DF084CB-985F-48B1-9B74-DA23864AD4CE}" dt="2026-02-07T14:32:09.110" v="8077" actId="20577"/>
          <ac:spMkLst>
            <pc:docMk/>
            <pc:sldMk cId="3413881863" sldId="881"/>
            <ac:spMk id="2" creationId="{E6B03B22-6ABF-8B1B-290B-465124FD8FF8}"/>
          </ac:spMkLst>
        </pc:spChg>
      </pc:sldChg>
      <pc:sldChg chg="delSp modSp add mod">
        <pc:chgData name="嵩 小林" userId="1758831be2507584" providerId="LiveId" clId="{4DF084CB-985F-48B1-9B74-DA23864AD4CE}" dt="2026-02-11T06:12:45.649" v="9797" actId="20577"/>
        <pc:sldMkLst>
          <pc:docMk/>
          <pc:sldMk cId="1666554009" sldId="885"/>
        </pc:sldMkLst>
        <pc:graphicFrameChg chg="mod modGraphic">
          <ac:chgData name="嵩 小林" userId="1758831be2507584" providerId="LiveId" clId="{4DF084CB-985F-48B1-9B74-DA23864AD4CE}" dt="2026-02-11T06:12:45.649" v="9797" actId="20577"/>
          <ac:graphicFrameMkLst>
            <pc:docMk/>
            <pc:sldMk cId="1666554009" sldId="885"/>
            <ac:graphicFrameMk id="6" creationId="{A8D57CB2-3FB8-350B-2A76-AB28ACF735FB}"/>
          </ac:graphicFrameMkLst>
        </pc:graphicFrameChg>
      </pc:sldChg>
      <pc:sldChg chg="modSp mod">
        <pc:chgData name="嵩 小林" userId="1758831be2507584" providerId="LiveId" clId="{4DF084CB-985F-48B1-9B74-DA23864AD4CE}" dt="2026-02-15T00:25:54.975" v="10865" actId="14100"/>
        <pc:sldMkLst>
          <pc:docMk/>
          <pc:sldMk cId="4236540724" sldId="928"/>
        </pc:sldMkLst>
        <pc:graphicFrameChg chg="mod modGraphic">
          <ac:chgData name="嵩 小林" userId="1758831be2507584" providerId="LiveId" clId="{4DF084CB-985F-48B1-9B74-DA23864AD4CE}" dt="2026-02-15T00:25:54.975" v="10865" actId="14100"/>
          <ac:graphicFrameMkLst>
            <pc:docMk/>
            <pc:sldMk cId="4236540724" sldId="928"/>
            <ac:graphicFrameMk id="4" creationId="{9A9385D8-EF1D-F4EE-74A1-BDE8AAE1BD74}"/>
          </ac:graphicFrameMkLst>
        </pc:graphicFrameChg>
      </pc:sldChg>
      <pc:sldChg chg="modSp mod">
        <pc:chgData name="嵩 小林" userId="1758831be2507584" providerId="LiveId" clId="{4DF084CB-985F-48B1-9B74-DA23864AD4CE}" dt="2026-02-19T06:52:22.191" v="11593" actId="20577"/>
        <pc:sldMkLst>
          <pc:docMk/>
          <pc:sldMk cId="4077408376" sldId="962"/>
        </pc:sldMkLst>
        <pc:spChg chg="mod">
          <ac:chgData name="嵩 小林" userId="1758831be2507584" providerId="LiveId" clId="{4DF084CB-985F-48B1-9B74-DA23864AD4CE}" dt="2026-02-19T06:50:04.780" v="11556" actId="20577"/>
          <ac:spMkLst>
            <pc:docMk/>
            <pc:sldMk cId="4077408376" sldId="962"/>
            <ac:spMk id="12" creationId="{3A927910-672B-0641-FED7-A8527BE41529}"/>
          </ac:spMkLst>
        </pc:spChg>
        <pc:spChg chg="mod">
          <ac:chgData name="嵩 小林" userId="1758831be2507584" providerId="LiveId" clId="{4DF084CB-985F-48B1-9B74-DA23864AD4CE}" dt="2026-02-19T06:52:22.191" v="11593" actId="20577"/>
          <ac:spMkLst>
            <pc:docMk/>
            <pc:sldMk cId="4077408376" sldId="962"/>
            <ac:spMk id="22" creationId="{54EC706D-632B-1154-C001-0AD3FE3EA28D}"/>
          </ac:spMkLst>
        </pc:spChg>
      </pc:sldChg>
    </pc:docChg>
  </pc:docChgLst>
  <pc:docChgLst>
    <pc:chgData name="三菱UFJ信託銀行　網野 智仁" userId="f8474316-ab6c-4136-bc0a-a68b4c48cb80" providerId="ADAL" clId="{31F0A714-A299-442C-AB3D-7112D1AD06C5}"/>
    <pc:docChg chg="undo custSel addSld delSld modSld sldOrd modSection">
      <pc:chgData name="三菱UFJ信託銀行　網野 智仁" userId="f8474316-ab6c-4136-bc0a-a68b4c48cb80" providerId="ADAL" clId="{31F0A714-A299-442C-AB3D-7112D1AD06C5}" dt="2026-02-21T16:43:06.539" v="9137" actId="6549"/>
      <pc:docMkLst>
        <pc:docMk/>
      </pc:docMkLst>
      <pc:sldChg chg="delSp modSp mod">
        <pc:chgData name="三菱UFJ信託銀行　網野 智仁" userId="f8474316-ab6c-4136-bc0a-a68b4c48cb80" providerId="ADAL" clId="{31F0A714-A299-442C-AB3D-7112D1AD06C5}" dt="2026-02-21T13:46:55.889" v="5491" actId="478"/>
        <pc:sldMkLst>
          <pc:docMk/>
          <pc:sldMk cId="3740400021" sldId="808"/>
        </pc:sldMkLst>
      </pc:sldChg>
      <pc:sldChg chg="modSp add mod modCm">
        <pc:chgData name="三菱UFJ信託銀行　網野 智仁" userId="f8474316-ab6c-4136-bc0a-a68b4c48cb80" providerId="ADAL" clId="{31F0A714-A299-442C-AB3D-7112D1AD06C5}" dt="2026-02-21T16:41:58.504" v="9070" actId="1076"/>
        <pc:sldMkLst>
          <pc:docMk/>
          <pc:sldMk cId="3211560190" sldId="974"/>
        </pc:sldMkLst>
        <pc:spChg chg="mod">
          <ac:chgData name="三菱UFJ信託銀行　網野 智仁" userId="f8474316-ab6c-4136-bc0a-a68b4c48cb80" providerId="ADAL" clId="{31F0A714-A299-442C-AB3D-7112D1AD06C5}" dt="2026-02-21T16:41:01.876" v="9056" actId="6549"/>
          <ac:spMkLst>
            <pc:docMk/>
            <pc:sldMk cId="3211560190" sldId="974"/>
            <ac:spMk id="26" creationId="{37BDFC22-17F5-C34B-13D9-790848410026}"/>
          </ac:spMkLst>
        </pc:spChg>
        <pc:spChg chg="mod">
          <ac:chgData name="三菱UFJ信託銀行　網野 智仁" userId="f8474316-ab6c-4136-bc0a-a68b4c48cb80" providerId="ADAL" clId="{31F0A714-A299-442C-AB3D-7112D1AD06C5}" dt="2026-02-21T16:41:19.485" v="9059" actId="1076"/>
          <ac:spMkLst>
            <pc:docMk/>
            <pc:sldMk cId="3211560190" sldId="974"/>
            <ac:spMk id="34" creationId="{D5C1638D-3515-193E-5815-60845DC06557}"/>
          </ac:spMkLst>
        </pc:spChg>
        <pc:spChg chg="mod">
          <ac:chgData name="三菱UFJ信託銀行　網野 智仁" userId="f8474316-ab6c-4136-bc0a-a68b4c48cb80" providerId="ADAL" clId="{31F0A714-A299-442C-AB3D-7112D1AD06C5}" dt="2026-02-21T16:41:58.504" v="9070" actId="1076"/>
          <ac:spMkLst>
            <pc:docMk/>
            <pc:sldMk cId="3211560190" sldId="974"/>
            <ac:spMk id="35" creationId="{F0353F11-5C00-B855-02F0-A680239985F3}"/>
          </ac:spMkLst>
        </pc:spChg>
        <pc:spChg chg="mod">
          <ac:chgData name="三菱UFJ信託銀行　網野 智仁" userId="f8474316-ab6c-4136-bc0a-a68b4c48cb80" providerId="ADAL" clId="{31F0A714-A299-442C-AB3D-7112D1AD06C5}" dt="2026-02-21T16:41:48.481" v="9068" actId="14100"/>
          <ac:spMkLst>
            <pc:docMk/>
            <pc:sldMk cId="3211560190" sldId="974"/>
            <ac:spMk id="36" creationId="{24E300A5-2393-2C6B-48B5-3FFC1252FDD1}"/>
          </ac:spMkLst>
        </pc:spChg>
        <pc:picChg chg="mod">
          <ac:chgData name="三菱UFJ信託銀行　網野 智仁" userId="f8474316-ab6c-4136-bc0a-a68b4c48cb80" providerId="ADAL" clId="{31F0A714-A299-442C-AB3D-7112D1AD06C5}" dt="2026-02-21T16:41:45.265" v="9067" actId="1076"/>
          <ac:picMkLst>
            <pc:docMk/>
            <pc:sldMk cId="3211560190" sldId="974"/>
            <ac:picMk id="6" creationId="{99ECFF17-9F98-B12B-2715-1A0E42B340FB}"/>
          </ac:picMkLst>
        </pc:picChg>
        <pc:cxnChg chg="mod">
          <ac:chgData name="三菱UFJ信託銀行　網野 智仁" userId="f8474316-ab6c-4136-bc0a-a68b4c48cb80" providerId="ADAL" clId="{31F0A714-A299-442C-AB3D-7112D1AD06C5}" dt="2026-02-21T16:41:27.585" v="9062" actId="14100"/>
          <ac:cxnSpMkLst>
            <pc:docMk/>
            <pc:sldMk cId="3211560190" sldId="974"/>
            <ac:cxnSpMk id="11" creationId="{2210F67F-E188-2102-881F-A09FC89CD4DB}"/>
          </ac:cxnSpMkLst>
        </pc:cxnChg>
        <pc:cxnChg chg="mod">
          <ac:chgData name="三菱UFJ信託銀行　網野 智仁" userId="f8474316-ab6c-4136-bc0a-a68b4c48cb80" providerId="ADAL" clId="{31F0A714-A299-442C-AB3D-7112D1AD06C5}" dt="2026-02-21T16:41:54.132" v="9069" actId="14100"/>
          <ac:cxnSpMkLst>
            <pc:docMk/>
            <pc:sldMk cId="3211560190" sldId="974"/>
            <ac:cxnSpMk id="23" creationId="{001D8499-9E22-D175-C307-4811D7946DA7}"/>
          </ac:cxnSpMkLst>
        </pc:cxnChg>
        <pc:cxnChg chg="mod">
          <ac:chgData name="三菱UFJ信託銀行　網野 智仁" userId="f8474316-ab6c-4136-bc0a-a68b4c48cb80" providerId="ADAL" clId="{31F0A714-A299-442C-AB3D-7112D1AD06C5}" dt="2026-02-21T16:41:48.481" v="9068" actId="14100"/>
          <ac:cxnSpMkLst>
            <pc:docMk/>
            <pc:sldMk cId="3211560190" sldId="974"/>
            <ac:cxnSpMk id="31" creationId="{02934071-B21E-ACF4-8945-AC27F3EC699E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三菱UFJ信託銀行　網野 智仁" userId="f8474316-ab6c-4136-bc0a-a68b4c48cb80" providerId="ADAL" clId="{31F0A714-A299-442C-AB3D-7112D1AD06C5}" dt="2026-02-21T16:41:01.876" v="9056" actId="6549"/>
              <pc2:cmMkLst xmlns:pc2="http://schemas.microsoft.com/office/powerpoint/2019/9/main/command">
                <pc:docMk/>
                <pc:sldMk cId="3211560190" sldId="974"/>
                <pc2:cmMk id="{A185451F-9A32-4C1E-AFCD-4A613D0E05EB}"/>
              </pc2:cmMkLst>
            </pc226:cmChg>
            <pc226:cmChg xmlns:pc226="http://schemas.microsoft.com/office/powerpoint/2022/06/main/command" chg="mod">
              <pc226:chgData name="三菱UFJ信託銀行　網野 智仁" userId="f8474316-ab6c-4136-bc0a-a68b4c48cb80" providerId="ADAL" clId="{31F0A714-A299-442C-AB3D-7112D1AD06C5}" dt="2026-02-21T16:41:01.876" v="9056" actId="6549"/>
              <pc2:cmMkLst xmlns:pc2="http://schemas.microsoft.com/office/powerpoint/2019/9/main/command">
                <pc:docMk/>
                <pc:sldMk cId="3211560190" sldId="974"/>
                <pc2:cmMk id="{E25B2D68-FBC4-442B-A1A5-8AA2661529F2}"/>
              </pc2:cmMkLst>
            </pc226:cmChg>
          </p:ext>
        </pc:extLst>
      </pc:sldChg>
    </pc:docChg>
  </pc:docChgLst>
  <pc:docChgLst>
    <pc:chgData name="三菱UFJ信託銀行　網野 智仁" userId="S::tomohito_amino@ccken.onmicrosoft.com::f8474316-ab6c-4136-bc0a-a68b4c48cb80" providerId="AD" clId="Web-{B491017A-40BA-301A-D41A-72D9A9C4E6F0}"/>
    <pc:docChg chg="modSld">
      <pc:chgData name="三菱UFJ信託銀行　網野 智仁" userId="S::tomohito_amino@ccken.onmicrosoft.com::f8474316-ab6c-4136-bc0a-a68b4c48cb80" providerId="AD" clId="Web-{B491017A-40BA-301A-D41A-72D9A9C4E6F0}" dt="2026-02-26T14:56:08.617" v="16" actId="20577"/>
      <pc:docMkLst>
        <pc:docMk/>
      </pc:docMkLst>
    </pc:docChg>
  </pc:docChgLst>
  <pc:docChgLst>
    <pc:chgData name="MUIT　髙橋 博実" userId="S::hiromix222_msn.com#ext#@ccken.onmicrosoft.com::9d572560-7f87-4d11-90b9-a0fc016bcb45" providerId="AD" clId="Web-{95E73F63-15D8-11E2-206E-B779EAF99A8C}"/>
    <pc:docChg chg="modSld">
      <pc:chgData name="MUIT　髙橋 博実" userId="S::hiromix222_msn.com#ext#@ccken.onmicrosoft.com::9d572560-7f87-4d11-90b9-a0fc016bcb45" providerId="AD" clId="Web-{95E73F63-15D8-11E2-206E-B779EAF99A8C}" dt="2026-02-24T23:21:23.856" v="57"/>
      <pc:docMkLst>
        <pc:docMk/>
      </pc:docMkLst>
      <pc:sldChg chg="modSp">
        <pc:chgData name="MUIT　髙橋 博実" userId="S::hiromix222_msn.com#ext#@ccken.onmicrosoft.com::9d572560-7f87-4d11-90b9-a0fc016bcb45" providerId="AD" clId="Web-{95E73F63-15D8-11E2-206E-B779EAF99A8C}" dt="2026-02-24T23:21:23.856" v="57"/>
        <pc:sldMkLst>
          <pc:docMk/>
          <pc:sldMk cId="3014012821" sldId="953"/>
        </pc:sldMkLst>
        <pc:graphicFrameChg chg="mod modGraphic">
          <ac:chgData name="MUIT　髙橋 博実" userId="S::hiromix222_msn.com#ext#@ccken.onmicrosoft.com::9d572560-7f87-4d11-90b9-a0fc016bcb45" providerId="AD" clId="Web-{95E73F63-15D8-11E2-206E-B779EAF99A8C}" dt="2026-02-24T23:21:23.856" v="57"/>
          <ac:graphicFrameMkLst>
            <pc:docMk/>
            <pc:sldMk cId="3014012821" sldId="953"/>
            <ac:graphicFrameMk id="4" creationId="{1C244B7C-8934-CD2B-1B19-2C15BA647848}"/>
          </ac:graphicFrameMkLst>
        </pc:graphicFrameChg>
      </pc:sldChg>
    </pc:docChg>
  </pc:docChgLst>
  <pc:docChgLst>
    <pc:chgData name="東京海上日動システムズ　小田 和弥" userId="S::kazuya.oda1014_gmail.com#ext#@ccken.onmicrosoft.com::7d754f48-d90c-443c-a8c9-ee8d894037e8" providerId="AD" clId="Web-{9F7030C6-2CD8-56E2-BEB5-8F2BDB90AC44}"/>
    <pc:docChg chg="sldOrd">
      <pc:chgData name="東京海上日動システムズ　小田 和弥" userId="S::kazuya.oda1014_gmail.com#ext#@ccken.onmicrosoft.com::7d754f48-d90c-443c-a8c9-ee8d894037e8" providerId="AD" clId="Web-{9F7030C6-2CD8-56E2-BEB5-8F2BDB90AC44}" dt="2026-02-11T06:47:34.164" v="0"/>
      <pc:docMkLst>
        <pc:docMk/>
      </pc:docMkLst>
    </pc:docChg>
  </pc:docChgLst>
  <pc:docChgLst>
    <pc:chgData name="主査　福島 直人" userId="S::naoto_2_fukushima@ccken.onmicrosoft.com::8f548a50-3d4a-4660-b17c-82fdb2003fd5" providerId="AD" clId="Web-{6CD2E70D-4EA3-AF56-EAC3-D43A22C4DC4F}"/>
    <pc:docChg chg="modSld">
      <pc:chgData name="主査　福島 直人" userId="S::naoto_2_fukushima@ccken.onmicrosoft.com::8f548a50-3d4a-4660-b17c-82fdb2003fd5" providerId="AD" clId="Web-{6CD2E70D-4EA3-AF56-EAC3-D43A22C4DC4F}" dt="2026-02-25T10:25:31.461" v="41"/>
      <pc:docMkLst>
        <pc:docMk/>
      </pc:docMkLst>
    </pc:docChg>
  </pc:docChgLst>
  <pc:docChgLst>
    <pc:chgData name="主査　福島 直人" userId="S::naoto_2_fukushima@ccken.onmicrosoft.com::8f548a50-3d4a-4660-b17c-82fdb2003fd5" providerId="AD" clId="Web-{EB14DE7F-053A-DB3A-F7F3-3EBD47D850C4}"/>
    <pc:docChg chg="modSld">
      <pc:chgData name="主査　福島 直人" userId="S::naoto_2_fukushima@ccken.onmicrosoft.com::8f548a50-3d4a-4660-b17c-82fdb2003fd5" providerId="AD" clId="Web-{EB14DE7F-053A-DB3A-F7F3-3EBD47D850C4}" dt="2026-03-02T09:14:41.704" v="15"/>
      <pc:docMkLst>
        <pc:docMk/>
      </pc:docMkLst>
      <pc:sldChg chg="modSp">
        <pc:chgData name="主査　福島 直人" userId="S::naoto_2_fukushima@ccken.onmicrosoft.com::8f548a50-3d4a-4660-b17c-82fdb2003fd5" providerId="AD" clId="Web-{EB14DE7F-053A-DB3A-F7F3-3EBD47D850C4}" dt="2026-03-02T09:14:41.704" v="15"/>
        <pc:sldMkLst>
          <pc:docMk/>
          <pc:sldMk cId="3657850443" sldId="990"/>
        </pc:sldMkLst>
        <pc:graphicFrameChg chg="mod modGraphic">
          <ac:chgData name="主査　福島 直人" userId="S::naoto_2_fukushima@ccken.onmicrosoft.com::8f548a50-3d4a-4660-b17c-82fdb2003fd5" providerId="AD" clId="Web-{EB14DE7F-053A-DB3A-F7F3-3EBD47D850C4}" dt="2026-03-02T09:14:41.704" v="15"/>
          <ac:graphicFrameMkLst>
            <pc:docMk/>
            <pc:sldMk cId="3657850443" sldId="990"/>
            <ac:graphicFrameMk id="6" creationId="{367620EE-E62C-2BD3-41C4-3D0D9EDD4F2A}"/>
          </ac:graphicFrameMkLst>
        </pc:graphicFrameChg>
      </pc:sldChg>
    </pc:docChg>
  </pc:docChgLst>
  <pc:docChgLst>
    <pc:chgData name="masazaki yoshihiro/6201258/昌崎　良浩" userId="S::yoshihiro.masazaki.mk_mcgc.com#ext#@ccken.onmicrosoft.com::338b9127-7fcd-4e96-b095-c08a802489d5" providerId="AD" clId="Web-{5C55B3F9-4BE2-2DB8-A529-5855BE68711A}"/>
    <pc:docChg chg="addSld modSld sldOrd modSection">
      <pc:chgData name="masazaki yoshihiro/6201258/昌崎　良浩" userId="S::yoshihiro.masazaki.mk_mcgc.com#ext#@ccken.onmicrosoft.com::338b9127-7fcd-4e96-b095-c08a802489d5" providerId="AD" clId="Web-{5C55B3F9-4BE2-2DB8-A529-5855BE68711A}" dt="2026-02-13T05:05:20.794" v="442" actId="20577"/>
      <pc:docMkLst>
        <pc:docMk/>
      </pc:docMkLst>
    </pc:docChg>
  </pc:docChgLst>
  <pc:docChgLst>
    <pc:chgData name="主査　福島 直人" userId="S::naoto_2_fukushima@ccken.onmicrosoft.com::8f548a50-3d4a-4660-b17c-82fdb2003fd5" providerId="AD" clId="Web-{2B1E44B2-0CA4-CA00-BC96-FDA678FC91C8}"/>
    <pc:docChg chg="delSld modSld modSection">
      <pc:chgData name="主査　福島 直人" userId="S::naoto_2_fukushima@ccken.onmicrosoft.com::8f548a50-3d4a-4660-b17c-82fdb2003fd5" providerId="AD" clId="Web-{2B1E44B2-0CA4-CA00-BC96-FDA678FC91C8}" dt="2026-02-27T11:03:40.206" v="44" actId="14100"/>
      <pc:docMkLst>
        <pc:docMk/>
      </pc:docMkLst>
      <pc:sldChg chg="modSp">
        <pc:chgData name="主査　福島 直人" userId="S::naoto_2_fukushima@ccken.onmicrosoft.com::8f548a50-3d4a-4660-b17c-82fdb2003fd5" providerId="AD" clId="Web-{2B1E44B2-0CA4-CA00-BC96-FDA678FC91C8}" dt="2026-02-27T10:58:02.566" v="19" actId="14100"/>
        <pc:sldMkLst>
          <pc:docMk/>
          <pc:sldMk cId="1392608573" sldId="727"/>
        </pc:sldMkLst>
        <pc:spChg chg="mod">
          <ac:chgData name="主査　福島 直人" userId="S::naoto_2_fukushima@ccken.onmicrosoft.com::8f548a50-3d4a-4660-b17c-82fdb2003fd5" providerId="AD" clId="Web-{2B1E44B2-0CA4-CA00-BC96-FDA678FC91C8}" dt="2026-02-27T10:58:02.566" v="19" actId="14100"/>
          <ac:spMkLst>
            <pc:docMk/>
            <pc:sldMk cId="1392608573" sldId="727"/>
            <ac:spMk id="5" creationId="{A91FDA4D-43D0-CD1A-2F78-41AC297B4E48}"/>
          </ac:spMkLst>
        </pc:spChg>
      </pc:sldChg>
    </pc:docChg>
  </pc:docChgLst>
  <pc:docChgLst>
    <pc:chgData name="MUS情報システム　山脇 美結" userId="S::miyu.120112.pine_gmail.com#ext#@ccken.onmicrosoft.com::fd8ccd46-d71f-4364-8690-15c60a2853cf" providerId="AD" clId="Web-{4FC9D120-3F9A-04DD-63D9-07ED21BF8963}"/>
    <pc:docChg chg="modSld">
      <pc:chgData name="MUS情報システム　山脇 美結" userId="S::miyu.120112.pine_gmail.com#ext#@ccken.onmicrosoft.com::fd8ccd46-d71f-4364-8690-15c60a2853cf" providerId="AD" clId="Web-{4FC9D120-3F9A-04DD-63D9-07ED21BF8963}" dt="2026-02-05T08:23:07.698" v="17" actId="20577"/>
      <pc:docMkLst>
        <pc:docMk/>
      </pc:docMkLst>
    </pc:docChg>
  </pc:docChgLst>
  <pc:docChgLst>
    <pc:chgData name="村上　淳" userId="S::ji-murakami@ccken.onmicrosoft.com::0b8e6a16-2353-4e90-9a7d-8e4f0d078fbd" providerId="AD" clId="Web-{0206F8DD-750A-F589-7D8B-6515AD724F32}"/>
    <pc:docChg chg="modSld">
      <pc:chgData name="村上　淳" userId="S::ji-murakami@ccken.onmicrosoft.com::0b8e6a16-2353-4e90-9a7d-8e4f0d078fbd" providerId="AD" clId="Web-{0206F8DD-750A-F589-7D8B-6515AD724F32}" dt="2026-02-28T09:04:27.986" v="140" actId="20577"/>
      <pc:docMkLst>
        <pc:docMk/>
      </pc:docMkLst>
      <pc:sldChg chg="modSp">
        <pc:chgData name="村上　淳" userId="S::ji-murakami@ccken.onmicrosoft.com::0b8e6a16-2353-4e90-9a7d-8e4f0d078fbd" providerId="AD" clId="Web-{0206F8DD-750A-F589-7D8B-6515AD724F32}" dt="2026-02-28T09:03:04.423" v="122" actId="20577"/>
        <pc:sldMkLst>
          <pc:docMk/>
          <pc:sldMk cId="2585609864" sldId="805"/>
        </pc:sldMkLst>
        <pc:spChg chg="mod">
          <ac:chgData name="村上　淳" userId="S::ji-murakami@ccken.onmicrosoft.com::0b8e6a16-2353-4e90-9a7d-8e4f0d078fbd" providerId="AD" clId="Web-{0206F8DD-750A-F589-7D8B-6515AD724F32}" dt="2026-02-28T09:03:04.423" v="122" actId="20577"/>
          <ac:spMkLst>
            <pc:docMk/>
            <pc:sldMk cId="2585609864" sldId="805"/>
            <ac:spMk id="3" creationId="{38A47083-D87B-615D-0575-EC970FAD45BA}"/>
          </ac:spMkLst>
        </pc:spChg>
      </pc:sldChg>
      <pc:sldChg chg="modSp">
        <pc:chgData name="村上　淳" userId="S::ji-murakami@ccken.onmicrosoft.com::0b8e6a16-2353-4e90-9a7d-8e4f0d078fbd" providerId="AD" clId="Web-{0206F8DD-750A-F589-7D8B-6515AD724F32}" dt="2026-02-28T09:03:12.001" v="123" actId="20577"/>
        <pc:sldMkLst>
          <pc:docMk/>
          <pc:sldMk cId="3740400021" sldId="808"/>
        </pc:sldMkLst>
        <pc:spChg chg="mod">
          <ac:chgData name="村上　淳" userId="S::ji-murakami@ccken.onmicrosoft.com::0b8e6a16-2353-4e90-9a7d-8e4f0d078fbd" providerId="AD" clId="Web-{0206F8DD-750A-F589-7D8B-6515AD724F32}" dt="2026-02-28T09:03:12.001" v="123" actId="20577"/>
          <ac:spMkLst>
            <pc:docMk/>
            <pc:sldMk cId="3740400021" sldId="808"/>
            <ac:spMk id="6" creationId="{D9186B96-A807-413B-8DEB-05A0554CB10A}"/>
          </ac:spMkLst>
        </pc:spChg>
      </pc:sldChg>
      <pc:sldChg chg="modSp">
        <pc:chgData name="村上　淳" userId="S::ji-murakami@ccken.onmicrosoft.com::0b8e6a16-2353-4e90-9a7d-8e4f0d078fbd" providerId="AD" clId="Web-{0206F8DD-750A-F589-7D8B-6515AD724F32}" dt="2026-02-28T09:03:23.095" v="125" actId="20577"/>
        <pc:sldMkLst>
          <pc:docMk/>
          <pc:sldMk cId="2863564126" sldId="809"/>
        </pc:sldMkLst>
        <pc:spChg chg="mod">
          <ac:chgData name="村上　淳" userId="S::ji-murakami@ccken.onmicrosoft.com::0b8e6a16-2353-4e90-9a7d-8e4f0d078fbd" providerId="AD" clId="Web-{0206F8DD-750A-F589-7D8B-6515AD724F32}" dt="2026-02-28T09:03:23.095" v="125" actId="20577"/>
          <ac:spMkLst>
            <pc:docMk/>
            <pc:sldMk cId="2863564126" sldId="809"/>
            <ac:spMk id="7" creationId="{09087600-09AD-C2BA-E0AA-50D27F85BE7E}"/>
          </ac:spMkLst>
        </pc:spChg>
      </pc:sldChg>
      <pc:sldChg chg="modSp">
        <pc:chgData name="村上　淳" userId="S::ji-murakami@ccken.onmicrosoft.com::0b8e6a16-2353-4e90-9a7d-8e4f0d078fbd" providerId="AD" clId="Web-{0206F8DD-750A-F589-7D8B-6515AD724F32}" dt="2026-02-28T09:03:29.704" v="128" actId="20577"/>
        <pc:sldMkLst>
          <pc:docMk/>
          <pc:sldMk cId="4048481670" sldId="810"/>
        </pc:sldMkLst>
        <pc:spChg chg="mod">
          <ac:chgData name="村上　淳" userId="S::ji-murakami@ccken.onmicrosoft.com::0b8e6a16-2353-4e90-9a7d-8e4f0d078fbd" providerId="AD" clId="Web-{0206F8DD-750A-F589-7D8B-6515AD724F32}" dt="2026-02-28T09:03:29.704" v="128" actId="20577"/>
          <ac:spMkLst>
            <pc:docMk/>
            <pc:sldMk cId="4048481670" sldId="810"/>
            <ac:spMk id="4" creationId="{FD01534E-962D-6C87-3BB1-E0D20B1424CE}"/>
          </ac:spMkLst>
        </pc:spChg>
      </pc:sldChg>
      <pc:sldChg chg="modSp">
        <pc:chgData name="村上　淳" userId="S::ji-murakami@ccken.onmicrosoft.com::0b8e6a16-2353-4e90-9a7d-8e4f0d078fbd" providerId="AD" clId="Web-{0206F8DD-750A-F589-7D8B-6515AD724F32}" dt="2026-02-28T09:03:38.533" v="130" actId="20577"/>
        <pc:sldMkLst>
          <pc:docMk/>
          <pc:sldMk cId="656133690" sldId="811"/>
        </pc:sldMkLst>
        <pc:spChg chg="mod">
          <ac:chgData name="村上　淳" userId="S::ji-murakami@ccken.onmicrosoft.com::0b8e6a16-2353-4e90-9a7d-8e4f0d078fbd" providerId="AD" clId="Web-{0206F8DD-750A-F589-7D8B-6515AD724F32}" dt="2026-02-28T09:03:38.533" v="130" actId="20577"/>
          <ac:spMkLst>
            <pc:docMk/>
            <pc:sldMk cId="656133690" sldId="811"/>
            <ac:spMk id="5" creationId="{7BD63B57-DAC1-484C-715A-19514929559A}"/>
          </ac:spMkLst>
        </pc:spChg>
      </pc:sldChg>
      <pc:sldChg chg="modSp">
        <pc:chgData name="村上　淳" userId="S::ji-murakami@ccken.onmicrosoft.com::0b8e6a16-2353-4e90-9a7d-8e4f0d078fbd" providerId="AD" clId="Web-{0206F8DD-750A-F589-7D8B-6515AD724F32}" dt="2026-02-28T09:03:43.517" v="132" actId="20577"/>
        <pc:sldMkLst>
          <pc:docMk/>
          <pc:sldMk cId="3784166746" sldId="812"/>
        </pc:sldMkLst>
        <pc:spChg chg="mod">
          <ac:chgData name="村上　淳" userId="S::ji-murakami@ccken.onmicrosoft.com::0b8e6a16-2353-4e90-9a7d-8e4f0d078fbd" providerId="AD" clId="Web-{0206F8DD-750A-F589-7D8B-6515AD724F32}" dt="2026-02-28T09:03:43.517" v="132" actId="20577"/>
          <ac:spMkLst>
            <pc:docMk/>
            <pc:sldMk cId="3784166746" sldId="812"/>
            <ac:spMk id="6" creationId="{5F95E222-A27F-5ACA-87BE-D4258E2FD6B6}"/>
          </ac:spMkLst>
        </pc:spChg>
      </pc:sldChg>
      <pc:sldChg chg="modSp">
        <pc:chgData name="村上　淳" userId="S::ji-murakami@ccken.onmicrosoft.com::0b8e6a16-2353-4e90-9a7d-8e4f0d078fbd" providerId="AD" clId="Web-{0206F8DD-750A-F589-7D8B-6515AD724F32}" dt="2026-02-28T09:04:19.768" v="138" actId="20577"/>
        <pc:sldMkLst>
          <pc:docMk/>
          <pc:sldMk cId="3369189793" sldId="835"/>
        </pc:sldMkLst>
        <pc:spChg chg="mod">
          <ac:chgData name="村上　淳" userId="S::ji-murakami@ccken.onmicrosoft.com::0b8e6a16-2353-4e90-9a7d-8e4f0d078fbd" providerId="AD" clId="Web-{0206F8DD-750A-F589-7D8B-6515AD724F32}" dt="2026-02-28T09:04:19.768" v="138" actId="20577"/>
          <ac:spMkLst>
            <pc:docMk/>
            <pc:sldMk cId="3369189793" sldId="835"/>
            <ac:spMk id="3" creationId="{671E7CDD-9A99-18DD-75B4-240D33C583C8}"/>
          </ac:spMkLst>
        </pc:spChg>
        <pc:spChg chg="mod">
          <ac:chgData name="村上　淳" userId="S::ji-murakami@ccken.onmicrosoft.com::0b8e6a16-2353-4e90-9a7d-8e4f0d078fbd" providerId="AD" clId="Web-{0206F8DD-750A-F589-7D8B-6515AD724F32}" dt="2026-02-28T08:52:11.591" v="72" actId="20577"/>
          <ac:spMkLst>
            <pc:docMk/>
            <pc:sldMk cId="3369189793" sldId="835"/>
            <ac:spMk id="6" creationId="{75F1669D-1E23-4B8D-353F-737EAD5A47C4}"/>
          </ac:spMkLst>
        </pc:spChg>
      </pc:sldChg>
      <pc:sldChg chg="modSp">
        <pc:chgData name="村上　淳" userId="S::ji-murakami@ccken.onmicrosoft.com::0b8e6a16-2353-4e90-9a7d-8e4f0d078fbd" providerId="AD" clId="Web-{0206F8DD-750A-F589-7D8B-6515AD724F32}" dt="2026-02-28T09:04:27.986" v="140" actId="20577"/>
        <pc:sldMkLst>
          <pc:docMk/>
          <pc:sldMk cId="3528798614" sldId="836"/>
        </pc:sldMkLst>
        <pc:spChg chg="mod">
          <ac:chgData name="村上　淳" userId="S::ji-murakami@ccken.onmicrosoft.com::0b8e6a16-2353-4e90-9a7d-8e4f0d078fbd" providerId="AD" clId="Web-{0206F8DD-750A-F589-7D8B-6515AD724F32}" dt="2026-02-28T09:04:27.986" v="140" actId="20577"/>
          <ac:spMkLst>
            <pc:docMk/>
            <pc:sldMk cId="3528798614" sldId="836"/>
            <ac:spMk id="3" creationId="{2425939D-494E-0173-56FA-DC733890D3BE}"/>
          </ac:spMkLst>
        </pc:spChg>
        <pc:spChg chg="mod">
          <ac:chgData name="村上　淳" userId="S::ji-murakami@ccken.onmicrosoft.com::0b8e6a16-2353-4e90-9a7d-8e4f0d078fbd" providerId="AD" clId="Web-{0206F8DD-750A-F589-7D8B-6515AD724F32}" dt="2026-02-28T08:53:37.522" v="106" actId="20577"/>
          <ac:spMkLst>
            <pc:docMk/>
            <pc:sldMk cId="3528798614" sldId="836"/>
            <ac:spMk id="6" creationId="{553786E8-D865-B688-6213-795A889137E6}"/>
          </ac:spMkLst>
        </pc:spChg>
      </pc:sldChg>
      <pc:sldChg chg="modSp">
        <pc:chgData name="村上　淳" userId="S::ji-murakami@ccken.onmicrosoft.com::0b8e6a16-2353-4e90-9a7d-8e4f0d078fbd" providerId="AD" clId="Web-{0206F8DD-750A-F589-7D8B-6515AD724F32}" dt="2026-02-28T09:03:49.423" v="133" actId="20577"/>
        <pc:sldMkLst>
          <pc:docMk/>
          <pc:sldMk cId="1689093626" sldId="838"/>
        </pc:sldMkLst>
        <pc:spChg chg="mod">
          <ac:chgData name="村上　淳" userId="S::ji-murakami@ccken.onmicrosoft.com::0b8e6a16-2353-4e90-9a7d-8e4f0d078fbd" providerId="AD" clId="Web-{0206F8DD-750A-F589-7D8B-6515AD724F32}" dt="2026-02-28T09:03:49.423" v="133" actId="20577"/>
          <ac:spMkLst>
            <pc:docMk/>
            <pc:sldMk cId="1689093626" sldId="838"/>
            <ac:spMk id="6" creationId="{5F95E222-A27F-5ACA-87BE-D4258E2FD6B6}"/>
          </ac:spMkLst>
        </pc:spChg>
      </pc:sldChg>
      <pc:sldChg chg="modSp">
        <pc:chgData name="村上　淳" userId="S::ji-murakami@ccken.onmicrosoft.com::0b8e6a16-2353-4e90-9a7d-8e4f0d078fbd" providerId="AD" clId="Web-{0206F8DD-750A-F589-7D8B-6515AD724F32}" dt="2026-02-28T08:49:51.647" v="41"/>
        <pc:sldMkLst>
          <pc:docMk/>
          <pc:sldMk cId="2865370770" sldId="989"/>
        </pc:sldMkLst>
        <pc:graphicFrameChg chg="modGraphic">
          <ac:chgData name="村上　淳" userId="S::ji-murakami@ccken.onmicrosoft.com::0b8e6a16-2353-4e90-9a7d-8e4f0d078fbd" providerId="AD" clId="Web-{0206F8DD-750A-F589-7D8B-6515AD724F32}" dt="2026-02-28T08:49:51.647" v="41"/>
          <ac:graphicFrameMkLst>
            <pc:docMk/>
            <pc:sldMk cId="2865370770" sldId="989"/>
            <ac:graphicFrameMk id="6" creationId="{F6222FCF-66DE-EDE7-0FA9-2665602BD7C1}"/>
          </ac:graphicFrameMkLst>
        </pc:graphicFrameChg>
      </pc:sldChg>
      <pc:sldChg chg="addSp delSp modSp">
        <pc:chgData name="村上　淳" userId="S::ji-murakami@ccken.onmicrosoft.com::0b8e6a16-2353-4e90-9a7d-8e4f0d078fbd" providerId="AD" clId="Web-{0206F8DD-750A-F589-7D8B-6515AD724F32}" dt="2026-02-28T08:49:13.490" v="35"/>
        <pc:sldMkLst>
          <pc:docMk/>
          <pc:sldMk cId="3657850443" sldId="990"/>
        </pc:sldMkLst>
        <pc:graphicFrameChg chg="mod modGraphic">
          <ac:chgData name="村上　淳" userId="S::ji-murakami@ccken.onmicrosoft.com::0b8e6a16-2353-4e90-9a7d-8e4f0d078fbd" providerId="AD" clId="Web-{0206F8DD-750A-F589-7D8B-6515AD724F32}" dt="2026-02-28T08:49:01.224" v="31"/>
          <ac:graphicFrameMkLst>
            <pc:docMk/>
            <pc:sldMk cId="3657850443" sldId="990"/>
            <ac:graphicFrameMk id="6" creationId="{367620EE-E62C-2BD3-41C4-3D0D9EDD4F2A}"/>
          </ac:graphicFrameMkLst>
        </pc:graphicFrameChg>
      </pc:sldChg>
      <pc:sldChg chg="modSp">
        <pc:chgData name="村上　淳" userId="S::ji-murakami@ccken.onmicrosoft.com::0b8e6a16-2353-4e90-9a7d-8e4f0d078fbd" providerId="AD" clId="Web-{0206F8DD-750A-F589-7D8B-6515AD724F32}" dt="2026-02-28T09:01:16.995" v="117" actId="20577"/>
        <pc:sldMkLst>
          <pc:docMk/>
          <pc:sldMk cId="1056783319" sldId="1009"/>
        </pc:sldMkLst>
        <pc:spChg chg="mod">
          <ac:chgData name="村上　淳" userId="S::ji-murakami@ccken.onmicrosoft.com::0b8e6a16-2353-4e90-9a7d-8e4f0d078fbd" providerId="AD" clId="Web-{0206F8DD-750A-F589-7D8B-6515AD724F32}" dt="2026-02-28T09:00:27.041" v="116" actId="14100"/>
          <ac:spMkLst>
            <pc:docMk/>
            <pc:sldMk cId="1056783319" sldId="1009"/>
            <ac:spMk id="23" creationId="{6740960A-A474-F67E-5A30-FA88F3867E67}"/>
          </ac:spMkLst>
        </pc:spChg>
        <pc:spChg chg="mod">
          <ac:chgData name="村上　淳" userId="S::ji-murakami@ccken.onmicrosoft.com::0b8e6a16-2353-4e90-9a7d-8e4f0d078fbd" providerId="AD" clId="Web-{0206F8DD-750A-F589-7D8B-6515AD724F32}" dt="2026-02-28T09:01:16.995" v="117" actId="20577"/>
          <ac:spMkLst>
            <pc:docMk/>
            <pc:sldMk cId="1056783319" sldId="1009"/>
            <ac:spMk id="25" creationId="{B6A3789C-38AC-3CF0-FB68-DAF757916C44}"/>
          </ac:spMkLst>
        </pc:spChg>
      </pc:sldChg>
    </pc:docChg>
  </pc:docChgLst>
  <pc:docChgLst>
    <pc:chgData name="masazaki yoshihiro/6201258/昌崎　良浩" userId="S::yoshihiro.masazaki.mk_mcgc.com#ext#@ccken.onmicrosoft.com::338b9127-7fcd-4e96-b095-c08a802489d5" providerId="AD" clId="Web-{C49A3AD7-6BAA-2813-4CF0-D809AD933A0D}"/>
    <pc:docChg chg="modSld">
      <pc:chgData name="masazaki yoshihiro/6201258/昌崎　良浩" userId="S::yoshihiro.masazaki.mk_mcgc.com#ext#@ccken.onmicrosoft.com::338b9127-7fcd-4e96-b095-c08a802489d5" providerId="AD" clId="Web-{C49A3AD7-6BAA-2813-4CF0-D809AD933A0D}" dt="2026-02-06T04:01:49.533" v="5"/>
      <pc:docMkLst>
        <pc:docMk/>
      </pc:docMkLst>
    </pc:docChg>
  </pc:docChgLst>
  <pc:docChgLst>
    <pc:chgData name="主査　福島 直人" userId="S::naoto_2_fukushima@ccken.onmicrosoft.com::8f548a50-3d4a-4660-b17c-82fdb2003fd5" providerId="AD" clId="Web-{FC093C35-9DEE-ADE2-B9EF-E702FAA6ED6F}"/>
    <pc:docChg chg="modSld">
      <pc:chgData name="主査　福島 直人" userId="S::naoto_2_fukushima@ccken.onmicrosoft.com::8f548a50-3d4a-4660-b17c-82fdb2003fd5" providerId="AD" clId="Web-{FC093C35-9DEE-ADE2-B9EF-E702FAA6ED6F}" dt="2026-02-26T14:08:20.126" v="6" actId="1076"/>
      <pc:docMkLst>
        <pc:docMk/>
      </pc:docMkLst>
    </pc:docChg>
  </pc:docChgLst>
  <pc:docChgLst>
    <pc:chgData name="鈴木　杏優 / Suzuki, Ayu" userId="6fe1cced-33cb-43dc-ac11-261a0a1f85e2" providerId="ADAL" clId="{15B63D10-CE42-4B77-AFAA-83EFBD3109CB}"/>
    <pc:docChg chg="modSld">
      <pc:chgData name="鈴木　杏優 / Suzuki, Ayu" userId="6fe1cced-33cb-43dc-ac11-261a0a1f85e2" providerId="ADAL" clId="{15B63D10-CE42-4B77-AFAA-83EFBD3109CB}" dt="2026-02-12T08:04:29.824" v="562" actId="20577"/>
      <pc:docMkLst>
        <pc:docMk/>
      </pc:docMkLst>
    </pc:docChg>
  </pc:docChgLst>
  <pc:docChgLst>
    <pc:chgData name="masazaki yoshihiro/6201258/昌崎　良浩" userId="S::yoshihiro.masazaki.mk_mcgc.com#ext#@ccken.onmicrosoft.com::338b9127-7fcd-4e96-b095-c08a802489d5" providerId="AD" clId="Web-{8D911D70-489E-CCEB-19A9-A32951C71FA8}"/>
    <pc:docChg chg="modSld">
      <pc:chgData name="masazaki yoshihiro/6201258/昌崎　良浩" userId="S::yoshihiro.masazaki.mk_mcgc.com#ext#@ccken.onmicrosoft.com::338b9127-7fcd-4e96-b095-c08a802489d5" providerId="AD" clId="Web-{8D911D70-489E-CCEB-19A9-A32951C71FA8}" dt="2026-02-23T23:44:44.886" v="2"/>
      <pc:docMkLst>
        <pc:docMk/>
      </pc:docMkLst>
    </pc:docChg>
  </pc:docChgLst>
  <pc:docChgLst>
    <pc:chgData name="三菱UFJ信託銀行　網野 智仁" userId="S::tomohito_amino@ccken.onmicrosoft.com::f8474316-ab6c-4136-bc0a-a68b4c48cb80" providerId="AD" clId="Web-{313C5D48-B270-1EB3-5711-00C0D0195707}"/>
    <pc:docChg chg="modSld">
      <pc:chgData name="三菱UFJ信託銀行　網野 智仁" userId="S::tomohito_amino@ccken.onmicrosoft.com::f8474316-ab6c-4136-bc0a-a68b4c48cb80" providerId="AD" clId="Web-{313C5D48-B270-1EB3-5711-00C0D0195707}" dt="2026-02-26T21:05:10.297" v="61" actId="20577"/>
      <pc:docMkLst>
        <pc:docMk/>
      </pc:docMkLst>
      <pc:sldChg chg="modSp">
        <pc:chgData name="三菱UFJ信託銀行　網野 智仁" userId="S::tomohito_amino@ccken.onmicrosoft.com::f8474316-ab6c-4136-bc0a-a68b4c48cb80" providerId="AD" clId="Web-{313C5D48-B270-1EB3-5711-00C0D0195707}" dt="2026-02-26T21:02:13.733" v="42" actId="20577"/>
        <pc:sldMkLst>
          <pc:docMk/>
          <pc:sldMk cId="865026807" sldId="1010"/>
        </pc:sldMkLst>
        <pc:spChg chg="mod">
          <ac:chgData name="三菱UFJ信託銀行　網野 智仁" userId="S::tomohito_amino@ccken.onmicrosoft.com::f8474316-ab6c-4136-bc0a-a68b4c48cb80" providerId="AD" clId="Web-{313C5D48-B270-1EB3-5711-00C0D0195707}" dt="2026-02-26T20:59:11.027" v="23" actId="20577"/>
          <ac:spMkLst>
            <pc:docMk/>
            <pc:sldMk cId="865026807" sldId="1010"/>
            <ac:spMk id="14" creationId="{AFBA9317-3702-693B-E3DC-48EF94B07BAB}"/>
          </ac:spMkLst>
        </pc:spChg>
        <pc:spChg chg="mod">
          <ac:chgData name="三菱UFJ信託銀行　網野 智仁" userId="S::tomohito_amino@ccken.onmicrosoft.com::f8474316-ab6c-4136-bc0a-a68b4c48cb80" providerId="AD" clId="Web-{313C5D48-B270-1EB3-5711-00C0D0195707}" dt="2026-02-26T21:02:13.733" v="42" actId="20577"/>
          <ac:spMkLst>
            <pc:docMk/>
            <pc:sldMk cId="865026807" sldId="1010"/>
            <ac:spMk id="25" creationId="{D030D5E2-5076-2CF4-D9EF-FBD0C0C4CD59}"/>
          </ac:spMkLst>
        </pc:spChg>
      </pc:sldChg>
      <pc:sldChg chg="modSp">
        <pc:chgData name="三菱UFJ信託銀行　網野 智仁" userId="S::tomohito_amino@ccken.onmicrosoft.com::f8474316-ab6c-4136-bc0a-a68b4c48cb80" providerId="AD" clId="Web-{313C5D48-B270-1EB3-5711-00C0D0195707}" dt="2026-02-26T21:05:10.297" v="61" actId="20577"/>
        <pc:sldMkLst>
          <pc:docMk/>
          <pc:sldMk cId="3418834785" sldId="1011"/>
        </pc:sldMkLst>
        <pc:spChg chg="mod">
          <ac:chgData name="三菱UFJ信託銀行　網野 智仁" userId="S::tomohito_amino@ccken.onmicrosoft.com::f8474316-ab6c-4136-bc0a-a68b4c48cb80" providerId="AD" clId="Web-{313C5D48-B270-1EB3-5711-00C0D0195707}" dt="2026-02-26T21:05:10.297" v="61" actId="20577"/>
          <ac:spMkLst>
            <pc:docMk/>
            <pc:sldMk cId="3418834785" sldId="1011"/>
            <ac:spMk id="14" creationId="{402CB6AF-B85F-5109-5FBA-7EDDBFB63B63}"/>
          </ac:spMkLst>
        </pc:spChg>
      </pc:sldChg>
    </pc:docChg>
  </pc:docChgLst>
  <pc:docChgLst>
    <pc:chgData name="masazaki yoshihiro/6201258/昌崎　良浩" userId="S::yoshihiro.masazaki.mk_mcgc.com#ext#@ccken.onmicrosoft.com::338b9127-7fcd-4e96-b095-c08a802489d5" providerId="AD" clId="Web-{09149216-F1E5-1AEA-E4A3-FCA761E4394D}"/>
    <pc:docChg chg="modSld">
      <pc:chgData name="masazaki yoshihiro/6201258/昌崎　良浩" userId="S::yoshihiro.masazaki.mk_mcgc.com#ext#@ccken.onmicrosoft.com::338b9127-7fcd-4e96-b095-c08a802489d5" providerId="AD" clId="Web-{09149216-F1E5-1AEA-E4A3-FCA761E4394D}" dt="2026-02-11T23:50:08.880" v="12"/>
      <pc:docMkLst>
        <pc:docMk/>
      </pc:docMkLst>
    </pc:docChg>
  </pc:docChgLst>
  <pc:docChgLst>
    <pc:chgData name="主査　福島 直人" userId="S::naoto_2_fukushima@ccken.onmicrosoft.com::8f548a50-3d4a-4660-b17c-82fdb2003fd5" providerId="AD" clId="Web-{CE1252E4-C739-0203-03F0-97DD204F85FC}"/>
    <pc:docChg chg="modSld">
      <pc:chgData name="主査　福島 直人" userId="S::naoto_2_fukushima@ccken.onmicrosoft.com::8f548a50-3d4a-4660-b17c-82fdb2003fd5" providerId="AD" clId="Web-{CE1252E4-C739-0203-03F0-97DD204F85FC}" dt="2026-02-27T02:26:50.322" v="6" actId="20577"/>
      <pc:docMkLst>
        <pc:docMk/>
      </pc:docMkLst>
    </pc:docChg>
  </pc:docChgLst>
  <pc:docChgLst>
    <pc:chgData name="ono kanta/0888989/小野　幹太" userId="S::kanta.ono.ma_mcgc.com#ext#@ccken.onmicrosoft.com::dfbd62e6-aad9-430f-8c23-c5eb0da84986" providerId="AD" clId="Web-{ECCE1972-2F71-DAB9-5E28-52BCE1C53860}"/>
    <pc:docChg chg="modSld">
      <pc:chgData name="ono kanta/0888989/小野　幹太" userId="S::kanta.ono.ma_mcgc.com#ext#@ccken.onmicrosoft.com::dfbd62e6-aad9-430f-8c23-c5eb0da84986" providerId="AD" clId="Web-{ECCE1972-2F71-DAB9-5E28-52BCE1C53860}" dt="2026-02-13T05:14:46.872" v="325"/>
      <pc:docMkLst>
        <pc:docMk/>
      </pc:docMkLst>
    </pc:docChg>
  </pc:docChgLst>
  <pc:docChgLst>
    <pc:chgData name="masazaki yoshihiro/6201258/昌崎　良浩" userId="S::yoshihiro.masazaki.mk_mcgc.com#ext#@ccken.onmicrosoft.com::338b9127-7fcd-4e96-b095-c08a802489d5" providerId="AD" clId="Web-{E5C814B2-F21D-43DE-C1A0-13CB1C4A9ACA}"/>
    <pc:docChg chg="delSld modSld modSection">
      <pc:chgData name="masazaki yoshihiro/6201258/昌崎　良浩" userId="S::yoshihiro.masazaki.mk_mcgc.com#ext#@ccken.onmicrosoft.com::338b9127-7fcd-4e96-b095-c08a802489d5" providerId="AD" clId="Web-{E5C814B2-F21D-43DE-C1A0-13CB1C4A9ACA}" dt="2026-02-13T00:50:49.448" v="1085"/>
      <pc:docMkLst>
        <pc:docMk/>
      </pc:docMkLst>
    </pc:docChg>
  </pc:docChgLst>
  <pc:docChgLst>
    <pc:chgData name="MUIT　土屋 遼太郎" userId="S::ryoukunjajaan4127_gmail.com#ext#@ccken.onmicrosoft.com::fd1358ce-a2d5-4118-97fd-140e7e3174f1" providerId="AD" clId="Web-{6A6AE7B6-6B83-8E6A-21E8-16A96DC7EF47}"/>
    <pc:docChg chg="modSld">
      <pc:chgData name="MUIT　土屋 遼太郎" userId="S::ryoukunjajaan4127_gmail.com#ext#@ccken.onmicrosoft.com::fd1358ce-a2d5-4118-97fd-140e7e3174f1" providerId="AD" clId="Web-{6A6AE7B6-6B83-8E6A-21E8-16A96DC7EF47}" dt="2026-02-05T07:29:16.048" v="1" actId="20577"/>
      <pc:docMkLst>
        <pc:docMk/>
      </pc:docMkLst>
    </pc:docChg>
  </pc:docChgLst>
  <pc:docChgLst>
    <pc:chgData name="主査　福島 直人" userId="S::naoto_2_fukushima@ccken.onmicrosoft.com::8f548a50-3d4a-4660-b17c-82fdb2003fd5" providerId="AD" clId="Web-{49EE4CF9-D520-C73F-F3B3-277580B65366}"/>
    <pc:docChg chg="modSld">
      <pc:chgData name="主査　福島 直人" userId="S::naoto_2_fukushima@ccken.onmicrosoft.com::8f548a50-3d4a-4660-b17c-82fdb2003fd5" providerId="AD" clId="Web-{49EE4CF9-D520-C73F-F3B3-277580B65366}" dt="2026-03-04T06:26:49.699" v="11" actId="20577"/>
      <pc:docMkLst>
        <pc:docMk/>
      </pc:docMkLst>
      <pc:sldChg chg="modSp">
        <pc:chgData name="主査　福島 直人" userId="S::naoto_2_fukushima@ccken.onmicrosoft.com::8f548a50-3d4a-4660-b17c-82fdb2003fd5" providerId="AD" clId="Web-{49EE4CF9-D520-C73F-F3B3-277580B65366}" dt="2026-03-04T06:26:49.699" v="11" actId="20577"/>
        <pc:sldMkLst>
          <pc:docMk/>
          <pc:sldMk cId="3496318797" sldId="954"/>
        </pc:sldMkLst>
        <pc:spChg chg="mod">
          <ac:chgData name="主査　福島 直人" userId="S::naoto_2_fukushima@ccken.onmicrosoft.com::8f548a50-3d4a-4660-b17c-82fdb2003fd5" providerId="AD" clId="Web-{49EE4CF9-D520-C73F-F3B3-277580B65366}" dt="2026-03-04T06:26:49.699" v="11" actId="20577"/>
          <ac:spMkLst>
            <pc:docMk/>
            <pc:sldMk cId="3496318797" sldId="954"/>
            <ac:spMk id="7" creationId="{89C3D854-2702-D056-9B3F-05856295BA9A}"/>
          </ac:spMkLst>
        </pc:spChg>
      </pc:sldChg>
      <pc:sldChg chg="modSp">
        <pc:chgData name="主査　福島 直人" userId="S::naoto_2_fukushima@ccken.onmicrosoft.com::8f548a50-3d4a-4660-b17c-82fdb2003fd5" providerId="AD" clId="Web-{49EE4CF9-D520-C73F-F3B3-277580B65366}" dt="2026-03-04T01:52:59.585" v="1" actId="20577"/>
        <pc:sldMkLst>
          <pc:docMk/>
          <pc:sldMk cId="1984299581" sldId="957"/>
        </pc:sldMkLst>
        <pc:spChg chg="mod">
          <ac:chgData name="主査　福島 直人" userId="S::naoto_2_fukushima@ccken.onmicrosoft.com::8f548a50-3d4a-4660-b17c-82fdb2003fd5" providerId="AD" clId="Web-{49EE4CF9-D520-C73F-F3B3-277580B65366}" dt="2026-03-04T01:52:59.585" v="1" actId="20577"/>
          <ac:spMkLst>
            <pc:docMk/>
            <pc:sldMk cId="1984299581" sldId="957"/>
            <ac:spMk id="5" creationId="{2491688E-BA8B-BC2D-B706-CD9B6F9D860D}"/>
          </ac:spMkLst>
        </pc:spChg>
      </pc:sldChg>
      <pc:sldChg chg="modSp">
        <pc:chgData name="主査　福島 直人" userId="S::naoto_2_fukushima@ccken.onmicrosoft.com::8f548a50-3d4a-4660-b17c-82fdb2003fd5" providerId="AD" clId="Web-{49EE4CF9-D520-C73F-F3B3-277580B65366}" dt="2026-03-04T04:31:44.760" v="9" actId="20577"/>
        <pc:sldMkLst>
          <pc:docMk/>
          <pc:sldMk cId="433359686" sldId="1008"/>
        </pc:sldMkLst>
        <pc:spChg chg="mod">
          <ac:chgData name="主査　福島 直人" userId="S::naoto_2_fukushima@ccken.onmicrosoft.com::8f548a50-3d4a-4660-b17c-82fdb2003fd5" providerId="AD" clId="Web-{49EE4CF9-D520-C73F-F3B3-277580B65366}" dt="2026-03-04T04:31:44.760" v="9" actId="20577"/>
          <ac:spMkLst>
            <pc:docMk/>
            <pc:sldMk cId="433359686" sldId="1008"/>
            <ac:spMk id="104" creationId="{F40619A9-38FB-E22D-EC35-0EB32F5F3498}"/>
          </ac:spMkLst>
        </pc:spChg>
      </pc:sldChg>
    </pc:docChg>
  </pc:docChgLst>
  <pc:docChgLst>
    <pc:chgData name="主査　福島 直人" userId="S::naoto_2_fukushima@ccken.onmicrosoft.com::8f548a50-3d4a-4660-b17c-82fdb2003fd5" providerId="AD" clId="Web-{5A68E900-42FC-4919-15F8-A9037C3B6970}"/>
    <pc:docChg chg="modSld">
      <pc:chgData name="主査　福島 直人" userId="S::naoto_2_fukushima@ccken.onmicrosoft.com::8f548a50-3d4a-4660-b17c-82fdb2003fd5" providerId="AD" clId="Web-{5A68E900-42FC-4919-15F8-A9037C3B6970}" dt="2026-02-27T15:10:28.552" v="128" actId="20577"/>
      <pc:docMkLst>
        <pc:docMk/>
      </pc:docMkLst>
      <pc:sldChg chg="modSp">
        <pc:chgData name="主査　福島 直人" userId="S::naoto_2_fukushima@ccken.onmicrosoft.com::8f548a50-3d4a-4660-b17c-82fdb2003fd5" providerId="AD" clId="Web-{5A68E900-42FC-4919-15F8-A9037C3B6970}" dt="2026-02-27T14:55:11.536" v="1" actId="20577"/>
        <pc:sldMkLst>
          <pc:docMk/>
          <pc:sldMk cId="20629679" sldId="955"/>
        </pc:sldMkLst>
        <pc:spChg chg="mod">
          <ac:chgData name="主査　福島 直人" userId="S::naoto_2_fukushima@ccken.onmicrosoft.com::8f548a50-3d4a-4660-b17c-82fdb2003fd5" providerId="AD" clId="Web-{5A68E900-42FC-4919-15F8-A9037C3B6970}" dt="2026-02-27T14:55:11.536" v="1" actId="20577"/>
          <ac:spMkLst>
            <pc:docMk/>
            <pc:sldMk cId="20629679" sldId="955"/>
            <ac:spMk id="44" creationId="{B6A7D924-5A65-0BCB-27C7-03FDF840D74B}"/>
          </ac:spMkLst>
        </pc:spChg>
      </pc:sldChg>
      <pc:sldChg chg="modSp">
        <pc:chgData name="主査　福島 直人" userId="S::naoto_2_fukushima@ccken.onmicrosoft.com::8f548a50-3d4a-4660-b17c-82fdb2003fd5" providerId="AD" clId="Web-{5A68E900-42FC-4919-15F8-A9037C3B6970}" dt="2026-02-27T14:57:45.104" v="17" actId="20577"/>
        <pc:sldMkLst>
          <pc:docMk/>
          <pc:sldMk cId="2802704857" sldId="956"/>
        </pc:sldMkLst>
        <pc:spChg chg="mod">
          <ac:chgData name="主査　福島 直人" userId="S::naoto_2_fukushima@ccken.onmicrosoft.com::8f548a50-3d4a-4660-b17c-82fdb2003fd5" providerId="AD" clId="Web-{5A68E900-42FC-4919-15F8-A9037C3B6970}" dt="2026-02-27T14:57:45.104" v="17" actId="20577"/>
          <ac:spMkLst>
            <pc:docMk/>
            <pc:sldMk cId="2802704857" sldId="956"/>
            <ac:spMk id="44" creationId="{197CAABA-809F-ABF9-96BD-0E89B70DC76E}"/>
          </ac:spMkLst>
        </pc:spChg>
      </pc:sldChg>
    </pc:docChg>
  </pc:docChgLst>
  <pc:docChgLst>
    <pc:chgData name="明治安田　荻野 純平" userId="S::jy-ogino@ccken.onmicrosoft.com::27cba3d8-e4d3-428c-9353-43187c47438c" providerId="AD" clId="Web-{34A585A1-7C62-53BB-D53E-13DF0CB21B01}"/>
    <pc:docChg chg="delSld modSld modSection">
      <pc:chgData name="明治安田　荻野 純平" userId="S::jy-ogino@ccken.onmicrosoft.com::27cba3d8-e4d3-428c-9353-43187c47438c" providerId="AD" clId="Web-{34A585A1-7C62-53BB-D53E-13DF0CB21B01}" dt="2026-02-19T05:00:54.204" v="297" actId="20577"/>
      <pc:docMkLst>
        <pc:docMk/>
      </pc:docMkLst>
    </pc:docChg>
  </pc:docChgLst>
  <pc:docChgLst>
    <pc:chgData name="主査　福島 直人" userId="S::naoto_2_fukushima@ccken.onmicrosoft.com::8f548a50-3d4a-4660-b17c-82fdb2003fd5" providerId="AD" clId="Web-{907E5F60-CB2A-B8A8-9DB1-D4D0D6735159}"/>
    <pc:docChg chg="addSld delSld modSld modSection">
      <pc:chgData name="主査　福島 直人" userId="S::naoto_2_fukushima@ccken.onmicrosoft.com::8f548a50-3d4a-4660-b17c-82fdb2003fd5" providerId="AD" clId="Web-{907E5F60-CB2A-B8A8-9DB1-D4D0D6735159}" dt="2026-02-27T14:35:29.671" v="690" actId="14100"/>
      <pc:docMkLst>
        <pc:docMk/>
      </pc:docMkLst>
      <pc:sldChg chg="addSp delSp modSp">
        <pc:chgData name="主査　福島 直人" userId="S::naoto_2_fukushima@ccken.onmicrosoft.com::8f548a50-3d4a-4660-b17c-82fdb2003fd5" providerId="AD" clId="Web-{907E5F60-CB2A-B8A8-9DB1-D4D0D6735159}" dt="2026-02-27T14:28:00.736" v="647"/>
        <pc:sldMkLst>
          <pc:docMk/>
          <pc:sldMk cId="785633465" sldId="851"/>
        </pc:sldMkLst>
      </pc:sldChg>
      <pc:sldChg chg="modSp">
        <pc:chgData name="主査　福島 直人" userId="S::naoto_2_fukushima@ccken.onmicrosoft.com::8f548a50-3d4a-4660-b17c-82fdb2003fd5" providerId="AD" clId="Web-{907E5F60-CB2A-B8A8-9DB1-D4D0D6735159}" dt="2026-02-27T14:09:07.854" v="543" actId="20577"/>
        <pc:sldMkLst>
          <pc:docMk/>
          <pc:sldMk cId="20629679" sldId="955"/>
        </pc:sldMkLst>
        <pc:spChg chg="mod">
          <ac:chgData name="主査　福島 直人" userId="S::naoto_2_fukushima@ccken.onmicrosoft.com::8f548a50-3d4a-4660-b17c-82fdb2003fd5" providerId="AD" clId="Web-{907E5F60-CB2A-B8A8-9DB1-D4D0D6735159}" dt="2026-02-27T13:10:38.909" v="196" actId="20577"/>
          <ac:spMkLst>
            <pc:docMk/>
            <pc:sldMk cId="20629679" sldId="955"/>
            <ac:spMk id="3" creationId="{9DB45F81-630E-A446-692C-D391FBBD6474}"/>
          </ac:spMkLst>
        </pc:spChg>
        <pc:spChg chg="mod">
          <ac:chgData name="主査　福島 直人" userId="S::naoto_2_fukushima@ccken.onmicrosoft.com::8f548a50-3d4a-4660-b17c-82fdb2003fd5" providerId="AD" clId="Web-{907E5F60-CB2A-B8A8-9DB1-D4D0D6735159}" dt="2026-02-27T14:04:01.160" v="519" actId="20577"/>
          <ac:spMkLst>
            <pc:docMk/>
            <pc:sldMk cId="20629679" sldId="955"/>
            <ac:spMk id="5" creationId="{3E8D3B7C-E884-C22A-9ADF-4BE38B496EEE}"/>
          </ac:spMkLst>
        </pc:spChg>
        <pc:spChg chg="mod">
          <ac:chgData name="主査　福島 直人" userId="S::naoto_2_fukushima@ccken.onmicrosoft.com::8f548a50-3d4a-4660-b17c-82fdb2003fd5" providerId="AD" clId="Web-{907E5F60-CB2A-B8A8-9DB1-D4D0D6735159}" dt="2026-02-27T13:50:17.655" v="488"/>
          <ac:spMkLst>
            <pc:docMk/>
            <pc:sldMk cId="20629679" sldId="955"/>
            <ac:spMk id="10" creationId="{9B89850A-3287-FDEA-CE49-63CA9E938937}"/>
          </ac:spMkLst>
        </pc:spChg>
        <pc:spChg chg="mod">
          <ac:chgData name="主査　福島 直人" userId="S::naoto_2_fukushima@ccken.onmicrosoft.com::8f548a50-3d4a-4660-b17c-82fdb2003fd5" providerId="AD" clId="Web-{907E5F60-CB2A-B8A8-9DB1-D4D0D6735159}" dt="2026-02-27T13:50:21.905" v="489"/>
          <ac:spMkLst>
            <pc:docMk/>
            <pc:sldMk cId="20629679" sldId="955"/>
            <ac:spMk id="21" creationId="{22CF788E-ECE9-6A1D-4461-DD333771C24E}"/>
          </ac:spMkLst>
        </pc:spChg>
        <pc:spChg chg="mod">
          <ac:chgData name="主査　福島 直人" userId="S::naoto_2_fukushima@ccken.onmicrosoft.com::8f548a50-3d4a-4660-b17c-82fdb2003fd5" providerId="AD" clId="Web-{907E5F60-CB2A-B8A8-9DB1-D4D0D6735159}" dt="2026-02-27T13:50:26.014" v="490"/>
          <ac:spMkLst>
            <pc:docMk/>
            <pc:sldMk cId="20629679" sldId="955"/>
            <ac:spMk id="26" creationId="{57FE69C3-12C0-75C3-09F2-F2464F370246}"/>
          </ac:spMkLst>
        </pc:spChg>
        <pc:spChg chg="mod">
          <ac:chgData name="主査　福島 直人" userId="S::naoto_2_fukushima@ccken.onmicrosoft.com::8f548a50-3d4a-4660-b17c-82fdb2003fd5" providerId="AD" clId="Web-{907E5F60-CB2A-B8A8-9DB1-D4D0D6735159}" dt="2026-02-27T13:50:29.108" v="491"/>
          <ac:spMkLst>
            <pc:docMk/>
            <pc:sldMk cId="20629679" sldId="955"/>
            <ac:spMk id="31" creationId="{9159CA19-C158-05BA-5F48-7F90FB36C5EA}"/>
          </ac:spMkLst>
        </pc:spChg>
        <pc:spChg chg="mod">
          <ac:chgData name="主査　福島 直人" userId="S::naoto_2_fukushima@ccken.onmicrosoft.com::8f548a50-3d4a-4660-b17c-82fdb2003fd5" providerId="AD" clId="Web-{907E5F60-CB2A-B8A8-9DB1-D4D0D6735159}" dt="2026-02-27T13:50:31.327" v="492"/>
          <ac:spMkLst>
            <pc:docMk/>
            <pc:sldMk cId="20629679" sldId="955"/>
            <ac:spMk id="36" creationId="{B79584A2-0B83-E3B7-B563-627D621BF461}"/>
          </ac:spMkLst>
        </pc:spChg>
        <pc:spChg chg="mod">
          <ac:chgData name="主査　福島 直人" userId="S::naoto_2_fukushima@ccken.onmicrosoft.com::8f548a50-3d4a-4660-b17c-82fdb2003fd5" providerId="AD" clId="Web-{907E5F60-CB2A-B8A8-9DB1-D4D0D6735159}" dt="2026-02-27T14:09:07.854" v="543" actId="20577"/>
          <ac:spMkLst>
            <pc:docMk/>
            <pc:sldMk cId="20629679" sldId="955"/>
            <ac:spMk id="44" creationId="{B6A7D924-5A65-0BCB-27C7-03FDF840D74B}"/>
          </ac:spMkLst>
        </pc:spChg>
        <pc:cxnChg chg="mod">
          <ac:chgData name="主査　福島 直人" userId="S::naoto_2_fukushima@ccken.onmicrosoft.com::8f548a50-3d4a-4660-b17c-82fdb2003fd5" providerId="AD" clId="Web-{907E5F60-CB2A-B8A8-9DB1-D4D0D6735159}" dt="2026-02-27T14:04:20.238" v="520" actId="1076"/>
          <ac:cxnSpMkLst>
            <pc:docMk/>
            <pc:sldMk cId="20629679" sldId="955"/>
            <ac:cxnSpMk id="32" creationId="{986F2F92-87F2-0DD4-A402-9AEFB7F91DD1}"/>
          </ac:cxnSpMkLst>
        </pc:cxnChg>
      </pc:sldChg>
      <pc:sldChg chg="modSp">
        <pc:chgData name="主査　福島 直人" userId="S::naoto_2_fukushima@ccken.onmicrosoft.com::8f548a50-3d4a-4660-b17c-82fdb2003fd5" providerId="AD" clId="Web-{907E5F60-CB2A-B8A8-9DB1-D4D0D6735159}" dt="2026-02-27T14:07:47.427" v="540" actId="20577"/>
        <pc:sldMkLst>
          <pc:docMk/>
          <pc:sldMk cId="1984299581" sldId="957"/>
        </pc:sldMkLst>
        <pc:spChg chg="mod">
          <ac:chgData name="主査　福島 直人" userId="S::naoto_2_fukushima@ccken.onmicrosoft.com::8f548a50-3d4a-4660-b17c-82fdb2003fd5" providerId="AD" clId="Web-{907E5F60-CB2A-B8A8-9DB1-D4D0D6735159}" dt="2026-02-27T13:34:30.924" v="387" actId="20577"/>
          <ac:spMkLst>
            <pc:docMk/>
            <pc:sldMk cId="1984299581" sldId="957"/>
            <ac:spMk id="3" creationId="{EAC49576-0887-8C15-EC72-A77AC96F8910}"/>
          </ac:spMkLst>
        </pc:spChg>
        <pc:spChg chg="mod">
          <ac:chgData name="主査　福島 直人" userId="S::naoto_2_fukushima@ccken.onmicrosoft.com::8f548a50-3d4a-4660-b17c-82fdb2003fd5" providerId="AD" clId="Web-{907E5F60-CB2A-B8A8-9DB1-D4D0D6735159}" dt="2026-02-27T14:07:47.427" v="540" actId="20577"/>
          <ac:spMkLst>
            <pc:docMk/>
            <pc:sldMk cId="1984299581" sldId="957"/>
            <ac:spMk id="5" creationId="{2491688E-BA8B-BC2D-B706-CD9B6F9D860D}"/>
          </ac:spMkLst>
        </pc:spChg>
        <pc:spChg chg="mod">
          <ac:chgData name="主査　福島 直人" userId="S::naoto_2_fukushima@ccken.onmicrosoft.com::8f548a50-3d4a-4660-b17c-82fdb2003fd5" providerId="AD" clId="Web-{907E5F60-CB2A-B8A8-9DB1-D4D0D6735159}" dt="2026-02-27T13:42:32.666" v="428" actId="1076"/>
          <ac:spMkLst>
            <pc:docMk/>
            <pc:sldMk cId="1984299581" sldId="957"/>
            <ac:spMk id="46" creationId="{07FDB4FE-420E-A65B-0BB2-49348B581809}"/>
          </ac:spMkLst>
        </pc:spChg>
        <pc:grpChg chg="mod">
          <ac:chgData name="主査　福島 直人" userId="S::naoto_2_fukushima@ccken.onmicrosoft.com::8f548a50-3d4a-4660-b17c-82fdb2003fd5" providerId="AD" clId="Web-{907E5F60-CB2A-B8A8-9DB1-D4D0D6735159}" dt="2026-02-27T13:42:13.728" v="426" actId="1076"/>
          <ac:grpSpMkLst>
            <pc:docMk/>
            <pc:sldMk cId="1984299581" sldId="957"/>
            <ac:grpSpMk id="10" creationId="{5A02483C-0959-ACA4-5E9E-17C9A4AB63D7}"/>
          </ac:grpSpMkLst>
        </pc:grpChg>
        <pc:picChg chg="mod">
          <ac:chgData name="主査　福島 直人" userId="S::naoto_2_fukushima@ccken.onmicrosoft.com::8f548a50-3d4a-4660-b17c-82fdb2003fd5" providerId="AD" clId="Web-{907E5F60-CB2A-B8A8-9DB1-D4D0D6735159}" dt="2026-02-27T13:41:16.492" v="417" actId="1076"/>
          <ac:picMkLst>
            <pc:docMk/>
            <pc:sldMk cId="1984299581" sldId="957"/>
            <ac:picMk id="40" creationId="{00055436-3B62-C76E-5A40-55D4E06B416C}"/>
          </ac:picMkLst>
        </pc:picChg>
      </pc:sldChg>
      <pc:sldChg chg="addSp delSp modSp">
        <pc:chgData name="主査　福島 直人" userId="S::naoto_2_fukushima@ccken.onmicrosoft.com::8f548a50-3d4a-4660-b17c-82fdb2003fd5" providerId="AD" clId="Web-{907E5F60-CB2A-B8A8-9DB1-D4D0D6735159}" dt="2026-02-27T14:30:05.613" v="657" actId="20577"/>
        <pc:sldMkLst>
          <pc:docMk/>
          <pc:sldMk cId="2575810299" sldId="958"/>
        </pc:sldMkLst>
        <pc:spChg chg="add mod">
          <ac:chgData name="主査　福島 直人" userId="S::naoto_2_fukushima@ccken.onmicrosoft.com::8f548a50-3d4a-4660-b17c-82fdb2003fd5" providerId="AD" clId="Web-{907E5F60-CB2A-B8A8-9DB1-D4D0D6735159}" dt="2026-02-27T13:48:32.342" v="479" actId="14100"/>
          <ac:spMkLst>
            <pc:docMk/>
            <pc:sldMk cId="2575810299" sldId="958"/>
            <ac:spMk id="4" creationId="{D75B16F5-6B48-B7B9-CAEF-2389F7087286}"/>
          </ac:spMkLst>
        </pc:spChg>
        <pc:spChg chg="mod">
          <ac:chgData name="主査　福島 直人" userId="S::naoto_2_fukushima@ccken.onmicrosoft.com::8f548a50-3d4a-4660-b17c-82fdb2003fd5" providerId="AD" clId="Web-{907E5F60-CB2A-B8A8-9DB1-D4D0D6735159}" dt="2026-02-27T13:45:17.136" v="436" actId="20577"/>
          <ac:spMkLst>
            <pc:docMk/>
            <pc:sldMk cId="2575810299" sldId="958"/>
            <ac:spMk id="6" creationId="{568A092F-4BCD-F497-D8D3-73DA53EAE208}"/>
          </ac:spMkLst>
        </pc:spChg>
        <pc:spChg chg="mod">
          <ac:chgData name="主査　福島 直人" userId="S::naoto_2_fukushima@ccken.onmicrosoft.com::8f548a50-3d4a-4660-b17c-82fdb2003fd5" providerId="AD" clId="Web-{907E5F60-CB2A-B8A8-9DB1-D4D0D6735159}" dt="2026-02-27T14:23:35.794" v="611" actId="20577"/>
          <ac:spMkLst>
            <pc:docMk/>
            <pc:sldMk cId="2575810299" sldId="958"/>
            <ac:spMk id="7" creationId="{77B1510E-D32B-59E6-7807-D1ADD4826386}"/>
          </ac:spMkLst>
        </pc:spChg>
        <pc:spChg chg="add mod">
          <ac:chgData name="主査　福島 直人" userId="S::naoto_2_fukushima@ccken.onmicrosoft.com::8f548a50-3d4a-4660-b17c-82fdb2003fd5" providerId="AD" clId="Web-{907E5F60-CB2A-B8A8-9DB1-D4D0D6735159}" dt="2026-02-27T13:49:06.327" v="485" actId="1076"/>
          <ac:spMkLst>
            <pc:docMk/>
            <pc:sldMk cId="2575810299" sldId="958"/>
            <ac:spMk id="8" creationId="{C66ECA63-BBB8-7BE9-701F-DC41AC4C99E3}"/>
          </ac:spMkLst>
        </pc:spChg>
        <pc:spChg chg="mod">
          <ac:chgData name="主査　福島 直人" userId="S::naoto_2_fukushima@ccken.onmicrosoft.com::8f548a50-3d4a-4660-b17c-82fdb2003fd5" providerId="AD" clId="Web-{907E5F60-CB2A-B8A8-9DB1-D4D0D6735159}" dt="2026-02-27T14:30:05.613" v="657" actId="20577"/>
          <ac:spMkLst>
            <pc:docMk/>
            <pc:sldMk cId="2575810299" sldId="958"/>
            <ac:spMk id="9" creationId="{122BDB4F-8DDA-79B4-79E8-139B7EB54958}"/>
          </ac:spMkLst>
        </pc:spChg>
        <pc:spChg chg="add mod">
          <ac:chgData name="主査　福島 直人" userId="S::naoto_2_fukushima@ccken.onmicrosoft.com::8f548a50-3d4a-4660-b17c-82fdb2003fd5" providerId="AD" clId="Web-{907E5F60-CB2A-B8A8-9DB1-D4D0D6735159}" dt="2026-02-27T13:49:08.608" v="486" actId="1076"/>
          <ac:spMkLst>
            <pc:docMk/>
            <pc:sldMk cId="2575810299" sldId="958"/>
            <ac:spMk id="10" creationId="{4FBD7157-941A-B1E9-550A-AF89F641A5D3}"/>
          </ac:spMkLst>
        </pc:spChg>
        <pc:spChg chg="mod">
          <ac:chgData name="主査　福島 直人" userId="S::naoto_2_fukushima@ccken.onmicrosoft.com::8f548a50-3d4a-4660-b17c-82fdb2003fd5" providerId="AD" clId="Web-{907E5F60-CB2A-B8A8-9DB1-D4D0D6735159}" dt="2026-02-27T13:46:26.233" v="461" actId="20577"/>
          <ac:spMkLst>
            <pc:docMk/>
            <pc:sldMk cId="2575810299" sldId="958"/>
            <ac:spMk id="12" creationId="{CD67A43E-2129-F49F-AC21-CA15C1F34676}"/>
          </ac:spMkLst>
        </pc:spChg>
        <pc:spChg chg="add mod">
          <ac:chgData name="主査　福島 直人" userId="S::naoto_2_fukushima@ccken.onmicrosoft.com::8f548a50-3d4a-4660-b17c-82fdb2003fd5" providerId="AD" clId="Web-{907E5F60-CB2A-B8A8-9DB1-D4D0D6735159}" dt="2026-02-27T14:22:36.261" v="607" actId="1076"/>
          <ac:spMkLst>
            <pc:docMk/>
            <pc:sldMk cId="2575810299" sldId="958"/>
            <ac:spMk id="13" creationId="{4F026C45-4141-3F30-5BD1-333B0E75021F}"/>
          </ac:spMkLst>
        </pc:spChg>
        <pc:spChg chg="add mod">
          <ac:chgData name="主査　福島 直人" userId="S::naoto_2_fukushima@ccken.onmicrosoft.com::8f548a50-3d4a-4660-b17c-82fdb2003fd5" providerId="AD" clId="Web-{907E5F60-CB2A-B8A8-9DB1-D4D0D6735159}" dt="2026-02-27T14:22:49.621" v="609" actId="20577"/>
          <ac:spMkLst>
            <pc:docMk/>
            <pc:sldMk cId="2575810299" sldId="958"/>
            <ac:spMk id="14" creationId="{765D4DD7-F66A-67E9-FFC8-FDA71B31103D}"/>
          </ac:spMkLst>
        </pc:spChg>
      </pc:sldChg>
      <pc:sldChg chg="addSp modSp">
        <pc:chgData name="主査　福島 直人" userId="S::naoto_2_fukushima@ccken.onmicrosoft.com::8f548a50-3d4a-4660-b17c-82fdb2003fd5" providerId="AD" clId="Web-{907E5F60-CB2A-B8A8-9DB1-D4D0D6735159}" dt="2026-02-27T14:28:41.049" v="653" actId="20577"/>
        <pc:sldMkLst>
          <pc:docMk/>
          <pc:sldMk cId="490314474" sldId="961"/>
        </pc:sldMkLst>
      </pc:sldChg>
      <pc:sldChg chg="modSp">
        <pc:chgData name="主査　福島 直人" userId="S::naoto_2_fukushima@ccken.onmicrosoft.com::8f548a50-3d4a-4660-b17c-82fdb2003fd5" providerId="AD" clId="Web-{907E5F60-CB2A-B8A8-9DB1-D4D0D6735159}" dt="2026-02-27T14:35:29.671" v="690" actId="14100"/>
        <pc:sldMkLst>
          <pc:docMk/>
          <pc:sldMk cId="995557494" sldId="986"/>
        </pc:sldMkLst>
        <pc:spChg chg="mod">
          <ac:chgData name="主査　福島 直人" userId="S::naoto_2_fukushima@ccken.onmicrosoft.com::8f548a50-3d4a-4660-b17c-82fdb2003fd5" providerId="AD" clId="Web-{907E5F60-CB2A-B8A8-9DB1-D4D0D6735159}" dt="2026-02-27T14:33:29.216" v="676" actId="14100"/>
          <ac:spMkLst>
            <pc:docMk/>
            <pc:sldMk cId="995557494" sldId="986"/>
            <ac:spMk id="10" creationId="{7BD4509F-31AC-605B-E9EB-DAF28E2EB816}"/>
          </ac:spMkLst>
        </pc:spChg>
        <pc:spChg chg="mod">
          <ac:chgData name="主査　福島 直人" userId="S::naoto_2_fukushima@ccken.onmicrosoft.com::8f548a50-3d4a-4660-b17c-82fdb2003fd5" providerId="AD" clId="Web-{907E5F60-CB2A-B8A8-9DB1-D4D0D6735159}" dt="2026-02-27T14:34:57.452" v="686" actId="20577"/>
          <ac:spMkLst>
            <pc:docMk/>
            <pc:sldMk cId="995557494" sldId="986"/>
            <ac:spMk id="15" creationId="{0231106D-00AC-045A-06E9-A593D65CE9C7}"/>
          </ac:spMkLst>
        </pc:spChg>
        <pc:spChg chg="mod">
          <ac:chgData name="主査　福島 直人" userId="S::naoto_2_fukushima@ccken.onmicrosoft.com::8f548a50-3d4a-4660-b17c-82fdb2003fd5" providerId="AD" clId="Web-{907E5F60-CB2A-B8A8-9DB1-D4D0D6735159}" dt="2026-02-27T14:33:21.044" v="673" actId="1076"/>
          <ac:spMkLst>
            <pc:docMk/>
            <pc:sldMk cId="995557494" sldId="986"/>
            <ac:spMk id="18" creationId="{FFB20BA6-8427-77DD-6D44-568C8247F6C4}"/>
          </ac:spMkLst>
        </pc:spChg>
        <pc:spChg chg="mod">
          <ac:chgData name="主査　福島 直人" userId="S::naoto_2_fukushima@ccken.onmicrosoft.com::8f548a50-3d4a-4660-b17c-82fdb2003fd5" providerId="AD" clId="Web-{907E5F60-CB2A-B8A8-9DB1-D4D0D6735159}" dt="2026-02-27T14:35:24.218" v="689" actId="14100"/>
          <ac:spMkLst>
            <pc:docMk/>
            <pc:sldMk cId="995557494" sldId="986"/>
            <ac:spMk id="24" creationId="{C32220FF-DC4C-4A1F-314F-8E1621E9D7E5}"/>
          </ac:spMkLst>
        </pc:spChg>
        <pc:spChg chg="mod">
          <ac:chgData name="主査　福島 直人" userId="S::naoto_2_fukushima@ccken.onmicrosoft.com::8f548a50-3d4a-4660-b17c-82fdb2003fd5" providerId="AD" clId="Web-{907E5F60-CB2A-B8A8-9DB1-D4D0D6735159}" dt="2026-02-27T14:34:21.842" v="682" actId="14100"/>
          <ac:spMkLst>
            <pc:docMk/>
            <pc:sldMk cId="995557494" sldId="986"/>
            <ac:spMk id="26" creationId="{7B27B64E-66C4-F75C-018D-0E339221E2B1}"/>
          </ac:spMkLst>
        </pc:spChg>
        <pc:spChg chg="mod">
          <ac:chgData name="主査　福島 直人" userId="S::naoto_2_fukushima@ccken.onmicrosoft.com::8f548a50-3d4a-4660-b17c-82fdb2003fd5" providerId="AD" clId="Web-{907E5F60-CB2A-B8A8-9DB1-D4D0D6735159}" dt="2026-02-27T14:35:09.952" v="688" actId="20577"/>
          <ac:spMkLst>
            <pc:docMk/>
            <pc:sldMk cId="995557494" sldId="986"/>
            <ac:spMk id="28" creationId="{F164D19F-B270-00FA-1AEB-2F7DAA34CEF1}"/>
          </ac:spMkLst>
        </pc:spChg>
        <pc:spChg chg="mod">
          <ac:chgData name="主査　福島 直人" userId="S::naoto_2_fukushima@ccken.onmicrosoft.com::8f548a50-3d4a-4660-b17c-82fdb2003fd5" providerId="AD" clId="Web-{907E5F60-CB2A-B8A8-9DB1-D4D0D6735159}" dt="2026-02-27T14:35:29.671" v="690" actId="14100"/>
          <ac:spMkLst>
            <pc:docMk/>
            <pc:sldMk cId="995557494" sldId="986"/>
            <ac:spMk id="29" creationId="{DDA5F333-2B34-5B86-9802-0A3465FDE923}"/>
          </ac:spMkLst>
        </pc:spChg>
        <pc:spChg chg="mod">
          <ac:chgData name="主査　福島 直人" userId="S::naoto_2_fukushima@ccken.onmicrosoft.com::8f548a50-3d4a-4660-b17c-82fdb2003fd5" providerId="AD" clId="Web-{907E5F60-CB2A-B8A8-9DB1-D4D0D6735159}" dt="2026-02-27T14:33:21.106" v="675" actId="1076"/>
          <ac:spMkLst>
            <pc:docMk/>
            <pc:sldMk cId="995557494" sldId="986"/>
            <ac:spMk id="30" creationId="{82364136-24CB-2598-E0A8-E71389895AF1}"/>
          </ac:spMkLst>
        </pc:spChg>
      </pc:sldChg>
    </pc:docChg>
  </pc:docChgLst>
  <pc:docChgLst>
    <pc:chgData name="三菱UFJ信託銀行　網野 智仁" userId="S::tomohito_amino@ccken.onmicrosoft.com::f8474316-ab6c-4136-bc0a-a68b4c48cb80" providerId="AD" clId="Web-{075B96A3-F33A-C9DD-2613-22F596E268F2}"/>
    <pc:docChg chg="addSld delSld modSld modSection">
      <pc:chgData name="三菱UFJ信託銀行　網野 智仁" userId="S::tomohito_amino@ccken.onmicrosoft.com::f8474316-ab6c-4136-bc0a-a68b4c48cb80" providerId="AD" clId="Web-{075B96A3-F33A-C9DD-2613-22F596E268F2}" dt="2026-02-17T16:11:05.791" v="1201" actId="20577"/>
      <pc:docMkLst>
        <pc:docMk/>
      </pc:docMkLst>
    </pc:docChg>
  </pc:docChgLst>
  <pc:docChgLst>
    <pc:chgData name="明治安田　荻野 純平" userId="S::jy-ogino@ccken.onmicrosoft.com::27cba3d8-e4d3-428c-9353-43187c47438c" providerId="AD" clId="Web-{B702DD09-505C-95C3-9841-FF2735D7F55C}"/>
    <pc:docChg chg="modSld">
      <pc:chgData name="明治安田　荻野 純平" userId="S::jy-ogino@ccken.onmicrosoft.com::27cba3d8-e4d3-428c-9353-43187c47438c" providerId="AD" clId="Web-{B702DD09-505C-95C3-9841-FF2735D7F55C}" dt="2026-02-13T09:22:11.518" v="47"/>
      <pc:docMkLst>
        <pc:docMk/>
      </pc:docMkLst>
    </pc:docChg>
  </pc:docChgLst>
  <pc:docChgLst>
    <pc:chgData name="三菱UFJモルガン・スタンレー証券　中川 このみ" userId="S::nakagawakonomi.cc.kenkyukai_gmail.com#ext#@ccken.onmicrosoft.com::449cad5c-e2b6-4374-82cf-c006f203c156" providerId="AD" clId="Web-{6E8668E5-FD9F-F333-095C-44AA75BE143C}"/>
    <pc:docChg chg="modSld">
      <pc:chgData name="三菱UFJモルガン・スタンレー証券　中川 このみ" userId="S::nakagawakonomi.cc.kenkyukai_gmail.com#ext#@ccken.onmicrosoft.com::449cad5c-e2b6-4374-82cf-c006f203c156" providerId="AD" clId="Web-{6E8668E5-FD9F-F333-095C-44AA75BE143C}" dt="2026-02-12T07:56:52.036" v="68"/>
      <pc:docMkLst>
        <pc:docMk/>
      </pc:docMkLst>
    </pc:docChg>
  </pc:docChgLst>
  <pc:docChgLst>
    <pc:chgData name="masazaki yoshihiro/6201258/昌崎　良浩" userId="S::yoshihiro.masazaki.mk_mcgc.com#ext#@ccken.onmicrosoft.com::338b9127-7fcd-4e96-b095-c08a802489d5" providerId="AD" clId="Web-{832E98B7-459A-5EA6-A9EF-82DDDA6559D3}"/>
    <pc:docChg chg="addSld modSld sldOrd modSection">
      <pc:chgData name="masazaki yoshihiro/6201258/昌崎　良浩" userId="S::yoshihiro.masazaki.mk_mcgc.com#ext#@ccken.onmicrosoft.com::338b9127-7fcd-4e96-b095-c08a802489d5" providerId="AD" clId="Web-{832E98B7-459A-5EA6-A9EF-82DDDA6559D3}" dt="2026-02-26T09:49:19.199" v="1239" actId="20577"/>
      <pc:docMkLst>
        <pc:docMk/>
      </pc:docMkLst>
    </pc:docChg>
  </pc:docChgLst>
  <pc:docChgLst>
    <pc:chgData name="主査　福島 直人" userId="S::naoto_2_fukushima@ccken.onmicrosoft.com::8f548a50-3d4a-4660-b17c-82fdb2003fd5" providerId="AD" clId="Web-{4B555964-7CDF-5554-6B99-47AF1A7F634D}"/>
    <pc:docChg chg="modSld">
      <pc:chgData name="主査　福島 直人" userId="S::naoto_2_fukushima@ccken.onmicrosoft.com::8f548a50-3d4a-4660-b17c-82fdb2003fd5" providerId="AD" clId="Web-{4B555964-7CDF-5554-6B99-47AF1A7F634D}" dt="2026-02-27T14:53:01.945" v="87"/>
      <pc:docMkLst>
        <pc:docMk/>
      </pc:docMkLst>
      <pc:sldChg chg="addSp delSp modSp">
        <pc:chgData name="主査　福島 直人" userId="S::naoto_2_fukushima@ccken.onmicrosoft.com::8f548a50-3d4a-4660-b17c-82fdb2003fd5" providerId="AD" clId="Web-{4B555964-7CDF-5554-6B99-47AF1A7F634D}" dt="2026-02-27T14:52:26.411" v="86" actId="1076"/>
        <pc:sldMkLst>
          <pc:docMk/>
          <pc:sldMk cId="702632411" sldId="935"/>
        </pc:sldMkLst>
        <pc:spChg chg="mod">
          <ac:chgData name="主査　福島 直人" userId="S::naoto_2_fukushima@ccken.onmicrosoft.com::8f548a50-3d4a-4660-b17c-82fdb2003fd5" providerId="AD" clId="Web-{4B555964-7CDF-5554-6B99-47AF1A7F634D}" dt="2026-02-27T14:52:07.409" v="83" actId="1076"/>
          <ac:spMkLst>
            <pc:docMk/>
            <pc:sldMk cId="702632411" sldId="935"/>
            <ac:spMk id="2" creationId="{28F49898-AE35-6470-355C-DB77E5CF55E5}"/>
          </ac:spMkLst>
        </pc:spChg>
        <pc:grpChg chg="add mod">
          <ac:chgData name="主査　福島 直人" userId="S::naoto_2_fukushima@ccken.onmicrosoft.com::8f548a50-3d4a-4660-b17c-82fdb2003fd5" providerId="AD" clId="Web-{4B555964-7CDF-5554-6B99-47AF1A7F634D}" dt="2026-02-27T14:52:14.456" v="84" actId="1076"/>
          <ac:grpSpMkLst>
            <pc:docMk/>
            <pc:sldMk cId="702632411" sldId="935"/>
            <ac:grpSpMk id="76" creationId="{47F6180B-C3D7-5A7A-EB0C-167B98A0FEC7}"/>
          </ac:grpSpMkLst>
        </pc:grpChg>
        <pc:picChg chg="mod">
          <ac:chgData name="主査　福島 直人" userId="S::naoto_2_fukushima@ccken.onmicrosoft.com::8f548a50-3d4a-4660-b17c-82fdb2003fd5" providerId="AD" clId="Web-{4B555964-7CDF-5554-6B99-47AF1A7F634D}" dt="2026-02-27T14:52:26.411" v="86" actId="1076"/>
          <ac:picMkLst>
            <pc:docMk/>
            <pc:sldMk cId="702632411" sldId="935"/>
            <ac:picMk id="71" creationId="{A12517B0-A554-DF63-E7F7-E2ADF6BC2686}"/>
          </ac:picMkLst>
        </pc:picChg>
      </pc:sldChg>
      <pc:sldChg chg="modSp">
        <pc:chgData name="主査　福島 直人" userId="S::naoto_2_fukushima@ccken.onmicrosoft.com::8f548a50-3d4a-4660-b17c-82fdb2003fd5" providerId="AD" clId="Web-{4B555964-7CDF-5554-6B99-47AF1A7F634D}" dt="2026-02-27T14:50:56.360" v="77" actId="20577"/>
        <pc:sldMkLst>
          <pc:docMk/>
          <pc:sldMk cId="2575810299" sldId="958"/>
        </pc:sldMkLst>
        <pc:spChg chg="mod">
          <ac:chgData name="主査　福島 直人" userId="S::naoto_2_fukushima@ccken.onmicrosoft.com::8f548a50-3d4a-4660-b17c-82fdb2003fd5" providerId="AD" clId="Web-{4B555964-7CDF-5554-6B99-47AF1A7F634D}" dt="2026-02-27T14:50:18.796" v="75" actId="20577"/>
          <ac:spMkLst>
            <pc:docMk/>
            <pc:sldMk cId="2575810299" sldId="958"/>
            <ac:spMk id="9" creationId="{122BDB4F-8DDA-79B4-79E8-139B7EB54958}"/>
          </ac:spMkLst>
        </pc:spChg>
        <pc:spChg chg="mod">
          <ac:chgData name="主査　福島 直人" userId="S::naoto_2_fukushima@ccken.onmicrosoft.com::8f548a50-3d4a-4660-b17c-82fdb2003fd5" providerId="AD" clId="Web-{4B555964-7CDF-5554-6B99-47AF1A7F634D}" dt="2026-02-27T14:50:56.360" v="77" actId="20577"/>
          <ac:spMkLst>
            <pc:docMk/>
            <pc:sldMk cId="2575810299" sldId="958"/>
            <ac:spMk id="12" creationId="{CD67A43E-2129-F49F-AC21-CA15C1F34676}"/>
          </ac:spMkLst>
        </pc:spChg>
      </pc:sldChg>
      <pc:sldChg chg="modSp">
        <pc:chgData name="主査　福島 直人" userId="S::naoto_2_fukushima@ccken.onmicrosoft.com::8f548a50-3d4a-4660-b17c-82fdb2003fd5" providerId="AD" clId="Web-{4B555964-7CDF-5554-6B99-47AF1A7F634D}" dt="2026-02-27T14:53:01.945" v="87"/>
        <pc:sldMkLst>
          <pc:docMk/>
          <pc:sldMk cId="490314474" sldId="961"/>
        </pc:sldMkLst>
        <pc:spChg chg="mod">
          <ac:chgData name="主査　福島 直人" userId="S::naoto_2_fukushima@ccken.onmicrosoft.com::8f548a50-3d4a-4660-b17c-82fdb2003fd5" providerId="AD" clId="Web-{4B555964-7CDF-5554-6B99-47AF1A7F634D}" dt="2026-02-27T14:53:01.945" v="87"/>
          <ac:spMkLst>
            <pc:docMk/>
            <pc:sldMk cId="490314474" sldId="961"/>
            <ac:spMk id="2" creationId="{E1C19FD5-DDCD-18ED-ACF2-DBC2982BC658}"/>
          </ac:spMkLst>
        </pc:spChg>
      </pc:sldChg>
      <pc:sldChg chg="modSp">
        <pc:chgData name="主査　福島 直人" userId="S::naoto_2_fukushima@ccken.onmicrosoft.com::8f548a50-3d4a-4660-b17c-82fdb2003fd5" providerId="AD" clId="Web-{4B555964-7CDF-5554-6B99-47AF1A7F634D}" dt="2026-02-27T14:44:17.275" v="32" actId="20577"/>
        <pc:sldMkLst>
          <pc:docMk/>
          <pc:sldMk cId="995557494" sldId="986"/>
        </pc:sldMkLst>
        <pc:spChg chg="mod">
          <ac:chgData name="主査　福島 直人" userId="S::naoto_2_fukushima@ccken.onmicrosoft.com::8f548a50-3d4a-4660-b17c-82fdb2003fd5" providerId="AD" clId="Web-{4B555964-7CDF-5554-6B99-47AF1A7F634D}" dt="2026-02-27T14:44:17.275" v="32" actId="20577"/>
          <ac:spMkLst>
            <pc:docMk/>
            <pc:sldMk cId="995557494" sldId="986"/>
            <ac:spMk id="5" creationId="{2FAB660F-1A7F-D186-8FDC-910FCFA26B5A}"/>
          </ac:spMkLst>
        </pc:spChg>
        <pc:spChg chg="mod">
          <ac:chgData name="主査　福島 直人" userId="S::naoto_2_fukushima@ccken.onmicrosoft.com::8f548a50-3d4a-4660-b17c-82fdb2003fd5" providerId="AD" clId="Web-{4B555964-7CDF-5554-6B99-47AF1A7F634D}" dt="2026-02-27T14:36:26.914" v="3" actId="14100"/>
          <ac:spMkLst>
            <pc:docMk/>
            <pc:sldMk cId="995557494" sldId="986"/>
            <ac:spMk id="10" creationId="{7BD4509F-31AC-605B-E9EB-DAF28E2EB816}"/>
          </ac:spMkLst>
        </pc:spChg>
        <pc:spChg chg="mod">
          <ac:chgData name="主査　福島 直人" userId="S::naoto_2_fukushima@ccken.onmicrosoft.com::8f548a50-3d4a-4660-b17c-82fdb2003fd5" providerId="AD" clId="Web-{4B555964-7CDF-5554-6B99-47AF1A7F634D}" dt="2026-02-27T14:36:36.367" v="4" actId="1076"/>
          <ac:spMkLst>
            <pc:docMk/>
            <pc:sldMk cId="995557494" sldId="986"/>
            <ac:spMk id="18" creationId="{FFB20BA6-8427-77DD-6D44-568C8247F6C4}"/>
          </ac:spMkLst>
        </pc:spChg>
        <pc:spChg chg="mod">
          <ac:chgData name="主査　福島 直人" userId="S::naoto_2_fukushima@ccken.onmicrosoft.com::8f548a50-3d4a-4660-b17c-82fdb2003fd5" providerId="AD" clId="Web-{4B555964-7CDF-5554-6B99-47AF1A7F634D}" dt="2026-02-27T14:39:56.768" v="25" actId="20577"/>
          <ac:spMkLst>
            <pc:docMk/>
            <pc:sldMk cId="995557494" sldId="986"/>
            <ac:spMk id="24" creationId="{C32220FF-DC4C-4A1F-314F-8E1621E9D7E5}"/>
          </ac:spMkLst>
        </pc:spChg>
        <pc:spChg chg="mod">
          <ac:chgData name="主査　福島 直人" userId="S::naoto_2_fukushima@ccken.onmicrosoft.com::8f548a50-3d4a-4660-b17c-82fdb2003fd5" providerId="AD" clId="Web-{4B555964-7CDF-5554-6B99-47AF1A7F634D}" dt="2026-02-27T14:36:22.632" v="2" actId="14100"/>
          <ac:spMkLst>
            <pc:docMk/>
            <pc:sldMk cId="995557494" sldId="986"/>
            <ac:spMk id="26" creationId="{7B27B64E-66C4-F75C-018D-0E339221E2B1}"/>
          </ac:spMkLst>
        </pc:spChg>
        <pc:spChg chg="mod">
          <ac:chgData name="主査　福島 直人" userId="S::naoto_2_fukushima@ccken.onmicrosoft.com::8f548a50-3d4a-4660-b17c-82fdb2003fd5" providerId="AD" clId="Web-{4B555964-7CDF-5554-6B99-47AF1A7F634D}" dt="2026-02-27T14:43:52.243" v="30" actId="20577"/>
          <ac:spMkLst>
            <pc:docMk/>
            <pc:sldMk cId="995557494" sldId="986"/>
            <ac:spMk id="29" creationId="{DDA5F333-2B34-5B86-9802-0A3465FDE923}"/>
          </ac:spMkLst>
        </pc:spChg>
        <pc:spChg chg="mod">
          <ac:chgData name="主査　福島 直人" userId="S::naoto_2_fukushima@ccken.onmicrosoft.com::8f548a50-3d4a-4660-b17c-82fdb2003fd5" providerId="AD" clId="Web-{4B555964-7CDF-5554-6B99-47AF1A7F634D}" dt="2026-02-27T14:37:03.337" v="10" actId="1076"/>
          <ac:spMkLst>
            <pc:docMk/>
            <pc:sldMk cId="995557494" sldId="986"/>
            <ac:spMk id="30" creationId="{82364136-24CB-2598-E0A8-E71389895AF1}"/>
          </ac:spMkLst>
        </pc:spChg>
      </pc:sldChg>
      <pc:sldChg chg="modSp">
        <pc:chgData name="主査　福島 直人" userId="S::naoto_2_fukushima@ccken.onmicrosoft.com::8f548a50-3d4a-4660-b17c-82fdb2003fd5" providerId="AD" clId="Web-{4B555964-7CDF-5554-6B99-47AF1A7F634D}" dt="2026-02-27T14:47:33.794" v="66" actId="20577"/>
        <pc:sldMkLst>
          <pc:docMk/>
          <pc:sldMk cId="3851575879" sldId="988"/>
        </pc:sldMkLst>
        <pc:spChg chg="mod">
          <ac:chgData name="主査　福島 直人" userId="S::naoto_2_fukushima@ccken.onmicrosoft.com::8f548a50-3d4a-4660-b17c-82fdb2003fd5" providerId="AD" clId="Web-{4B555964-7CDF-5554-6B99-47AF1A7F634D}" dt="2026-02-27T14:45:46.589" v="46" actId="20577"/>
          <ac:spMkLst>
            <pc:docMk/>
            <pc:sldMk cId="3851575879" sldId="988"/>
            <ac:spMk id="5" creationId="{A2E82C1C-953C-40E1-EAE2-8EB4A0D8728D}"/>
          </ac:spMkLst>
        </pc:spChg>
        <pc:spChg chg="mod">
          <ac:chgData name="主査　福島 直人" userId="S::naoto_2_fukushima@ccken.onmicrosoft.com::8f548a50-3d4a-4660-b17c-82fdb2003fd5" providerId="AD" clId="Web-{4B555964-7CDF-5554-6B99-47AF1A7F634D}" dt="2026-02-27T14:47:28.872" v="62" actId="20577"/>
          <ac:spMkLst>
            <pc:docMk/>
            <pc:sldMk cId="3851575879" sldId="988"/>
            <ac:spMk id="8" creationId="{A2E2823B-B096-6B40-B923-38BFAED2E23F}"/>
          </ac:spMkLst>
        </pc:spChg>
        <pc:spChg chg="mod">
          <ac:chgData name="主査　福島 直人" userId="S::naoto_2_fukushima@ccken.onmicrosoft.com::8f548a50-3d4a-4660-b17c-82fdb2003fd5" providerId="AD" clId="Web-{4B555964-7CDF-5554-6B99-47AF1A7F634D}" dt="2026-02-27T14:46:43.590" v="56" actId="20577"/>
          <ac:spMkLst>
            <pc:docMk/>
            <pc:sldMk cId="3851575879" sldId="988"/>
            <ac:spMk id="9" creationId="{81FD2B04-D004-3EBD-7AF2-372A54CC4340}"/>
          </ac:spMkLst>
        </pc:spChg>
        <pc:spChg chg="mod">
          <ac:chgData name="主査　福島 直人" userId="S::naoto_2_fukushima@ccken.onmicrosoft.com::8f548a50-3d4a-4660-b17c-82fdb2003fd5" providerId="AD" clId="Web-{4B555964-7CDF-5554-6B99-47AF1A7F634D}" dt="2026-02-27T14:47:26.153" v="61" actId="20577"/>
          <ac:spMkLst>
            <pc:docMk/>
            <pc:sldMk cId="3851575879" sldId="988"/>
            <ac:spMk id="12" creationId="{93D2E3B0-8A23-BEE8-F6BC-B57FF0514E24}"/>
          </ac:spMkLst>
        </pc:spChg>
        <pc:spChg chg="mod">
          <ac:chgData name="主査　福島 直人" userId="S::naoto_2_fukushima@ccken.onmicrosoft.com::8f548a50-3d4a-4660-b17c-82fdb2003fd5" providerId="AD" clId="Web-{4B555964-7CDF-5554-6B99-47AF1A7F634D}" dt="2026-02-27T14:46:19.339" v="53" actId="20577"/>
          <ac:spMkLst>
            <pc:docMk/>
            <pc:sldMk cId="3851575879" sldId="988"/>
            <ac:spMk id="13" creationId="{9CBAB614-E0AE-3EE6-9488-F8D0A72191F5}"/>
          </ac:spMkLst>
        </pc:spChg>
        <pc:spChg chg="mod">
          <ac:chgData name="主査　福島 直人" userId="S::naoto_2_fukushima@ccken.onmicrosoft.com::8f548a50-3d4a-4660-b17c-82fdb2003fd5" providerId="AD" clId="Web-{4B555964-7CDF-5554-6B99-47AF1A7F634D}" dt="2026-02-27T14:47:33.794" v="66" actId="20577"/>
          <ac:spMkLst>
            <pc:docMk/>
            <pc:sldMk cId="3851575879" sldId="988"/>
            <ac:spMk id="35" creationId="{FD264DFC-0B73-339C-C696-9E97D32D7313}"/>
          </ac:spMkLst>
        </pc:spChg>
      </pc:sldChg>
    </pc:docChg>
  </pc:docChgLst>
  <pc:docChgLst>
    <pc:chgData name="三菱UFJ信託銀行　網野 智仁" userId="S::tomohito_amino@ccken.onmicrosoft.com::f8474316-ab6c-4136-bc0a-a68b4c48cb80" providerId="AD" clId="Web-{9826D2E4-20F8-43FB-C25C-9C5385E6426A}"/>
    <pc:docChg chg="modSld">
      <pc:chgData name="三菱UFJ信託銀行　網野 智仁" userId="S::tomohito_amino@ccken.onmicrosoft.com::f8474316-ab6c-4136-bc0a-a68b4c48cb80" providerId="AD" clId="Web-{9826D2E4-20F8-43FB-C25C-9C5385E6426A}" dt="2026-02-21T16:53:05.379" v="3"/>
      <pc:docMkLst>
        <pc:docMk/>
      </pc:docMkLst>
    </pc:docChg>
  </pc:docChgLst>
  <pc:docChgLst>
    <pc:chgData name="明治安田　荻野 純平" userId="S::jy-ogino@ccken.onmicrosoft.com::27cba3d8-e4d3-428c-9353-43187c47438c" providerId="AD" clId="Web-{3D6279D2-D3FD-1441-ADBD-362266078CB7}"/>
    <pc:docChg chg="modSld">
      <pc:chgData name="明治安田　荻野 純平" userId="S::jy-ogino@ccken.onmicrosoft.com::27cba3d8-e4d3-428c-9353-43187c47438c" providerId="AD" clId="Web-{3D6279D2-D3FD-1441-ADBD-362266078CB7}" dt="2026-02-25T15:58:36.886" v="8" actId="14100"/>
      <pc:docMkLst>
        <pc:docMk/>
      </pc:docMkLst>
    </pc:docChg>
  </pc:docChgLst>
  <pc:docChgLst>
    <pc:chgData name="主査　福島 直人" userId="S::naoto_2_fukushima@ccken.onmicrosoft.com::8f548a50-3d4a-4660-b17c-82fdb2003fd5" providerId="AD" clId="Web-{40BA078E-68D7-1060-12CE-5C6CD951C8C0}"/>
    <pc:docChg chg="modSld sldOrd">
      <pc:chgData name="主査　福島 直人" userId="S::naoto_2_fukushima@ccken.onmicrosoft.com::8f548a50-3d4a-4660-b17c-82fdb2003fd5" providerId="AD" clId="Web-{40BA078E-68D7-1060-12CE-5C6CD951C8C0}" dt="2026-02-18T10:58:05.070" v="475" actId="14100"/>
      <pc:docMkLst>
        <pc:docMk/>
      </pc:docMkLst>
      <pc:sldChg chg="ord">
        <pc:chgData name="主査　福島 直人" userId="S::naoto_2_fukushima@ccken.onmicrosoft.com::8f548a50-3d4a-4660-b17c-82fdb2003fd5" providerId="AD" clId="Web-{40BA078E-68D7-1060-12CE-5C6CD951C8C0}" dt="2026-02-18T09:50:17.724" v="247"/>
        <pc:sldMkLst>
          <pc:docMk/>
          <pc:sldMk cId="4236540724" sldId="928"/>
        </pc:sldMkLst>
      </pc:sldChg>
      <pc:sldChg chg="modSp">
        <pc:chgData name="主査　福島 直人" userId="S::naoto_2_fukushima@ccken.onmicrosoft.com::8f548a50-3d4a-4660-b17c-82fdb2003fd5" providerId="AD" clId="Web-{40BA078E-68D7-1060-12CE-5C6CD951C8C0}" dt="2026-02-18T09:47:16.093" v="227" actId="20577"/>
        <pc:sldMkLst>
          <pc:docMk/>
          <pc:sldMk cId="20629679" sldId="955"/>
        </pc:sldMkLst>
        <pc:spChg chg="mod">
          <ac:chgData name="主査　福島 直人" userId="S::naoto_2_fukushima@ccken.onmicrosoft.com::8f548a50-3d4a-4660-b17c-82fdb2003fd5" providerId="AD" clId="Web-{40BA078E-68D7-1060-12CE-5C6CD951C8C0}" dt="2026-02-18T09:26:22.176" v="110" actId="20577"/>
          <ac:spMkLst>
            <pc:docMk/>
            <pc:sldMk cId="20629679" sldId="955"/>
            <ac:spMk id="3" creationId="{9DB45F81-630E-A446-692C-D391FBBD6474}"/>
          </ac:spMkLst>
        </pc:spChg>
        <pc:spChg chg="mod">
          <ac:chgData name="主査　福島 直人" userId="S::naoto_2_fukushima@ccken.onmicrosoft.com::8f548a50-3d4a-4660-b17c-82fdb2003fd5" providerId="AD" clId="Web-{40BA078E-68D7-1060-12CE-5C6CD951C8C0}" dt="2026-02-18T09:36:30.103" v="170" actId="20577"/>
          <ac:spMkLst>
            <pc:docMk/>
            <pc:sldMk cId="20629679" sldId="955"/>
            <ac:spMk id="5" creationId="{3E8D3B7C-E884-C22A-9ADF-4BE38B496EEE}"/>
          </ac:spMkLst>
        </pc:spChg>
        <pc:spChg chg="mod">
          <ac:chgData name="主査　福島 直人" userId="S::naoto_2_fukushima@ccken.onmicrosoft.com::8f548a50-3d4a-4660-b17c-82fdb2003fd5" providerId="AD" clId="Web-{40BA078E-68D7-1060-12CE-5C6CD951C8C0}" dt="2026-02-18T09:47:16.093" v="227" actId="20577"/>
          <ac:spMkLst>
            <pc:docMk/>
            <pc:sldMk cId="20629679" sldId="955"/>
            <ac:spMk id="44" creationId="{B6A7D924-5A65-0BCB-27C7-03FDF840D74B}"/>
          </ac:spMkLst>
        </pc:spChg>
      </pc:sldChg>
      <pc:sldChg chg="addSp modSp">
        <pc:chgData name="主査　福島 直人" userId="S::naoto_2_fukushima@ccken.onmicrosoft.com::8f548a50-3d4a-4660-b17c-82fdb2003fd5" providerId="AD" clId="Web-{40BA078E-68D7-1060-12CE-5C6CD951C8C0}" dt="2026-02-18T09:28:36.585" v="122" actId="20577"/>
        <pc:sldMkLst>
          <pc:docMk/>
          <pc:sldMk cId="1984299581" sldId="957"/>
        </pc:sldMkLst>
        <pc:spChg chg="mod">
          <ac:chgData name="主査　福島 直人" userId="S::naoto_2_fukushima@ccken.onmicrosoft.com::8f548a50-3d4a-4660-b17c-82fdb2003fd5" providerId="AD" clId="Web-{40BA078E-68D7-1060-12CE-5C6CD951C8C0}" dt="2026-02-18T09:28:10.788" v="119" actId="20577"/>
          <ac:spMkLst>
            <pc:docMk/>
            <pc:sldMk cId="1984299581" sldId="957"/>
            <ac:spMk id="3" creationId="{EAC49576-0887-8C15-EC72-A77AC96F8910}"/>
          </ac:spMkLst>
        </pc:spChg>
        <pc:spChg chg="mod">
          <ac:chgData name="主査　福島 直人" userId="S::naoto_2_fukushima@ccken.onmicrosoft.com::8f548a50-3d4a-4660-b17c-82fdb2003fd5" providerId="AD" clId="Web-{40BA078E-68D7-1060-12CE-5C6CD951C8C0}" dt="2026-02-18T09:09:27.071" v="75" actId="14100"/>
          <ac:spMkLst>
            <pc:docMk/>
            <pc:sldMk cId="1984299581" sldId="957"/>
            <ac:spMk id="4" creationId="{BA063EAF-F80B-82DA-42A8-C2D1D07BC115}"/>
          </ac:spMkLst>
        </pc:spChg>
      </pc:sldChg>
    </pc:docChg>
  </pc:docChgLst>
  <pc:docChgLst>
    <pc:chgData name="明治安田　荻野 純平" userId="S::jy-ogino@ccken.onmicrosoft.com::27cba3d8-e4d3-428c-9353-43187c47438c" providerId="AD" clId="Web-{7D4CAB96-F6EE-81CD-81B5-A3CCA589775E}"/>
    <pc:docChg chg="addSld delSld modSld modSection">
      <pc:chgData name="明治安田　荻野 純平" userId="S::jy-ogino@ccken.onmicrosoft.com::27cba3d8-e4d3-428c-9353-43187c47438c" providerId="AD" clId="Web-{7D4CAB96-F6EE-81CD-81B5-A3CCA589775E}" dt="2026-02-11T17:42:05.399" v="520" actId="14100"/>
      <pc:docMkLst>
        <pc:docMk/>
      </pc:docMkLst>
    </pc:docChg>
  </pc:docChgLst>
  <pc:docChgLst>
    <pc:chgData name="明治安田　荻野 純平" userId="S::jy-ogino@ccken.onmicrosoft.com::27cba3d8-e4d3-428c-9353-43187c47438c" providerId="AD" clId="Web-{162966BA-C16C-8AD0-E883-EBDC15099C8C}"/>
    <pc:docChg chg="modSld sldOrd">
      <pc:chgData name="明治安田　荻野 純平" userId="S::jy-ogino@ccken.onmicrosoft.com::27cba3d8-e4d3-428c-9353-43187c47438c" providerId="AD" clId="Web-{162966BA-C16C-8AD0-E883-EBDC15099C8C}" dt="2026-02-12T08:16:34.438" v="5"/>
      <pc:docMkLst>
        <pc:docMk/>
      </pc:docMkLst>
    </pc:docChg>
  </pc:docChgLst>
  <pc:docChgLst>
    <pc:chgData name="明治安田　荻野 純平" userId="S::jy-ogino@ccken.onmicrosoft.com::27cba3d8-e4d3-428c-9353-43187c47438c" providerId="AD" clId="Web-{E42FEE4C-1296-43B5-21AB-33B6FA16AC4C}"/>
    <pc:docChg chg="delSld modSld modSection">
      <pc:chgData name="明治安田　荻野 純平" userId="S::jy-ogino@ccken.onmicrosoft.com::27cba3d8-e4d3-428c-9353-43187c47438c" providerId="AD" clId="Web-{E42FEE4C-1296-43B5-21AB-33B6FA16AC4C}" dt="2026-02-26T14:58:18.537" v="122"/>
      <pc:docMkLst>
        <pc:docMk/>
      </pc:docMkLst>
      <pc:sldChg chg="modSp">
        <pc:chgData name="明治安田　荻野 純平" userId="S::jy-ogino@ccken.onmicrosoft.com::27cba3d8-e4d3-428c-9353-43187c47438c" providerId="AD" clId="Web-{E42FEE4C-1296-43B5-21AB-33B6FA16AC4C}" dt="2026-02-26T14:54:00.049" v="41" actId="20577"/>
        <pc:sldMkLst>
          <pc:docMk/>
          <pc:sldMk cId="1557085014" sldId="1005"/>
        </pc:sldMkLst>
        <pc:spChg chg="mod">
          <ac:chgData name="明治安田　荻野 純平" userId="S::jy-ogino@ccken.onmicrosoft.com::27cba3d8-e4d3-428c-9353-43187c47438c" providerId="AD" clId="Web-{E42FEE4C-1296-43B5-21AB-33B6FA16AC4C}" dt="2026-02-26T14:54:00.049" v="41" actId="20577"/>
          <ac:spMkLst>
            <pc:docMk/>
            <pc:sldMk cId="1557085014" sldId="1005"/>
            <ac:spMk id="3" creationId="{6BBC01EF-CC51-901A-96C3-C95C77D75ADE}"/>
          </ac:spMkLst>
        </pc:spChg>
      </pc:sldChg>
    </pc:docChg>
  </pc:docChgLst>
  <pc:docChgLst>
    <pc:chgData name="masazaki yoshihiro/6201258/昌崎　良浩" userId="S::yoshihiro.masazaki.mk_mcgc.com#ext#@ccken.onmicrosoft.com::338b9127-7fcd-4e96-b095-c08a802489d5" providerId="AD" clId="Web-{7A9F78FE-D624-A0B7-746A-2CE6D788272B}"/>
    <pc:docChg chg="modSld">
      <pc:chgData name="masazaki yoshihiro/6201258/昌崎　良浩" userId="S::yoshihiro.masazaki.mk_mcgc.com#ext#@ccken.onmicrosoft.com::338b9127-7fcd-4e96-b095-c08a802489d5" providerId="AD" clId="Web-{7A9F78FE-D624-A0B7-746A-2CE6D788272B}" dt="2026-02-13T05:16:15.146" v="93" actId="1076"/>
      <pc:docMkLst>
        <pc:docMk/>
      </pc:docMkLst>
    </pc:docChg>
  </pc:docChgLst>
  <pc:docChgLst>
    <pc:chgData name="主査　福島 直人" userId="S::naoto_2_fukushima@ccken.onmicrosoft.com::8f548a50-3d4a-4660-b17c-82fdb2003fd5" providerId="AD" clId="Web-{4B0E4B12-186E-8D18-A957-E297A99B1179}"/>
    <pc:docChg chg="delSld modSection">
      <pc:chgData name="主査　福島 直人" userId="S::naoto_2_fukushima@ccken.onmicrosoft.com::8f548a50-3d4a-4660-b17c-82fdb2003fd5" providerId="AD" clId="Web-{4B0E4B12-186E-8D18-A957-E297A99B1179}" dt="2026-03-04T00:30:50.364" v="0"/>
      <pc:docMkLst>
        <pc:docMk/>
      </pc:docMkLst>
      <pc:sldChg chg="del">
        <pc:chgData name="主査　福島 直人" userId="S::naoto_2_fukushima@ccken.onmicrosoft.com::8f548a50-3d4a-4660-b17c-82fdb2003fd5" providerId="AD" clId="Web-{4B0E4B12-186E-8D18-A957-E297A99B1179}" dt="2026-03-04T00:30:50.364" v="0"/>
        <pc:sldMkLst>
          <pc:docMk/>
          <pc:sldMk cId="2188131942" sldId="971"/>
        </pc:sldMkLst>
      </pc:sldChg>
    </pc:docChg>
  </pc:docChgLst>
  <pc:docChgLst>
    <pc:chgData name="主査　福島 直人" userId="S::naoto_2_fukushima@ccken.onmicrosoft.com::8f548a50-3d4a-4660-b17c-82fdb2003fd5" providerId="AD" clId="Web-{81BB9EC2-D5C5-FD2C-C85C-86C47513F5EE}"/>
    <pc:docChg chg="modSld">
      <pc:chgData name="主査　福島 直人" userId="S::naoto_2_fukushima@ccken.onmicrosoft.com::8f548a50-3d4a-4660-b17c-82fdb2003fd5" providerId="AD" clId="Web-{81BB9EC2-D5C5-FD2C-C85C-86C47513F5EE}" dt="2026-02-24T05:56:27.565" v="12" actId="1076"/>
      <pc:docMkLst>
        <pc:docMk/>
      </pc:docMkLst>
    </pc:docChg>
  </pc:docChgLst>
  <pc:docChgLst>
    <pc:chgData name="masazaki yoshihiro/6201258/昌崎　良浩" userId="S::yoshihiro.masazaki.mk_mcgc.com#ext#@ccken.onmicrosoft.com::338b9127-7fcd-4e96-b095-c08a802489d5" providerId="AD" clId="Web-{87A401B8-BF73-9E35-79AE-B446947A0768}"/>
    <pc:docChg chg="modSld">
      <pc:chgData name="masazaki yoshihiro/6201258/昌崎　良浩" userId="S::yoshihiro.masazaki.mk_mcgc.com#ext#@ccken.onmicrosoft.com::338b9127-7fcd-4e96-b095-c08a802489d5" providerId="AD" clId="Web-{87A401B8-BF73-9E35-79AE-B446947A0768}" dt="2026-02-26T05:52:29.870" v="239"/>
      <pc:docMkLst>
        <pc:docMk/>
      </pc:docMkLst>
    </pc:docChg>
  </pc:docChgLst>
  <pc:docChgLst>
    <pc:chgData name="主査　福島 直人" userId="S::naoto_2_fukushima@ccken.onmicrosoft.com::8f548a50-3d4a-4660-b17c-82fdb2003fd5" providerId="AD" clId="Web-{890FA7A8-72A1-E26A-704C-5225DC806B50}"/>
    <pc:docChg chg="addSld modSection">
      <pc:chgData name="主査　福島 直人" userId="S::naoto_2_fukushima@ccken.onmicrosoft.com::8f548a50-3d4a-4660-b17c-82fdb2003fd5" providerId="AD" clId="Web-{890FA7A8-72A1-E26A-704C-5225DC806B50}" dt="2026-02-11T15:07:59.487" v="0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9413" cy="493713"/>
          </a:xfrm>
          <a:prstGeom prst="rect">
            <a:avLst/>
          </a:prstGeom>
        </p:spPr>
        <p:txBody>
          <a:bodyPr vert="horz" lIns="91434" tIns="45717" rIns="91434" bIns="45717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14763" y="1"/>
            <a:ext cx="2919412" cy="493713"/>
          </a:xfrm>
          <a:prstGeom prst="rect">
            <a:avLst/>
          </a:prstGeom>
        </p:spPr>
        <p:txBody>
          <a:bodyPr vert="horz" lIns="91434" tIns="45717" rIns="91434" bIns="45717" rtlCol="0"/>
          <a:lstStyle>
            <a:lvl1pPr algn="r">
              <a:defRPr sz="1200"/>
            </a:lvl1pPr>
          </a:lstStyle>
          <a:p>
            <a:fld id="{DB19A1A4-E593-48C5-A0A7-23291AD7165E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1" y="9371013"/>
            <a:ext cx="2919413" cy="493712"/>
          </a:xfrm>
          <a:prstGeom prst="rect">
            <a:avLst/>
          </a:prstGeom>
        </p:spPr>
        <p:txBody>
          <a:bodyPr vert="horz" lIns="91434" tIns="45717" rIns="91434" bIns="45717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34" tIns="45717" rIns="91434" bIns="45717" rtlCol="0" anchor="b"/>
          <a:lstStyle>
            <a:lvl1pPr algn="r">
              <a:defRPr sz="1200"/>
            </a:lvl1pPr>
          </a:lstStyle>
          <a:p>
            <a:fld id="{BB01C0F2-D7FC-499F-AED1-4FA2AB58BE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36173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8831" cy="495029"/>
          </a:xfrm>
          <a:prstGeom prst="rect">
            <a:avLst/>
          </a:prstGeom>
        </p:spPr>
        <p:txBody>
          <a:bodyPr vert="horz" lIns="91434" tIns="45717" rIns="91434" bIns="45717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4" y="1"/>
            <a:ext cx="2918831" cy="495029"/>
          </a:xfrm>
          <a:prstGeom prst="rect">
            <a:avLst/>
          </a:prstGeom>
        </p:spPr>
        <p:txBody>
          <a:bodyPr vert="horz" lIns="91434" tIns="45717" rIns="91434" bIns="45717" rtlCol="0"/>
          <a:lstStyle>
            <a:lvl1pPr algn="r">
              <a:defRPr sz="1200"/>
            </a:lvl1pPr>
          </a:lstStyle>
          <a:p>
            <a:fld id="{DE29D9BF-E477-4981-B422-92F988F29E2D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4" tIns="45717" rIns="91434" bIns="45717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748164"/>
            <a:ext cx="5388610" cy="3884861"/>
          </a:xfrm>
          <a:prstGeom prst="rect">
            <a:avLst/>
          </a:prstGeom>
        </p:spPr>
        <p:txBody>
          <a:bodyPr vert="horz" lIns="91434" tIns="45717" rIns="91434" bIns="45717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371286"/>
            <a:ext cx="2918831" cy="495028"/>
          </a:xfrm>
          <a:prstGeom prst="rect">
            <a:avLst/>
          </a:prstGeom>
        </p:spPr>
        <p:txBody>
          <a:bodyPr vert="horz" lIns="91434" tIns="45717" rIns="91434" bIns="45717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4" y="9371286"/>
            <a:ext cx="2918831" cy="495028"/>
          </a:xfrm>
          <a:prstGeom prst="rect">
            <a:avLst/>
          </a:prstGeom>
        </p:spPr>
        <p:txBody>
          <a:bodyPr vert="horz" lIns="91434" tIns="45717" rIns="91434" bIns="45717" rtlCol="0" anchor="b"/>
          <a:lstStyle>
            <a:lvl1pPr algn="r">
              <a:defRPr sz="1200"/>
            </a:lvl1pPr>
          </a:lstStyle>
          <a:p>
            <a:fld id="{DC01644C-2238-481D-829D-5B70BE41F1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3447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79163" rtl="0" eaLnBrk="1" latinLnBrk="0" hangingPunct="1">
      <a:defRPr kumimoji="1" sz="1000" kern="1200">
        <a:solidFill>
          <a:schemeClr val="tx1"/>
        </a:solidFill>
        <a:latin typeface="+mn-lt"/>
        <a:ea typeface="+mn-ea"/>
        <a:cs typeface="+mn-cs"/>
      </a:defRPr>
    </a:lvl1pPr>
    <a:lvl2pPr marL="389582" algn="l" defTabSz="779163" rtl="0" eaLnBrk="1" latinLnBrk="0" hangingPunct="1">
      <a:defRPr kumimoji="1" sz="1000" kern="1200">
        <a:solidFill>
          <a:schemeClr val="tx1"/>
        </a:solidFill>
        <a:latin typeface="+mn-lt"/>
        <a:ea typeface="+mn-ea"/>
        <a:cs typeface="+mn-cs"/>
      </a:defRPr>
    </a:lvl2pPr>
    <a:lvl3pPr marL="779163" algn="l" defTabSz="779163" rtl="0" eaLnBrk="1" latinLnBrk="0" hangingPunct="1">
      <a:defRPr kumimoji="1" sz="1000" kern="1200">
        <a:solidFill>
          <a:schemeClr val="tx1"/>
        </a:solidFill>
        <a:latin typeface="+mn-lt"/>
        <a:ea typeface="+mn-ea"/>
        <a:cs typeface="+mn-cs"/>
      </a:defRPr>
    </a:lvl3pPr>
    <a:lvl4pPr marL="1168745" algn="l" defTabSz="779163" rtl="0" eaLnBrk="1" latinLnBrk="0" hangingPunct="1">
      <a:defRPr kumimoji="1" sz="1000" kern="1200">
        <a:solidFill>
          <a:schemeClr val="tx1"/>
        </a:solidFill>
        <a:latin typeface="+mn-lt"/>
        <a:ea typeface="+mn-ea"/>
        <a:cs typeface="+mn-cs"/>
      </a:defRPr>
    </a:lvl4pPr>
    <a:lvl5pPr marL="1558326" algn="l" defTabSz="779163" rtl="0" eaLnBrk="1" latinLnBrk="0" hangingPunct="1">
      <a:defRPr kumimoji="1" sz="1000" kern="1200">
        <a:solidFill>
          <a:schemeClr val="tx1"/>
        </a:solidFill>
        <a:latin typeface="+mn-lt"/>
        <a:ea typeface="+mn-ea"/>
        <a:cs typeface="+mn-cs"/>
      </a:defRPr>
    </a:lvl5pPr>
    <a:lvl6pPr marL="1947908" algn="l" defTabSz="779163" rtl="0" eaLnBrk="1" latinLnBrk="0" hangingPunct="1">
      <a:defRPr kumimoji="1" sz="1000" kern="1200">
        <a:solidFill>
          <a:schemeClr val="tx1"/>
        </a:solidFill>
        <a:latin typeface="+mn-lt"/>
        <a:ea typeface="+mn-ea"/>
        <a:cs typeface="+mn-cs"/>
      </a:defRPr>
    </a:lvl6pPr>
    <a:lvl7pPr marL="2337489" algn="l" defTabSz="779163" rtl="0" eaLnBrk="1" latinLnBrk="0" hangingPunct="1">
      <a:defRPr kumimoji="1" sz="1000" kern="1200">
        <a:solidFill>
          <a:schemeClr val="tx1"/>
        </a:solidFill>
        <a:latin typeface="+mn-lt"/>
        <a:ea typeface="+mn-ea"/>
        <a:cs typeface="+mn-cs"/>
      </a:defRPr>
    </a:lvl7pPr>
    <a:lvl8pPr marL="2727071" algn="l" defTabSz="779163" rtl="0" eaLnBrk="1" latinLnBrk="0" hangingPunct="1">
      <a:defRPr kumimoji="1" sz="1000" kern="1200">
        <a:solidFill>
          <a:schemeClr val="tx1"/>
        </a:solidFill>
        <a:latin typeface="+mn-lt"/>
        <a:ea typeface="+mn-ea"/>
        <a:cs typeface="+mn-cs"/>
      </a:defRPr>
    </a:lvl8pPr>
    <a:lvl9pPr marL="3116652" algn="l" defTabSz="779163" rtl="0" eaLnBrk="1" latinLnBrk="0" hangingPunct="1">
      <a:defRPr kumimoji="1"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0A646-B329-5E98-87B8-E05C3F08E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868C499-41B4-34DA-139F-ED18C1D9B1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9575" y="1233488"/>
            <a:ext cx="5916613" cy="33289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2B7B686-648C-A8C5-68B0-62BFC5C3C8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D0FEDE-9E26-8DD6-E732-E66648938E0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ja-JP" altLang="en-US">
                <a:solidFill>
                  <a:srgbClr val="000000"/>
                </a:solidFill>
              </a:rPr>
              <a:t>2010/XX/XX</a:t>
            </a: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ECC8963-E9FB-38A9-87DA-1052835F65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9AF675-972C-48C2-A11D-0BAB7A64330E}" type="slidenum">
              <a:rPr lang="en-US" altLang="ja-JP" smtClean="0">
                <a:solidFill>
                  <a:srgbClr val="000000"/>
                </a:solidFill>
              </a:rPr>
              <a:pPr/>
              <a:t>1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60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29147-C534-E2C1-45E0-1DA529B4F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49C1600-7DEB-FB95-08A1-398A656CF6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9575" y="1233488"/>
            <a:ext cx="5916613" cy="33289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5D99572-BF96-B2AA-5A96-E99D7CB68B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100BD1-40FD-3458-D985-040371D9370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ja-JP" altLang="en-US">
                <a:solidFill>
                  <a:srgbClr val="000000"/>
                </a:solidFill>
              </a:rPr>
              <a:t>2010/XX/XX</a:t>
            </a: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3C81472-4990-6841-3416-121E5FB1C0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9AF675-972C-48C2-A11D-0BAB7A64330E}" type="slidenum">
              <a:rPr lang="en-US" altLang="ja-JP" smtClean="0">
                <a:solidFill>
                  <a:srgbClr val="000000"/>
                </a:solidFill>
              </a:rPr>
              <a:pPr/>
              <a:t>2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4579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F0101-BCDF-F89B-9DE3-18FF81A5E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731EA2E-7C33-38F1-72B2-DCBCC1C94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9575" y="1233488"/>
            <a:ext cx="5916613" cy="33289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533B1AB-EB64-5566-6E94-2E2B030DF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FE042C-6B71-0F6D-8867-BDEE2A19447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ja-JP" altLang="en-US">
                <a:solidFill>
                  <a:srgbClr val="000000"/>
                </a:solidFill>
              </a:rPr>
              <a:t>2010/XX/XX</a:t>
            </a: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34FFDC9-08DA-A049-8DD3-6AB2DDBE10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9AF675-972C-48C2-A11D-0BAB7A64330E}" type="slidenum">
              <a:rPr lang="en-US" altLang="ja-JP" smtClean="0">
                <a:solidFill>
                  <a:srgbClr val="000000"/>
                </a:solidFill>
              </a:rPr>
              <a:pPr/>
              <a:t>3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671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D6A82-88BA-1B97-9BA5-3E712556B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5E3660A-83D4-22DC-2A7A-63D8277472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9575" y="1233488"/>
            <a:ext cx="5916613" cy="33289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32E20C5-042D-95B9-BD30-E998A750D8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3A1A46-2712-8D98-BFF1-D3A57731132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ja-JP" altLang="en-US">
                <a:solidFill>
                  <a:srgbClr val="000000"/>
                </a:solidFill>
              </a:rPr>
              <a:t>2010/XX/XX</a:t>
            </a: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CEBC4E2-DB1B-8D08-FA91-2AE2A1F744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9AF675-972C-48C2-A11D-0BAB7A64330E}" type="slidenum">
              <a:rPr lang="en-US" altLang="ja-JP" smtClean="0">
                <a:solidFill>
                  <a:srgbClr val="000000"/>
                </a:solidFill>
              </a:rPr>
              <a:pPr/>
              <a:t>5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4154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750E2-A24E-F2D0-461E-59A1F2465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879F5CA-8147-89BE-E697-CCF54CCCE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9575" y="1233488"/>
            <a:ext cx="5916613" cy="33289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1A0B927-441F-4E9D-BF49-CC568CC2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770D0A-5F8D-1FA9-2553-5892C0B1A68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ja-JP" altLang="en-US">
                <a:solidFill>
                  <a:srgbClr val="000000"/>
                </a:solidFill>
              </a:rPr>
              <a:t>2010/XX/XX</a:t>
            </a: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74393DA-D6D1-EE1E-FF7C-AD5652436D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9AF675-972C-48C2-A11D-0BAB7A64330E}" type="slidenum">
              <a:rPr lang="en-US" altLang="ja-JP" smtClean="0">
                <a:solidFill>
                  <a:srgbClr val="000000"/>
                </a:solidFill>
              </a:rPr>
              <a:pPr/>
              <a:t>9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2989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34E5102-D1CA-3F6A-58E5-66711485C20C}"/>
              </a:ext>
            </a:extLst>
          </p:cNvPr>
          <p:cNvSpPr/>
          <p:nvPr userDrawn="1"/>
        </p:nvSpPr>
        <p:spPr bwMode="auto">
          <a:xfrm>
            <a:off x="-7263" y="4970529"/>
            <a:ext cx="9144000" cy="178594"/>
          </a:xfrm>
          <a:prstGeom prst="rect">
            <a:avLst/>
          </a:prstGeom>
          <a:solidFill>
            <a:srgbClr val="40587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49299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58362" y="1456136"/>
            <a:ext cx="8009792" cy="665559"/>
          </a:xfrm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</a:extLst>
        </p:spPr>
        <p:txBody>
          <a:bodyPr tIns="38958" anchor="ctr"/>
          <a:lstStyle>
            <a:lvl1pPr>
              <a:defRPr sz="340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pPr lvl="0"/>
            <a:r>
              <a:rPr lang="ja-JP" altLang="en-US" noProof="0"/>
              <a:t>マスタ タイトルの書式設定</a:t>
            </a:r>
          </a:p>
        </p:txBody>
      </p:sp>
      <p:sp>
        <p:nvSpPr>
          <p:cNvPr id="149299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009651" y="3090863"/>
            <a:ext cx="7923334" cy="540342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pPr lvl="0"/>
            <a:r>
              <a:rPr lang="ja-JP" altLang="en-US" noProof="0"/>
              <a:t>マスタ サブタイトルの書式設定</a:t>
            </a:r>
          </a:p>
        </p:txBody>
      </p:sp>
      <p:sp>
        <p:nvSpPr>
          <p:cNvPr id="1492997" name="Rectangle 5"/>
          <p:cNvSpPr>
            <a:spLocks noChangeArrowheads="1"/>
          </p:cNvSpPr>
          <p:nvPr/>
        </p:nvSpPr>
        <p:spPr bwMode="auto">
          <a:xfrm>
            <a:off x="838200" y="1428750"/>
            <a:ext cx="77724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980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7916" tIns="38958" rIns="77916" bIns="38958" anchor="b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ja-JP" sz="20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92998" name="Rectangle 6"/>
          <p:cNvSpPr>
            <a:spLocks noChangeArrowheads="1"/>
          </p:cNvSpPr>
          <p:nvPr/>
        </p:nvSpPr>
        <p:spPr bwMode="auto">
          <a:xfrm>
            <a:off x="1676401" y="3714750"/>
            <a:ext cx="6101862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7916" tIns="38958" rIns="77916" bIns="38958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ja-JP" sz="20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92999" name="Rectangle 7"/>
          <p:cNvSpPr>
            <a:spLocks noChangeArrowheads="1"/>
          </p:cNvSpPr>
          <p:nvPr/>
        </p:nvSpPr>
        <p:spPr bwMode="auto">
          <a:xfrm>
            <a:off x="1676401" y="3714750"/>
            <a:ext cx="6101862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7916" tIns="38958" rIns="77916" bIns="38958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ja-JP" sz="20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93015" name="Line 23"/>
          <p:cNvSpPr>
            <a:spLocks noChangeShapeType="1"/>
          </p:cNvSpPr>
          <p:nvPr userDrawn="1"/>
        </p:nvSpPr>
        <p:spPr bwMode="auto">
          <a:xfrm>
            <a:off x="0" y="323123"/>
            <a:ext cx="9144000" cy="119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7916" tIns="38958" rIns="77916" bIns="38958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 sz="900">
              <a:solidFill>
                <a:srgbClr val="000000"/>
              </a:solidFill>
              <a:latin typeface="Arial" charset="0"/>
            </a:endParaRPr>
          </a:p>
        </p:txBody>
      </p:sp>
      <p:pic>
        <p:nvPicPr>
          <p:cNvPr id="1026" name="Picture 2" descr="三菱CC研究会 Mitsubishi Computer Communication Research Association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1155" y="33337"/>
            <a:ext cx="3411415" cy="250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1"/>
          <p:cNvSpPr txBox="1">
            <a:spLocks noChangeArrowheads="1"/>
          </p:cNvSpPr>
          <p:nvPr userDrawn="1"/>
        </p:nvSpPr>
        <p:spPr bwMode="auto">
          <a:xfrm>
            <a:off x="2083852" y="4963716"/>
            <a:ext cx="6575034" cy="179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7916" tIns="9203" rIns="77916" bIns="9203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marL="0" algn="r" defTabSz="914400" rtl="0" eaLnBrk="1" latinLnBrk="0" hangingPunct="1">
              <a:defRPr kumimoji="1" sz="9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>
                <a:solidFill>
                  <a:srgbClr val="FFFFFF"/>
                </a:solidFill>
              </a:rPr>
              <a:t>Copyright  Mitsubishi Computer Communication Research Association All rights reserved.  Proprietary &amp; Confidential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FCCFC2E-B33C-E329-022A-E77BD53CEFE7}"/>
              </a:ext>
            </a:extLst>
          </p:cNvPr>
          <p:cNvSpPr/>
          <p:nvPr userDrawn="1"/>
        </p:nvSpPr>
        <p:spPr bwMode="auto">
          <a:xfrm>
            <a:off x="865573" y="1450651"/>
            <a:ext cx="88858" cy="680847"/>
          </a:xfrm>
          <a:prstGeom prst="rect">
            <a:avLst/>
          </a:prstGeom>
          <a:solidFill>
            <a:srgbClr val="0060C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AB45DCA-ED2D-835D-CDDD-C75F42AB0A82}"/>
              </a:ext>
            </a:extLst>
          </p:cNvPr>
          <p:cNvSpPr/>
          <p:nvPr userDrawn="1"/>
        </p:nvSpPr>
        <p:spPr bwMode="auto">
          <a:xfrm>
            <a:off x="865573" y="3044785"/>
            <a:ext cx="88857" cy="1131616"/>
          </a:xfrm>
          <a:prstGeom prst="rect">
            <a:avLst/>
          </a:prstGeom>
          <a:solidFill>
            <a:srgbClr val="0060C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85793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66286" y="4964907"/>
            <a:ext cx="477715" cy="178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7916" tIns="9203" rIns="77916" bIns="9203" numCol="1" anchor="ctr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5CE835A6-4A53-49E7-9E15-10ED7101D083}" type="slidenum">
              <a:rPr lang="en-US" altLang="ja-JP" smtClean="0">
                <a:solidFill>
                  <a:srgbClr val="FFFFFF"/>
                </a:solidFill>
              </a:rPr>
              <a:pPr/>
              <a:t>‹#›</a:t>
            </a:fld>
            <a:endParaRPr lang="en-US" altLang="ja-JP">
              <a:solidFill>
                <a:srgbClr val="FFFFFF"/>
              </a:solidFill>
            </a:endParaRPr>
          </a:p>
        </p:txBody>
      </p:sp>
      <p:sp>
        <p:nvSpPr>
          <p:cNvPr id="11" name="Line 17"/>
          <p:cNvSpPr>
            <a:spLocks noChangeShapeType="1"/>
          </p:cNvSpPr>
          <p:nvPr userDrawn="1"/>
        </p:nvSpPr>
        <p:spPr bwMode="auto">
          <a:xfrm>
            <a:off x="8629650" y="4969670"/>
            <a:ext cx="0" cy="173831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7916" tIns="38958" rIns="77916" bIns="38958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 sz="9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6" name="タイトル 1"/>
          <p:cNvSpPr>
            <a:spLocks noGrp="1"/>
          </p:cNvSpPr>
          <p:nvPr>
            <p:ph type="title"/>
          </p:nvPr>
        </p:nvSpPr>
        <p:spPr>
          <a:xfrm>
            <a:off x="113386" y="45577"/>
            <a:ext cx="7281603" cy="316706"/>
          </a:xfrm>
        </p:spPr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75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0909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4433A3B-7100-B6A7-795D-4ADB208076BD}"/>
              </a:ext>
            </a:extLst>
          </p:cNvPr>
          <p:cNvGraphicFramePr>
            <a:graphicFrameLocks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1114406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6" imgW="478" imgH="486" progId="TCLayout.ActiveDocument.1">
                  <p:embed/>
                </p:oleObj>
              </mc:Choice>
              <mc:Fallback>
                <p:oleObj name="think-cellスライド" r:id="rId6" imgW="478" imgH="48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4433A3B-7100-B6A7-795D-4ADB208076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197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4864" y="288131"/>
            <a:ext cx="8919906" cy="367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7916" tIns="38958" rIns="77916" bIns="3895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149197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24864" y="14869"/>
            <a:ext cx="7258160" cy="316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7916" tIns="0" rIns="77916" bIns="3895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491979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82717" y="4963716"/>
            <a:ext cx="5977304" cy="179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7916" tIns="9203" rIns="77916" bIns="9203" numCol="1" anchor="ctr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ja-JP">
                <a:solidFill>
                  <a:srgbClr val="FFFFFF"/>
                </a:solidFill>
              </a:rPr>
              <a:t>Copyright 2015 Mitsubishi Corporation IT Planning Dept. All rights reserved.  Proprietary &amp; Confidential</a:t>
            </a:r>
          </a:p>
        </p:txBody>
      </p:sp>
      <p:sp>
        <p:nvSpPr>
          <p:cNvPr id="1491980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66286" y="4964907"/>
            <a:ext cx="477715" cy="178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7916" tIns="9203" rIns="77916" bIns="9203" numCol="1" anchor="ctr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CE835A6-4A53-49E7-9E15-10ED7101D083}" type="slidenum">
              <a:rPr lang="en-US" altLang="ja-JP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ja-JP">
              <a:solidFill>
                <a:srgbClr val="FFFFFF"/>
              </a:solidFill>
            </a:endParaRPr>
          </a:p>
        </p:txBody>
      </p:sp>
      <p:sp>
        <p:nvSpPr>
          <p:cNvPr id="1491985" name="Line 17"/>
          <p:cNvSpPr>
            <a:spLocks noChangeShapeType="1"/>
          </p:cNvSpPr>
          <p:nvPr userDrawn="1"/>
        </p:nvSpPr>
        <p:spPr bwMode="auto">
          <a:xfrm>
            <a:off x="8629650" y="4969670"/>
            <a:ext cx="0" cy="173831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7916" tIns="38958" rIns="77916" bIns="38958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 sz="9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491989" name="Line 21"/>
          <p:cNvSpPr>
            <a:spLocks noChangeShapeType="1"/>
          </p:cNvSpPr>
          <p:nvPr userDrawn="1"/>
        </p:nvSpPr>
        <p:spPr bwMode="auto">
          <a:xfrm>
            <a:off x="0" y="323123"/>
            <a:ext cx="9144000" cy="119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7916" tIns="38958" rIns="77916" bIns="38958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 sz="9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" name="日付プレースホルダー 1"/>
          <p:cNvSpPr>
            <a:spLocks noGrp="1"/>
          </p:cNvSpPr>
          <p:nvPr>
            <p:ph type="dt" sz="half" idx="2"/>
          </p:nvPr>
        </p:nvSpPr>
        <p:spPr>
          <a:xfrm>
            <a:off x="0" y="4956463"/>
            <a:ext cx="2057400" cy="187039"/>
          </a:xfrm>
          <a:prstGeom prst="rect">
            <a:avLst/>
          </a:prstGeom>
        </p:spPr>
        <p:txBody>
          <a:bodyPr vert="horz" lIns="77916" tIns="38958" rIns="77916" bIns="38958" rtlCol="0"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28BF670-20B2-4051-8460-6C923474228A}" type="datetimeFigureOut">
              <a:rPr lang="ja-JP" altLang="en-US" smtClean="0">
                <a:solidFill>
                  <a:srgbClr val="FFFFFF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2026/7/31</a:t>
            </a:fld>
            <a:endParaRPr lang="ja-JP" altLang="en-US">
              <a:solidFill>
                <a:srgbClr val="FFFFFF"/>
              </a:solidFill>
              <a:latin typeface="Arial" charset="0"/>
            </a:endParaRPr>
          </a:p>
        </p:txBody>
      </p:sp>
      <p:pic>
        <p:nvPicPr>
          <p:cNvPr id="14" name="Picture 2" descr="三菱CC研究会 Mitsubishi Computer Communication Research Association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1155" y="33337"/>
            <a:ext cx="3411415" cy="250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0B9366B-76DA-56A2-B2F2-69EF5B74BD39}"/>
              </a:ext>
            </a:extLst>
          </p:cNvPr>
          <p:cNvSpPr/>
          <p:nvPr userDrawn="1"/>
        </p:nvSpPr>
        <p:spPr bwMode="auto">
          <a:xfrm>
            <a:off x="-7263" y="4970529"/>
            <a:ext cx="9144000" cy="178594"/>
          </a:xfrm>
          <a:prstGeom prst="rect">
            <a:avLst/>
          </a:prstGeom>
          <a:solidFill>
            <a:srgbClr val="40587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29D834C6-DD7F-3F62-7A95-BF2ABB2602F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083852" y="4963716"/>
            <a:ext cx="6575034" cy="179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7916" tIns="9203" rIns="77916" bIns="9203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marL="0" algn="r" defTabSz="914400" rtl="0" eaLnBrk="1" latinLnBrk="0" hangingPunct="1">
              <a:defRPr kumimoji="1" sz="9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>
                <a:solidFill>
                  <a:srgbClr val="FFFFFF"/>
                </a:solidFill>
              </a:rPr>
              <a:t>Copyright  Mitsubishi Computer Communication Research Association All rights reserved.  Proprietary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3933015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91" r:id="rId3"/>
  </p:sldLayoutIdLst>
  <p:hf hdr="0"/>
  <p:txStyles>
    <p:titleStyle>
      <a:lvl1pPr algn="l" rtl="0" fontAlgn="base">
        <a:lnSpc>
          <a:spcPct val="115000"/>
        </a:lnSpc>
        <a:spcBef>
          <a:spcPct val="0"/>
        </a:spcBef>
        <a:spcAft>
          <a:spcPct val="0"/>
        </a:spcAft>
        <a:defRPr kumimoji="1" sz="1700" b="1">
          <a:solidFill>
            <a:schemeClr val="bg1">
              <a:lumMod val="50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algn="l" rtl="0" fontAlgn="base">
        <a:lnSpc>
          <a:spcPct val="115000"/>
        </a:lnSpc>
        <a:spcBef>
          <a:spcPct val="0"/>
        </a:spcBef>
        <a:spcAft>
          <a:spcPct val="0"/>
        </a:spcAft>
        <a:defRPr kumimoji="1" b="1">
          <a:solidFill>
            <a:schemeClr val="tx1"/>
          </a:solidFill>
          <a:latin typeface="ＭＳ Ｐゴシック" charset="-128"/>
          <a:ea typeface="ＭＳ Ｐゴシック" charset="-128"/>
        </a:defRPr>
      </a:lvl2pPr>
      <a:lvl3pPr algn="l" rtl="0" fontAlgn="base">
        <a:lnSpc>
          <a:spcPct val="115000"/>
        </a:lnSpc>
        <a:spcBef>
          <a:spcPct val="0"/>
        </a:spcBef>
        <a:spcAft>
          <a:spcPct val="0"/>
        </a:spcAft>
        <a:defRPr kumimoji="1" b="1">
          <a:solidFill>
            <a:schemeClr val="tx1"/>
          </a:solidFill>
          <a:latin typeface="ＭＳ Ｐゴシック" charset="-128"/>
          <a:ea typeface="ＭＳ Ｐゴシック" charset="-128"/>
        </a:defRPr>
      </a:lvl3pPr>
      <a:lvl4pPr algn="l" rtl="0" fontAlgn="base">
        <a:lnSpc>
          <a:spcPct val="115000"/>
        </a:lnSpc>
        <a:spcBef>
          <a:spcPct val="0"/>
        </a:spcBef>
        <a:spcAft>
          <a:spcPct val="0"/>
        </a:spcAft>
        <a:defRPr kumimoji="1" b="1">
          <a:solidFill>
            <a:schemeClr val="tx1"/>
          </a:solidFill>
          <a:latin typeface="ＭＳ Ｐゴシック" charset="-128"/>
          <a:ea typeface="ＭＳ Ｐゴシック" charset="-128"/>
        </a:defRPr>
      </a:lvl4pPr>
      <a:lvl5pPr algn="l" rtl="0" fontAlgn="base">
        <a:lnSpc>
          <a:spcPct val="115000"/>
        </a:lnSpc>
        <a:spcBef>
          <a:spcPct val="0"/>
        </a:spcBef>
        <a:spcAft>
          <a:spcPct val="0"/>
        </a:spcAft>
        <a:defRPr kumimoji="1" b="1">
          <a:solidFill>
            <a:schemeClr val="tx1"/>
          </a:solidFill>
          <a:latin typeface="ＭＳ Ｐゴシック" charset="-128"/>
          <a:ea typeface="ＭＳ Ｐゴシック" charset="-128"/>
        </a:defRPr>
      </a:lvl5pPr>
      <a:lvl6pPr marL="389582" algn="l" rtl="0" fontAlgn="base">
        <a:lnSpc>
          <a:spcPct val="115000"/>
        </a:lnSpc>
        <a:spcBef>
          <a:spcPct val="0"/>
        </a:spcBef>
        <a:spcAft>
          <a:spcPct val="0"/>
        </a:spcAft>
        <a:defRPr kumimoji="1" b="1">
          <a:solidFill>
            <a:schemeClr val="tx1"/>
          </a:solidFill>
          <a:latin typeface="ＭＳ Ｐゴシック" charset="-128"/>
          <a:ea typeface="ＭＳ Ｐゴシック" charset="-128"/>
        </a:defRPr>
      </a:lvl6pPr>
      <a:lvl7pPr marL="779163" algn="l" rtl="0" fontAlgn="base">
        <a:lnSpc>
          <a:spcPct val="115000"/>
        </a:lnSpc>
        <a:spcBef>
          <a:spcPct val="0"/>
        </a:spcBef>
        <a:spcAft>
          <a:spcPct val="0"/>
        </a:spcAft>
        <a:defRPr kumimoji="1" b="1">
          <a:solidFill>
            <a:schemeClr val="tx1"/>
          </a:solidFill>
          <a:latin typeface="ＭＳ Ｐゴシック" charset="-128"/>
          <a:ea typeface="ＭＳ Ｐゴシック" charset="-128"/>
        </a:defRPr>
      </a:lvl7pPr>
      <a:lvl8pPr marL="1168745" algn="l" rtl="0" fontAlgn="base">
        <a:lnSpc>
          <a:spcPct val="115000"/>
        </a:lnSpc>
        <a:spcBef>
          <a:spcPct val="0"/>
        </a:spcBef>
        <a:spcAft>
          <a:spcPct val="0"/>
        </a:spcAft>
        <a:defRPr kumimoji="1" b="1">
          <a:solidFill>
            <a:schemeClr val="tx1"/>
          </a:solidFill>
          <a:latin typeface="ＭＳ Ｐゴシック" charset="-128"/>
          <a:ea typeface="ＭＳ Ｐゴシック" charset="-128"/>
        </a:defRPr>
      </a:lvl8pPr>
      <a:lvl9pPr marL="1558326" algn="l" rtl="0" fontAlgn="base">
        <a:lnSpc>
          <a:spcPct val="115000"/>
        </a:lnSpc>
        <a:spcBef>
          <a:spcPct val="0"/>
        </a:spcBef>
        <a:spcAft>
          <a:spcPct val="0"/>
        </a:spcAft>
        <a:defRPr kumimoji="1" b="1">
          <a:solidFill>
            <a:schemeClr val="tx1"/>
          </a:solidFill>
          <a:latin typeface="ＭＳ Ｐゴシック" charset="-128"/>
          <a:ea typeface="ＭＳ Ｐゴシック" charset="-128"/>
        </a:defRPr>
      </a:lvl9pPr>
    </p:titleStyle>
    <p:bodyStyle>
      <a:lvl1pPr marL="0" indent="0" algn="l" rtl="0" fontAlgn="base">
        <a:lnSpc>
          <a:spcPct val="125000"/>
        </a:lnSpc>
        <a:spcBef>
          <a:spcPct val="5000"/>
        </a:spcBef>
        <a:spcAft>
          <a:spcPct val="0"/>
        </a:spcAft>
        <a:buClr>
          <a:schemeClr val="tx1"/>
        </a:buClr>
        <a:buFontTx/>
        <a:buNone/>
        <a:defRPr kumimoji="1" sz="1500" b="1">
          <a:solidFill>
            <a:schemeClr val="bg1">
              <a:lumMod val="50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marL="301655" indent="0" algn="l" rtl="0" fontAlgn="base">
        <a:lnSpc>
          <a:spcPct val="125000"/>
        </a:lnSpc>
        <a:spcBef>
          <a:spcPct val="5000"/>
        </a:spcBef>
        <a:spcAft>
          <a:spcPct val="0"/>
        </a:spcAft>
        <a:buClr>
          <a:schemeClr val="tx1"/>
        </a:buClr>
        <a:buFontTx/>
        <a:buNone/>
        <a:defRPr kumimoji="1" sz="1700">
          <a:solidFill>
            <a:schemeClr val="bg1">
              <a:lumMod val="50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2pPr>
      <a:lvl3pPr marL="610075" indent="0" algn="l" rtl="0" fontAlgn="base">
        <a:lnSpc>
          <a:spcPct val="125000"/>
        </a:lnSpc>
        <a:spcBef>
          <a:spcPct val="5000"/>
        </a:spcBef>
        <a:spcAft>
          <a:spcPct val="0"/>
        </a:spcAft>
        <a:buClr>
          <a:schemeClr val="tx1"/>
        </a:buClr>
        <a:buFontTx/>
        <a:buNone/>
        <a:defRPr kumimoji="1" sz="1700">
          <a:solidFill>
            <a:schemeClr val="bg1">
              <a:lumMod val="50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3pPr>
      <a:lvl4pPr marL="919845" indent="0" algn="l" rtl="0" fontAlgn="base">
        <a:lnSpc>
          <a:spcPct val="125000"/>
        </a:lnSpc>
        <a:spcBef>
          <a:spcPct val="5000"/>
        </a:spcBef>
        <a:spcAft>
          <a:spcPct val="0"/>
        </a:spcAft>
        <a:buClr>
          <a:schemeClr val="tx1"/>
        </a:buClr>
        <a:buSzPct val="80000"/>
        <a:buFontTx/>
        <a:buNone/>
        <a:defRPr kumimoji="1" sz="1700">
          <a:solidFill>
            <a:schemeClr val="bg1">
              <a:lumMod val="50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4pPr>
      <a:lvl5pPr marL="1228264" indent="0" algn="l" rtl="0" fontAlgn="base">
        <a:lnSpc>
          <a:spcPct val="125000"/>
        </a:lnSpc>
        <a:spcBef>
          <a:spcPct val="5000"/>
        </a:spcBef>
        <a:spcAft>
          <a:spcPct val="0"/>
        </a:spcAft>
        <a:buClr>
          <a:schemeClr val="tx1"/>
        </a:buClr>
        <a:buFontTx/>
        <a:buNone/>
        <a:defRPr kumimoji="1" sz="1700">
          <a:solidFill>
            <a:schemeClr val="bg1">
              <a:lumMod val="50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5pPr>
      <a:lvl6pPr marL="1762587" indent="-144740" algn="l" rtl="0" fontAlgn="base">
        <a:lnSpc>
          <a:spcPct val="125000"/>
        </a:lnSpc>
        <a:spcBef>
          <a:spcPct val="5000"/>
        </a:spcBef>
        <a:spcAft>
          <a:spcPct val="0"/>
        </a:spcAft>
        <a:buClr>
          <a:schemeClr val="tx1"/>
        </a:buClr>
        <a:buChar char="•"/>
        <a:defRPr kumimoji="1" sz="1000">
          <a:solidFill>
            <a:schemeClr val="tx1"/>
          </a:solidFill>
          <a:latin typeface="+mn-lt"/>
          <a:ea typeface="+mn-ea"/>
        </a:defRPr>
      </a:lvl6pPr>
      <a:lvl7pPr marL="2152168" indent="-144740" algn="l" rtl="0" fontAlgn="base">
        <a:lnSpc>
          <a:spcPct val="125000"/>
        </a:lnSpc>
        <a:spcBef>
          <a:spcPct val="5000"/>
        </a:spcBef>
        <a:spcAft>
          <a:spcPct val="0"/>
        </a:spcAft>
        <a:buClr>
          <a:schemeClr val="tx1"/>
        </a:buClr>
        <a:buChar char="•"/>
        <a:defRPr kumimoji="1" sz="1000">
          <a:solidFill>
            <a:schemeClr val="tx1"/>
          </a:solidFill>
          <a:latin typeface="+mn-lt"/>
          <a:ea typeface="+mn-ea"/>
        </a:defRPr>
      </a:lvl7pPr>
      <a:lvl8pPr marL="2541749" indent="-144740" algn="l" rtl="0" fontAlgn="base">
        <a:lnSpc>
          <a:spcPct val="125000"/>
        </a:lnSpc>
        <a:spcBef>
          <a:spcPct val="5000"/>
        </a:spcBef>
        <a:spcAft>
          <a:spcPct val="0"/>
        </a:spcAft>
        <a:buClr>
          <a:schemeClr val="tx1"/>
        </a:buClr>
        <a:buChar char="•"/>
        <a:defRPr kumimoji="1" sz="1000">
          <a:solidFill>
            <a:schemeClr val="tx1"/>
          </a:solidFill>
          <a:latin typeface="+mn-lt"/>
          <a:ea typeface="+mn-ea"/>
        </a:defRPr>
      </a:lvl8pPr>
      <a:lvl9pPr marL="2931330" indent="-144740" algn="l" rtl="0" fontAlgn="base">
        <a:lnSpc>
          <a:spcPct val="125000"/>
        </a:lnSpc>
        <a:spcBef>
          <a:spcPct val="5000"/>
        </a:spcBef>
        <a:spcAft>
          <a:spcPct val="0"/>
        </a:spcAft>
        <a:buClr>
          <a:schemeClr val="tx1"/>
        </a:buClr>
        <a:buChar char="•"/>
        <a:defRPr kumimoji="1" sz="1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779163" rtl="0" eaLnBrk="1" latinLnBrk="0" hangingPunct="1"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9582" algn="l" defTabSz="779163" rtl="0" eaLnBrk="1" latinLnBrk="0" hangingPunct="1"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79163" algn="l" defTabSz="779163" rtl="0" eaLnBrk="1" latinLnBrk="0" hangingPunct="1"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68745" algn="l" defTabSz="779163" rtl="0" eaLnBrk="1" latinLnBrk="0" hangingPunct="1"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58326" algn="l" defTabSz="779163" rtl="0" eaLnBrk="1" latinLnBrk="0" hangingPunct="1"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47908" algn="l" defTabSz="779163" rtl="0" eaLnBrk="1" latinLnBrk="0" hangingPunct="1"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37489" algn="l" defTabSz="779163" rtl="0" eaLnBrk="1" latinLnBrk="0" hangingPunct="1"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27071" algn="l" defTabSz="779163" rtl="0" eaLnBrk="1" latinLnBrk="0" hangingPunct="1"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16652" algn="l" defTabSz="779163" rtl="0" eaLnBrk="1" latinLnBrk="0" hangingPunct="1"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martsheet.com/content/agile-maturity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A72E9-3A4C-6E37-648B-A85A3E33C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D89429-7FAA-C501-611C-DF119E117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86" y="14869"/>
            <a:ext cx="7281603" cy="316706"/>
          </a:xfrm>
        </p:spPr>
        <p:txBody>
          <a:bodyPr/>
          <a:lstStyle/>
          <a:p>
            <a:r>
              <a:rPr lang="ja-JP" altLang="en-US">
                <a:solidFill>
                  <a:schemeClr val="tx1"/>
                </a:solidFill>
                <a:latin typeface="Meiryo UI"/>
                <a:ea typeface="Meiryo UI"/>
              </a:rPr>
              <a:t>目次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A00D301-47FC-7C84-6FA6-2902940DE630}"/>
              </a:ext>
            </a:extLst>
          </p:cNvPr>
          <p:cNvSpPr/>
          <p:nvPr/>
        </p:nvSpPr>
        <p:spPr>
          <a:xfrm>
            <a:off x="608686" y="673727"/>
            <a:ext cx="7981594" cy="405273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7916" tIns="38958" rIns="77916" bIns="38958" rtlCol="0" anchor="t" anchorCtr="0"/>
          <a:lstStyle/>
          <a:p>
            <a:pPr marL="292100" indent="-292100" defTabSz="718291" fontAlgn="base">
              <a:spcBef>
                <a:spcPts val="511"/>
              </a:spcBef>
              <a:spcAft>
                <a:spcPct val="0"/>
              </a:spcAft>
              <a:buFont typeface="+mj-lt"/>
              <a:buAutoNum type="arabicPeriod"/>
            </a:pPr>
            <a:r>
              <a:rPr lang="ja-JP" altLang="en-US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 研究の背景</a:t>
            </a:r>
            <a:endParaRPr lang="en-US" altLang="ja-JP" sz="2400" b="1" dirty="0">
              <a:solidFill>
                <a:schemeClr val="bg1">
                  <a:lumMod val="65000"/>
                </a:schemeClr>
              </a:solidFill>
              <a:latin typeface="Meiryo UI"/>
              <a:ea typeface="Meiryo UI"/>
            </a:endParaRPr>
          </a:p>
          <a:p>
            <a:pPr marL="292100" indent="-292100" defTabSz="718291" fontAlgn="base">
              <a:spcBef>
                <a:spcPts val="511"/>
              </a:spcBef>
              <a:spcAft>
                <a:spcPct val="0"/>
              </a:spcAft>
              <a:buFont typeface="+mj-lt"/>
              <a:buAutoNum type="arabicPeriod"/>
            </a:pPr>
            <a:r>
              <a:rPr lang="ja-JP" altLang="en-US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 研究の目的</a:t>
            </a:r>
            <a:endParaRPr lang="en-US" altLang="ja-JP" sz="2400" b="1" dirty="0">
              <a:solidFill>
                <a:schemeClr val="bg1">
                  <a:lumMod val="65000"/>
                </a:schemeClr>
              </a:solidFill>
              <a:latin typeface="Meiryo UI"/>
              <a:ea typeface="Meiryo UI"/>
            </a:endParaRPr>
          </a:p>
          <a:p>
            <a:pPr marL="292100" indent="-292100" defTabSz="718291" fontAlgn="base">
              <a:spcBef>
                <a:spcPts val="511"/>
              </a:spcBef>
              <a:spcAft>
                <a:spcPct val="0"/>
              </a:spcAft>
              <a:buFont typeface="+mj-lt"/>
              <a:buAutoNum type="arabicPeriod"/>
            </a:pP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 体制</a:t>
            </a:r>
          </a:p>
          <a:p>
            <a:pPr marL="292100" indent="-292100" defTabSz="718291">
              <a:spcBef>
                <a:spcPts val="511"/>
              </a:spcBef>
              <a:spcAft>
                <a:spcPct val="0"/>
              </a:spcAft>
              <a:buAutoNum type="arabicPeriod"/>
            </a:pPr>
            <a:r>
              <a:rPr lang="ja-JP" altLang="en-US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 活動実績</a:t>
            </a:r>
            <a:endParaRPr lang="en-US" altLang="ja-JP" sz="2400" b="1" dirty="0">
              <a:solidFill>
                <a:schemeClr val="bg1">
                  <a:lumMod val="65000"/>
                </a:schemeClr>
              </a:solidFill>
              <a:latin typeface="Meiryo UI"/>
              <a:ea typeface="Meiryo UI"/>
            </a:endParaRPr>
          </a:p>
          <a:p>
            <a:pPr defTabSz="718291">
              <a:spcBef>
                <a:spcPts val="511"/>
              </a:spcBef>
              <a:spcAft>
                <a:spcPct val="0"/>
              </a:spcAft>
            </a:pPr>
            <a:r>
              <a:rPr lang="ja-JP" altLang="en-US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　</a:t>
            </a:r>
            <a:r>
              <a:rPr lang="en-US" altLang="ja-JP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4</a:t>
            </a:r>
            <a:r>
              <a:rPr lang="ja-JP" altLang="en-US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-1.</a:t>
            </a:r>
            <a:r>
              <a:rPr lang="en-US" altLang="ja-JP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 AI-Ready</a:t>
            </a:r>
            <a:r>
              <a:rPr lang="ja-JP" altLang="en-US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基盤</a:t>
            </a:r>
            <a:endParaRPr lang="en-US" altLang="ja-JP" sz="2400" b="1" dirty="0">
              <a:solidFill>
                <a:schemeClr val="bg1">
                  <a:lumMod val="65000"/>
                </a:schemeClr>
              </a:solidFill>
              <a:latin typeface="Meiryo UI"/>
              <a:ea typeface="Meiryo UI"/>
            </a:endParaRPr>
          </a:p>
          <a:p>
            <a:pPr defTabSz="718291">
              <a:spcBef>
                <a:spcPts val="511"/>
              </a:spcBef>
              <a:spcAft>
                <a:spcPct val="0"/>
              </a:spcAft>
            </a:pPr>
            <a:r>
              <a:rPr lang="ja-JP" altLang="en-US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　</a:t>
            </a:r>
            <a:r>
              <a:rPr lang="en-US" altLang="ja-JP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4</a:t>
            </a:r>
            <a:r>
              <a:rPr lang="ja-JP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-2</a:t>
            </a:r>
            <a:r>
              <a:rPr lang="ja-JP" altLang="en-US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.</a:t>
            </a:r>
            <a:r>
              <a:rPr lang="en-US" altLang="ja-JP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 AI</a:t>
            </a:r>
            <a:r>
              <a:rPr lang="ja-JP" altLang="en-US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駆動開発</a:t>
            </a:r>
            <a:endParaRPr lang="en-US" altLang="ja-JP" sz="2400" b="1" dirty="0">
              <a:solidFill>
                <a:schemeClr val="bg1">
                  <a:lumMod val="65000"/>
                </a:schemeClr>
              </a:solidFill>
              <a:latin typeface="Meiryo UI"/>
              <a:ea typeface="Meiryo UI"/>
            </a:endParaRPr>
          </a:p>
          <a:p>
            <a:pPr defTabSz="718291">
              <a:spcBef>
                <a:spcPts val="511"/>
              </a:spcBef>
              <a:spcAft>
                <a:spcPct val="0"/>
              </a:spcAft>
            </a:pPr>
            <a:r>
              <a:rPr lang="ja-JP" altLang="en-US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　</a:t>
            </a:r>
            <a:r>
              <a:rPr lang="en-US" altLang="ja-JP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4</a:t>
            </a:r>
            <a:r>
              <a:rPr lang="ja-JP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-3</a:t>
            </a:r>
            <a:r>
              <a:rPr lang="ja-JP" altLang="en-US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.</a:t>
            </a:r>
            <a:r>
              <a:rPr lang="en-US" altLang="ja-JP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 AI</a:t>
            </a:r>
            <a:r>
              <a:rPr lang="ja-JP" altLang="en-US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品質保証</a:t>
            </a:r>
            <a:endParaRPr lang="en-US" altLang="ja-JP" sz="2400" b="1" dirty="0">
              <a:solidFill>
                <a:schemeClr val="bg1">
                  <a:lumMod val="65000"/>
                </a:schemeClr>
              </a:solidFill>
              <a:latin typeface="Meiryo UI"/>
              <a:ea typeface="Meiryo UI"/>
            </a:endParaRPr>
          </a:p>
          <a:p>
            <a:pPr defTabSz="718291">
              <a:spcBef>
                <a:spcPts val="511"/>
              </a:spcBef>
              <a:spcAft>
                <a:spcPct val="0"/>
              </a:spcAft>
            </a:pPr>
            <a:r>
              <a:rPr lang="ja-JP" altLang="en-US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　</a:t>
            </a:r>
            <a:r>
              <a:rPr lang="en-US" altLang="ja-JP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4</a:t>
            </a:r>
            <a:r>
              <a:rPr lang="ja-JP" altLang="ja-JP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-</a:t>
            </a:r>
            <a:r>
              <a:rPr lang="en-US" altLang="ja-JP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4</a:t>
            </a:r>
            <a:r>
              <a:rPr lang="ja-JP" altLang="en-US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.</a:t>
            </a:r>
            <a:r>
              <a:rPr lang="en-US" altLang="ja-JP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 </a:t>
            </a:r>
            <a:r>
              <a:rPr lang="ja-JP" altLang="en-US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ｘｘｘｘ</a:t>
            </a:r>
            <a:endParaRPr lang="en-US" altLang="ja-JP" sz="2400" b="1" dirty="0">
              <a:solidFill>
                <a:schemeClr val="bg1">
                  <a:lumMod val="65000"/>
                </a:schemeClr>
              </a:solidFill>
              <a:latin typeface="Meiryo UI"/>
              <a:ea typeface="Meiryo UI"/>
            </a:endParaRPr>
          </a:p>
          <a:p>
            <a:pPr defTabSz="718291">
              <a:spcBef>
                <a:spcPts val="511"/>
              </a:spcBef>
              <a:spcAft>
                <a:spcPct val="0"/>
              </a:spcAft>
            </a:pPr>
            <a:r>
              <a:rPr lang="ja-JP" altLang="en-US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５</a:t>
            </a:r>
            <a:r>
              <a:rPr lang="en-US" altLang="ja-JP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. </a:t>
            </a:r>
            <a:r>
              <a:rPr lang="ja-JP" altLang="en-US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今後の活動方針</a:t>
            </a: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4037E824-A27E-B623-CB44-6C104962701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66286" y="4964907"/>
            <a:ext cx="477715" cy="178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7916" tIns="9203" rIns="77916" bIns="9203" numCol="1" anchor="ctr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5CE835A6-4A53-49E7-9E15-10ED7101D083}" type="slidenum">
              <a:rPr lang="en-US" altLang="ja-JP" smtClean="0">
                <a:solidFill>
                  <a:srgbClr val="FFFFFF"/>
                </a:solidFill>
              </a:rPr>
              <a:pPr/>
              <a:t>1</a:t>
            </a:fld>
            <a:endParaRPr lang="en-US" altLang="ja-JP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255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896F6-31BE-CB23-5958-14B5E1385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F00D44-F96E-5F83-38CF-09389D4C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86" y="14869"/>
            <a:ext cx="7281603" cy="316706"/>
          </a:xfrm>
        </p:spPr>
        <p:txBody>
          <a:bodyPr/>
          <a:lstStyle/>
          <a:p>
            <a:r>
              <a:rPr lang="en-US" altLang="ja-JP">
                <a:solidFill>
                  <a:srgbClr val="7F7F7F"/>
                </a:solidFill>
                <a:latin typeface="Meiryo UI"/>
                <a:ea typeface="Meiryo UI"/>
              </a:rPr>
              <a:t>3. </a:t>
            </a:r>
            <a:r>
              <a:rPr lang="ja-JP" altLang="en-US">
                <a:solidFill>
                  <a:srgbClr val="7F7F7F"/>
                </a:solidFill>
                <a:latin typeface="Meiryo UI"/>
                <a:ea typeface="Meiryo UI"/>
              </a:rPr>
              <a:t>体制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B93692C-6344-2195-DEEB-A709C8E521F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66286" y="4964907"/>
            <a:ext cx="477715" cy="178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7916" tIns="9203" rIns="77916" bIns="9203" numCol="1" anchor="ctr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5CE835A6-4A53-49E7-9E15-10ED7101D083}" type="slidenum">
              <a:rPr lang="en-US" altLang="ja-JP" smtClean="0">
                <a:solidFill>
                  <a:srgbClr val="FFFFFF"/>
                </a:solidFill>
              </a:rPr>
              <a:pPr/>
              <a:t>2</a:t>
            </a:fld>
            <a:endParaRPr lang="en-US" altLang="ja-JP">
              <a:solidFill>
                <a:srgbClr val="FFFFFF"/>
              </a:solidFill>
            </a:endParaRPr>
          </a:p>
        </p:txBody>
      </p:sp>
      <p:graphicFrame>
        <p:nvGraphicFramePr>
          <p:cNvPr id="9" name="表 14">
            <a:extLst>
              <a:ext uri="{FF2B5EF4-FFF2-40B4-BE49-F238E27FC236}">
                <a16:creationId xmlns:a16="http://schemas.microsoft.com/office/drawing/2014/main" id="{D0A2CC2F-E126-64DD-32A4-1C5F336121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008769"/>
              </p:ext>
            </p:extLst>
          </p:nvPr>
        </p:nvGraphicFramePr>
        <p:xfrm>
          <a:off x="113386" y="492853"/>
          <a:ext cx="4755176" cy="26380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3122">
                  <a:extLst>
                    <a:ext uri="{9D8B030D-6E8A-4147-A177-3AD203B41FA5}">
                      <a16:colId xmlns:a16="http://schemas.microsoft.com/office/drawing/2014/main" val="1243215657"/>
                    </a:ext>
                  </a:extLst>
                </a:gridCol>
                <a:gridCol w="2842054">
                  <a:extLst>
                    <a:ext uri="{9D8B030D-6E8A-4147-A177-3AD203B41FA5}">
                      <a16:colId xmlns:a16="http://schemas.microsoft.com/office/drawing/2014/main" val="817759694"/>
                    </a:ext>
                  </a:extLst>
                </a:gridCol>
              </a:tblGrid>
              <a:tr h="298173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200" b="1" dirty="0">
                          <a:latin typeface="Meiryo UI"/>
                        </a:rPr>
                        <a:t>分科会名称をここに記載（例：</a:t>
                      </a:r>
                      <a:r>
                        <a:rPr lang="en-US" altLang="ja-JP" sz="1200" b="1" dirty="0">
                          <a:latin typeface="Meiryo UI"/>
                        </a:rPr>
                        <a:t>AI-Ready</a:t>
                      </a:r>
                      <a:r>
                        <a:rPr lang="ja-JP" altLang="en-US" sz="1200" b="1" dirty="0">
                          <a:latin typeface="Meiryo UI"/>
                        </a:rPr>
                        <a:t>基盤）</a:t>
                      </a:r>
                      <a:endParaRPr kumimoji="1" lang="en-US" altLang="ja-JP" sz="1200" b="1" dirty="0">
                        <a:latin typeface="Meiryo UI"/>
                      </a:endParaRPr>
                    </a:p>
                  </a:txBody>
                  <a:tcPr marT="36000" marB="360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100" b="1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4418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7791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200" b="0" i="0" u="none" strike="noStrike" noProof="0" dirty="0">
                          <a:solidFill>
                            <a:srgbClr val="000000"/>
                          </a:solidFill>
                          <a:latin typeface="Meiryo UI"/>
                          <a:ea typeface="Meiryo UI"/>
                        </a:rPr>
                        <a:t>氏名（例：山田　太郎）</a:t>
                      </a:r>
                      <a:endParaRPr lang="en-US" altLang="ja-JP" sz="1200" dirty="0">
                        <a:latin typeface="Meiryo UI"/>
                      </a:endParaRPr>
                    </a:p>
                  </a:txBody>
                  <a:tcPr marT="36000" marB="36000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200" b="0" i="0" u="none" strike="noStrike" noProof="0" dirty="0">
                          <a:solidFill>
                            <a:srgbClr val="000000"/>
                          </a:solidFill>
                          <a:latin typeface="Meiryo UI"/>
                          <a:ea typeface="Meiryo UI"/>
                        </a:rPr>
                        <a:t>会社名（例：三菱</a:t>
                      </a:r>
                      <a:r>
                        <a:rPr lang="en-US" altLang="ja-JP" sz="1200" b="0" i="0" u="none" strike="noStrike" noProof="0" dirty="0">
                          <a:solidFill>
                            <a:srgbClr val="000000"/>
                          </a:solidFill>
                          <a:latin typeface="Meiryo UI"/>
                          <a:ea typeface="Meiryo UI"/>
                        </a:rPr>
                        <a:t>AI</a:t>
                      </a:r>
                      <a:r>
                        <a:rPr lang="ja-JP" altLang="en-US" sz="1200" b="0" i="0" u="none" strike="noStrike" noProof="0" dirty="0">
                          <a:solidFill>
                            <a:srgbClr val="000000"/>
                          </a:solidFill>
                          <a:latin typeface="Meiryo UI"/>
                          <a:ea typeface="Meiryo UI"/>
                        </a:rPr>
                        <a:t>株式会社）</a:t>
                      </a:r>
                      <a:endParaRPr lang="en-US" altLang="ja-JP" sz="1200" dirty="0">
                        <a:latin typeface="Meiryo UI"/>
                      </a:endParaRPr>
                    </a:p>
                  </a:txBody>
                  <a:tcPr marT="36000" marB="36000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541499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7791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200" dirty="0">
                        <a:latin typeface="Meiryo UI"/>
                      </a:endParaRPr>
                    </a:p>
                  </a:txBody>
                  <a:tcPr marT="36000" marB="36000">
                    <a:lnL w="0">
                      <a:noFill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200" dirty="0">
                        <a:latin typeface="Meiryo UI"/>
                      </a:endParaRPr>
                    </a:p>
                  </a:txBody>
                  <a:tcPr marT="36000" marB="36000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950759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ja-JP" sz="1200" dirty="0">
                        <a:latin typeface="Meiryo UI"/>
                      </a:endParaRPr>
                    </a:p>
                  </a:txBody>
                  <a:tcPr marT="36000" marB="36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ja-JP" sz="1200" dirty="0">
                        <a:latin typeface="Meiryo UI"/>
                      </a:endParaRPr>
                    </a:p>
                  </a:txBody>
                  <a:tcPr marT="36000" marB="36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614951"/>
                  </a:ext>
                </a:extLst>
              </a:tr>
              <a:tr h="25513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ja-JP" sz="1200" b="0" dirty="0">
                        <a:latin typeface="Meiryo UI"/>
                      </a:endParaRPr>
                    </a:p>
                  </a:txBody>
                  <a:tcPr marT="36000" marB="36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ja-JP" sz="1200" dirty="0">
                        <a:latin typeface="Meiryo UI"/>
                      </a:endParaRPr>
                    </a:p>
                  </a:txBody>
                  <a:tcPr marT="36000" marB="36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413496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ja-JP" sz="1200" dirty="0">
                        <a:latin typeface="Meiryo UI"/>
                      </a:endParaRPr>
                    </a:p>
                  </a:txBody>
                  <a:tcPr marT="36000" marB="36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ja-JP" sz="1200">
                        <a:latin typeface="Meiryo UI"/>
                      </a:endParaRPr>
                    </a:p>
                  </a:txBody>
                  <a:tcPr marT="36000" marB="36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265830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ja-JP" sz="1200" dirty="0">
                        <a:latin typeface="Meiryo UI"/>
                      </a:endParaRPr>
                    </a:p>
                  </a:txBody>
                  <a:tcPr marT="36000" marB="36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ja-JP" sz="1200">
                        <a:latin typeface="Meiryo UI"/>
                      </a:endParaRPr>
                    </a:p>
                  </a:txBody>
                  <a:tcPr marT="36000" marB="36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467629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ja-JP" sz="1200" dirty="0">
                        <a:latin typeface="Meiryo UI"/>
                      </a:endParaRPr>
                    </a:p>
                  </a:txBody>
                  <a:tcPr marT="36000" marB="36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ja-JP" sz="1200">
                        <a:latin typeface="Meiryo UI"/>
                      </a:endParaRPr>
                    </a:p>
                  </a:txBody>
                  <a:tcPr marT="36000" marB="36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777379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ja-JP" sz="1200" dirty="0">
                        <a:latin typeface="Meiryo UI"/>
                      </a:endParaRPr>
                    </a:p>
                  </a:txBody>
                  <a:tcPr marT="36000" marB="36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ja-JP"/>
                    </a:p>
                  </a:txBody>
                  <a:tcPr marT="36000" marB="360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657701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ja-JP" sz="1200" dirty="0">
                        <a:latin typeface="Meiryo UI"/>
                      </a:endParaRPr>
                    </a:p>
                  </a:txBody>
                  <a:tcPr marT="36000" marB="36000">
                    <a:lnL w="0">
                      <a:noFill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ja-JP" sz="1200" dirty="0">
                        <a:latin typeface="Meiryo UI"/>
                      </a:endParaRPr>
                    </a:p>
                  </a:txBody>
                  <a:tcPr marT="36000" marB="36000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1239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8256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DDFFD-5264-2E48-1F10-8A4D4808F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1DEE4B-E703-0EB9-D841-7D4EE114F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86" y="14869"/>
            <a:ext cx="7281603" cy="316706"/>
          </a:xfrm>
        </p:spPr>
        <p:txBody>
          <a:bodyPr/>
          <a:lstStyle/>
          <a:p>
            <a:r>
              <a:rPr lang="ja-JP" altLang="en-US">
                <a:solidFill>
                  <a:schemeClr val="tx1"/>
                </a:solidFill>
                <a:latin typeface="Meiryo UI"/>
                <a:ea typeface="Meiryo UI"/>
              </a:rPr>
              <a:t>目次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C247AD9-C742-5861-6616-E855B64FD99F}"/>
              </a:ext>
            </a:extLst>
          </p:cNvPr>
          <p:cNvSpPr/>
          <p:nvPr/>
        </p:nvSpPr>
        <p:spPr>
          <a:xfrm>
            <a:off x="608686" y="673727"/>
            <a:ext cx="7981594" cy="405273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7916" tIns="38958" rIns="77916" bIns="38958" rtlCol="0" anchor="t" anchorCtr="0"/>
          <a:lstStyle/>
          <a:p>
            <a:pPr marL="292100" indent="-292100" defTabSz="718291" fontAlgn="base">
              <a:spcBef>
                <a:spcPts val="511"/>
              </a:spcBef>
              <a:spcAft>
                <a:spcPct val="0"/>
              </a:spcAft>
              <a:buFont typeface="+mj-lt"/>
              <a:buAutoNum type="arabicPeriod"/>
            </a:pPr>
            <a:r>
              <a:rPr lang="ja-JP" altLang="en-US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 研究の背景</a:t>
            </a:r>
            <a:endParaRPr lang="en-US" altLang="ja-JP" sz="2400" b="1" dirty="0">
              <a:solidFill>
                <a:schemeClr val="bg1">
                  <a:lumMod val="65000"/>
                </a:schemeClr>
              </a:solidFill>
              <a:latin typeface="Meiryo UI"/>
              <a:ea typeface="Meiryo UI"/>
            </a:endParaRPr>
          </a:p>
          <a:p>
            <a:pPr marL="292100" indent="-292100" defTabSz="718291" fontAlgn="base">
              <a:spcBef>
                <a:spcPts val="511"/>
              </a:spcBef>
              <a:spcAft>
                <a:spcPct val="0"/>
              </a:spcAft>
              <a:buFont typeface="+mj-lt"/>
              <a:buAutoNum type="arabicPeriod"/>
            </a:pPr>
            <a:r>
              <a:rPr lang="ja-JP" altLang="en-US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 研究の目的</a:t>
            </a:r>
            <a:endParaRPr lang="en-US" altLang="ja-JP" sz="2400" b="1" dirty="0">
              <a:solidFill>
                <a:schemeClr val="bg1">
                  <a:lumMod val="65000"/>
                </a:schemeClr>
              </a:solidFill>
              <a:latin typeface="Meiryo UI"/>
              <a:ea typeface="Meiryo UI"/>
            </a:endParaRPr>
          </a:p>
          <a:p>
            <a:pPr marL="292100" indent="-292100" defTabSz="718291" fontAlgn="base">
              <a:spcBef>
                <a:spcPts val="511"/>
              </a:spcBef>
              <a:spcAft>
                <a:spcPct val="0"/>
              </a:spcAft>
              <a:buFont typeface="+mj-lt"/>
              <a:buAutoNum type="arabicPeriod"/>
            </a:pPr>
            <a:r>
              <a:rPr lang="ja-JP" altLang="en-US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 体制</a:t>
            </a:r>
          </a:p>
          <a:p>
            <a:pPr marL="292100" indent="-292100" defTabSz="718291">
              <a:spcBef>
                <a:spcPts val="511"/>
              </a:spcBef>
              <a:spcAft>
                <a:spcPct val="0"/>
              </a:spcAft>
              <a:buAutoNum type="arabicPeriod"/>
            </a:pP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 活動実績</a:t>
            </a:r>
            <a:endParaRPr lang="en-US" altLang="ja-JP" sz="2400" b="1" dirty="0">
              <a:solidFill>
                <a:schemeClr val="tx1"/>
              </a:solidFill>
              <a:latin typeface="Meiryo UI"/>
              <a:ea typeface="Meiryo UI"/>
            </a:endParaRPr>
          </a:p>
          <a:p>
            <a:pPr defTabSz="718291">
              <a:spcBef>
                <a:spcPts val="511"/>
              </a:spcBef>
              <a:spcAft>
                <a:spcPct val="0"/>
              </a:spcAft>
            </a:pP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　</a:t>
            </a:r>
            <a:r>
              <a:rPr lang="en-US" altLang="ja-JP" sz="2400" b="1" dirty="0">
                <a:solidFill>
                  <a:schemeClr val="tx1"/>
                </a:solidFill>
                <a:latin typeface="Meiryo UI"/>
                <a:ea typeface="Meiryo UI"/>
              </a:rPr>
              <a:t>4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-1.</a:t>
            </a:r>
            <a:r>
              <a:rPr lang="en-US" altLang="ja-JP" sz="2400" b="1" dirty="0">
                <a:solidFill>
                  <a:schemeClr val="tx1"/>
                </a:solidFill>
                <a:latin typeface="Meiryo UI"/>
                <a:ea typeface="Meiryo UI"/>
              </a:rPr>
              <a:t> AI-Ready</a:t>
            </a:r>
            <a:r>
              <a:rPr lang="ja-JP" altLang="en-US" sz="2400" b="1" dirty="0">
                <a:solidFill>
                  <a:schemeClr val="tx1"/>
                </a:solidFill>
                <a:latin typeface="Meiryo UI"/>
                <a:ea typeface="Meiryo UI"/>
              </a:rPr>
              <a:t>基盤</a:t>
            </a:r>
            <a:endParaRPr lang="en-US" altLang="ja-JP" sz="2400" b="1" dirty="0">
              <a:solidFill>
                <a:schemeClr val="tx1"/>
              </a:solidFill>
              <a:latin typeface="Meiryo UI"/>
              <a:ea typeface="Meiryo UI"/>
            </a:endParaRPr>
          </a:p>
          <a:p>
            <a:pPr defTabSz="718291">
              <a:spcBef>
                <a:spcPts val="511"/>
              </a:spcBef>
              <a:spcAft>
                <a:spcPct val="0"/>
              </a:spcAft>
            </a:pPr>
            <a:r>
              <a:rPr lang="ja-JP" altLang="en-US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　</a:t>
            </a:r>
            <a:r>
              <a:rPr lang="en-US" altLang="ja-JP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4</a:t>
            </a:r>
            <a:r>
              <a:rPr lang="ja-JP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-2</a:t>
            </a:r>
            <a:r>
              <a:rPr lang="ja-JP" altLang="en-US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.</a:t>
            </a:r>
            <a:r>
              <a:rPr lang="en-US" altLang="ja-JP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 AI</a:t>
            </a:r>
            <a:r>
              <a:rPr lang="ja-JP" altLang="en-US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駆動開発</a:t>
            </a:r>
            <a:endParaRPr lang="en-US" altLang="ja-JP" sz="2400" b="1" dirty="0">
              <a:solidFill>
                <a:schemeClr val="bg1">
                  <a:lumMod val="65000"/>
                </a:schemeClr>
              </a:solidFill>
              <a:latin typeface="Meiryo UI"/>
              <a:ea typeface="Meiryo UI"/>
            </a:endParaRPr>
          </a:p>
          <a:p>
            <a:pPr defTabSz="718291">
              <a:spcBef>
                <a:spcPts val="511"/>
              </a:spcBef>
              <a:spcAft>
                <a:spcPct val="0"/>
              </a:spcAft>
            </a:pPr>
            <a:r>
              <a:rPr lang="ja-JP" altLang="en-US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　</a:t>
            </a:r>
            <a:r>
              <a:rPr lang="en-US" altLang="ja-JP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4</a:t>
            </a:r>
            <a:r>
              <a:rPr lang="ja-JP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-3</a:t>
            </a:r>
            <a:r>
              <a:rPr lang="ja-JP" altLang="en-US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.</a:t>
            </a:r>
            <a:r>
              <a:rPr lang="en-US" altLang="ja-JP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 AI</a:t>
            </a:r>
            <a:r>
              <a:rPr lang="ja-JP" altLang="en-US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品質保証</a:t>
            </a:r>
            <a:endParaRPr lang="en-US" altLang="ja-JP" sz="2400" b="1" dirty="0">
              <a:solidFill>
                <a:schemeClr val="bg1">
                  <a:lumMod val="65000"/>
                </a:schemeClr>
              </a:solidFill>
              <a:latin typeface="Meiryo UI"/>
              <a:ea typeface="Meiryo UI"/>
            </a:endParaRPr>
          </a:p>
          <a:p>
            <a:pPr defTabSz="718291">
              <a:spcBef>
                <a:spcPts val="511"/>
              </a:spcBef>
              <a:spcAft>
                <a:spcPct val="0"/>
              </a:spcAft>
            </a:pPr>
            <a:r>
              <a:rPr lang="ja-JP" altLang="en-US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　</a:t>
            </a:r>
            <a:r>
              <a:rPr lang="en-US" altLang="ja-JP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4</a:t>
            </a:r>
            <a:r>
              <a:rPr lang="ja-JP" altLang="ja-JP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-</a:t>
            </a:r>
            <a:r>
              <a:rPr lang="en-US" altLang="ja-JP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4</a:t>
            </a:r>
            <a:r>
              <a:rPr lang="ja-JP" altLang="en-US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.</a:t>
            </a:r>
            <a:r>
              <a:rPr lang="en-US" altLang="ja-JP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 </a:t>
            </a:r>
            <a:r>
              <a:rPr lang="ja-JP" altLang="en-US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ｘｘｘｘ</a:t>
            </a:r>
            <a:endParaRPr lang="en-US" altLang="ja-JP" sz="2400" b="1" dirty="0">
              <a:solidFill>
                <a:schemeClr val="bg1">
                  <a:lumMod val="65000"/>
                </a:schemeClr>
              </a:solidFill>
              <a:latin typeface="Meiryo UI"/>
              <a:ea typeface="Meiryo UI"/>
            </a:endParaRPr>
          </a:p>
          <a:p>
            <a:pPr defTabSz="718291">
              <a:spcBef>
                <a:spcPts val="511"/>
              </a:spcBef>
              <a:spcAft>
                <a:spcPct val="0"/>
              </a:spcAft>
            </a:pPr>
            <a:r>
              <a:rPr lang="ja-JP" altLang="en-US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５</a:t>
            </a:r>
            <a:r>
              <a:rPr lang="en-US" altLang="ja-JP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. </a:t>
            </a:r>
            <a:r>
              <a:rPr lang="ja-JP" altLang="en-US" sz="2400" b="1" dirty="0">
                <a:solidFill>
                  <a:schemeClr val="bg1">
                    <a:lumMod val="65000"/>
                  </a:schemeClr>
                </a:solidFill>
                <a:latin typeface="Meiryo UI"/>
                <a:ea typeface="Meiryo UI"/>
              </a:rPr>
              <a:t>今後の活動方針</a:t>
            </a: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B6540B45-1771-5A16-4291-5C35F071F8D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66286" y="4964907"/>
            <a:ext cx="477715" cy="178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7916" tIns="9203" rIns="77916" bIns="9203" numCol="1" anchor="ctr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5CE835A6-4A53-49E7-9E15-10ED7101D083}" type="slidenum">
              <a:rPr lang="en-US" altLang="ja-JP" smtClean="0">
                <a:solidFill>
                  <a:srgbClr val="FFFFFF"/>
                </a:solidFill>
              </a:rPr>
              <a:pPr/>
              <a:t>3</a:t>
            </a:fld>
            <a:endParaRPr lang="en-US" altLang="ja-JP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5172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5778B-1DDF-BEFD-9FFF-89913E89E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BD39A1-3F9B-6051-4F9C-668F7CEA7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CE835A6-4A53-49E7-9E15-10ED7101D083}" type="slidenum">
              <a:rPr lang="en-US" altLang="ja-JP" smtClean="0">
                <a:solidFill>
                  <a:srgbClr val="FFFFFF"/>
                </a:solidFill>
              </a:rPr>
              <a:pPr/>
              <a:t>4</a:t>
            </a:fld>
            <a:endParaRPr lang="en-US" altLang="ja-JP">
              <a:solidFill>
                <a:srgbClr val="FFFFFF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997A54-7920-D924-C096-C062B9E14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1700" b="1" baseline="0">
                <a:solidFill>
                  <a:srgbClr val="7F7F7F"/>
                </a:solidFill>
                <a:latin typeface="Meiryo UI"/>
                <a:ea typeface="Meiryo UI"/>
              </a:rPr>
              <a:t>4-2</a:t>
            </a:r>
            <a:r>
              <a:rPr lang="en-US" altLang="ja-JP">
                <a:solidFill>
                  <a:srgbClr val="7F7F7F"/>
                </a:solidFill>
                <a:latin typeface="Meiryo UI"/>
                <a:ea typeface="Meiryo UI"/>
              </a:rPr>
              <a:t>. </a:t>
            </a:r>
            <a:r>
              <a:rPr lang="ja-JP" altLang="en-US" sz="1700" b="1" baseline="0">
                <a:solidFill>
                  <a:srgbClr val="7F7F7F"/>
                </a:solidFill>
                <a:latin typeface="Meiryo UI"/>
                <a:ea typeface="Meiryo UI"/>
              </a:rPr>
              <a:t>背景・目的</a:t>
            </a:r>
            <a:endParaRPr kumimoji="1" lang="en-US">
              <a:latin typeface="Meiryo UI"/>
            </a:endParaRPr>
          </a:p>
        </p:txBody>
      </p:sp>
      <p:sp>
        <p:nvSpPr>
          <p:cNvPr id="6" name="正方形/長方形 3">
            <a:extLst>
              <a:ext uri="{FF2B5EF4-FFF2-40B4-BE49-F238E27FC236}">
                <a16:creationId xmlns:a16="http://schemas.microsoft.com/office/drawing/2014/main" id="{72934253-6514-F777-3BF3-81C99250DB74}"/>
              </a:ext>
            </a:extLst>
          </p:cNvPr>
          <p:cNvSpPr/>
          <p:nvPr/>
        </p:nvSpPr>
        <p:spPr>
          <a:xfrm>
            <a:off x="111777" y="360067"/>
            <a:ext cx="8902783" cy="1102428"/>
          </a:xfrm>
          <a:prstGeom prst="rect">
            <a:avLst/>
          </a:prstGeom>
          <a:solidFill>
            <a:srgbClr val="EAEAE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7916" tIns="38958" rIns="77916" bIns="38958" rtlCol="0" anchor="t" anchorCtr="0"/>
          <a:lstStyle/>
          <a:p>
            <a:pPr defTabSz="718291"/>
            <a:r>
              <a:rPr lang="ja-JP" sz="1600">
                <a:solidFill>
                  <a:schemeClr val="tx1"/>
                </a:solidFill>
                <a:latin typeface="Meiryo UI"/>
                <a:ea typeface="Meiryo UI"/>
                <a:cs typeface="+mn-lt"/>
              </a:rPr>
              <a:t>アジャイル開発は</a:t>
            </a:r>
            <a:r>
              <a:rPr lang="ja-JP" sz="1600" b="1">
                <a:solidFill>
                  <a:schemeClr val="tx1"/>
                </a:solidFill>
                <a:latin typeface="Meiryo UI"/>
                <a:ea typeface="Meiryo UI"/>
                <a:cs typeface="+mn-lt"/>
              </a:rPr>
              <a:t>迅速な価値提供を可能にする</a:t>
            </a:r>
            <a:r>
              <a:rPr lang="ja-JP" sz="1600">
                <a:solidFill>
                  <a:schemeClr val="tx1"/>
                </a:solidFill>
                <a:latin typeface="Meiryo UI"/>
                <a:ea typeface="Meiryo UI"/>
                <a:cs typeface="+mn-lt"/>
              </a:rPr>
              <a:t>が、多くのチームが形式的な運用（Do Agile）に留まり、効果を</a:t>
            </a:r>
            <a:r>
              <a:rPr lang="ja-JP" altLang="en-US" sz="1600" b="1">
                <a:solidFill>
                  <a:schemeClr val="tx1"/>
                </a:solidFill>
                <a:latin typeface="Meiryo UI"/>
                <a:ea typeface="Meiryo UI"/>
                <a:cs typeface="+mn-lt"/>
              </a:rPr>
              <a:t>十分に発揮</a:t>
            </a:r>
            <a:r>
              <a:rPr lang="ja-JP" sz="1600" b="1">
                <a:solidFill>
                  <a:schemeClr val="tx1"/>
                </a:solidFill>
                <a:latin typeface="Meiryo UI"/>
                <a:ea typeface="Meiryo UI"/>
                <a:cs typeface="+mn-lt"/>
              </a:rPr>
              <a:t>でき</a:t>
            </a:r>
            <a:r>
              <a:rPr lang="ja-JP" altLang="en-US" sz="1600" b="1">
                <a:solidFill>
                  <a:schemeClr val="tx1"/>
                </a:solidFill>
                <a:latin typeface="Meiryo UI"/>
                <a:ea typeface="Meiryo UI"/>
                <a:cs typeface="+mn-lt"/>
              </a:rPr>
              <a:t>てい</a:t>
            </a:r>
            <a:r>
              <a:rPr lang="ja-JP" sz="1600" b="1">
                <a:solidFill>
                  <a:schemeClr val="tx1"/>
                </a:solidFill>
                <a:latin typeface="Meiryo UI"/>
                <a:ea typeface="Meiryo UI"/>
                <a:cs typeface="+mn-lt"/>
              </a:rPr>
              <a:t>ない。</a:t>
            </a:r>
            <a:r>
              <a:rPr lang="ja-JP" sz="1600">
                <a:solidFill>
                  <a:schemeClr val="tx1"/>
                </a:solidFill>
                <a:latin typeface="Meiryo UI"/>
                <a:ea typeface="Meiryo UI"/>
                <a:cs typeface="+mn-lt"/>
              </a:rPr>
              <a:t>その結果、成功事例が蓄積されず</a:t>
            </a:r>
            <a:r>
              <a:rPr lang="ja-JP" sz="1600" b="1">
                <a:solidFill>
                  <a:schemeClr val="tx1"/>
                </a:solidFill>
                <a:latin typeface="Meiryo UI"/>
                <a:ea typeface="Meiryo UI"/>
                <a:cs typeface="+mn-lt"/>
              </a:rPr>
              <a:t>組織</a:t>
            </a:r>
            <a:r>
              <a:rPr lang="ja-JP" altLang="en-US" sz="1600" b="1">
                <a:solidFill>
                  <a:schemeClr val="tx1"/>
                </a:solidFill>
                <a:latin typeface="Meiryo UI"/>
                <a:ea typeface="Meiryo UI"/>
                <a:cs typeface="+mn-lt"/>
              </a:rPr>
              <a:t>への</a:t>
            </a:r>
            <a:r>
              <a:rPr lang="ja-JP" sz="1600" b="1">
                <a:solidFill>
                  <a:schemeClr val="tx1"/>
                </a:solidFill>
                <a:latin typeface="Meiryo UI"/>
                <a:ea typeface="Meiryo UI"/>
                <a:cs typeface="+mn-lt"/>
              </a:rPr>
              <a:t>定着</a:t>
            </a:r>
            <a:r>
              <a:rPr lang="ja-JP" altLang="en-US" sz="1600" b="1">
                <a:solidFill>
                  <a:schemeClr val="tx1"/>
                </a:solidFill>
                <a:latin typeface="Meiryo UI"/>
                <a:ea typeface="Meiryo UI"/>
                <a:cs typeface="+mn-lt"/>
              </a:rPr>
              <a:t>が進ま</a:t>
            </a:r>
            <a:r>
              <a:rPr lang="ja-JP" sz="1600" b="1">
                <a:solidFill>
                  <a:schemeClr val="tx1"/>
                </a:solidFill>
                <a:latin typeface="Meiryo UI"/>
                <a:ea typeface="Meiryo UI"/>
                <a:cs typeface="+mn-lt"/>
              </a:rPr>
              <a:t>ないことが課題</a:t>
            </a:r>
            <a:r>
              <a:rPr lang="ja-JP" sz="1600">
                <a:solidFill>
                  <a:schemeClr val="tx1"/>
                </a:solidFill>
                <a:latin typeface="Meiryo UI"/>
                <a:ea typeface="Meiryo UI"/>
                <a:cs typeface="+mn-lt"/>
              </a:rPr>
              <a:t>である。</a:t>
            </a:r>
            <a:r>
              <a:rPr lang="ja-JP" altLang="en-US" sz="1600">
                <a:solidFill>
                  <a:schemeClr val="tx1"/>
                </a:solidFill>
                <a:latin typeface="Meiryo UI"/>
                <a:ea typeface="Meiryo UI"/>
                <a:cs typeface="+mn-lt"/>
              </a:rPr>
              <a:t>本研究では、アジャイル</a:t>
            </a:r>
            <a:r>
              <a:rPr lang="ja-JP" sz="1600">
                <a:solidFill>
                  <a:schemeClr val="tx1"/>
                </a:solidFill>
                <a:latin typeface="Meiryo UI"/>
                <a:ea typeface="Meiryo UI"/>
                <a:cs typeface="+mn-lt"/>
              </a:rPr>
              <a:t>先進企業</a:t>
            </a:r>
            <a:r>
              <a:rPr lang="ja-JP" altLang="en-US" sz="1600">
                <a:solidFill>
                  <a:schemeClr val="tx1"/>
                </a:solidFill>
                <a:latin typeface="Meiryo UI"/>
                <a:ea typeface="Meiryo UI"/>
                <a:cs typeface="+mn-lt"/>
              </a:rPr>
              <a:t>・</a:t>
            </a:r>
            <a:r>
              <a:rPr lang="ja-JP" sz="1600">
                <a:solidFill>
                  <a:schemeClr val="tx1"/>
                </a:solidFill>
                <a:latin typeface="Meiryo UI"/>
                <a:ea typeface="Meiryo UI"/>
                <a:cs typeface="+mn-lt"/>
              </a:rPr>
              <a:t>三菱</a:t>
            </a:r>
            <a:r>
              <a:rPr lang="ja-JP" altLang="en-US" sz="1600">
                <a:solidFill>
                  <a:schemeClr val="tx1"/>
                </a:solidFill>
                <a:latin typeface="Meiryo UI"/>
                <a:ea typeface="Meiryo UI"/>
                <a:cs typeface="+mn-lt"/>
              </a:rPr>
              <a:t>グループ</a:t>
            </a:r>
            <a:r>
              <a:rPr lang="ja-JP" sz="1600">
                <a:solidFill>
                  <a:schemeClr val="tx1"/>
                </a:solidFill>
                <a:latin typeface="Meiryo UI"/>
                <a:ea typeface="Meiryo UI"/>
                <a:cs typeface="+mn-lt"/>
              </a:rPr>
              <a:t>企業への</a:t>
            </a:r>
            <a:r>
              <a:rPr lang="ja-JP" altLang="en-US" sz="1600">
                <a:solidFill>
                  <a:schemeClr val="tx1"/>
                </a:solidFill>
                <a:latin typeface="Meiryo UI"/>
                <a:ea typeface="Meiryo UI"/>
                <a:cs typeface="+mn-lt"/>
              </a:rPr>
              <a:t>アンケート</a:t>
            </a:r>
            <a:r>
              <a:rPr lang="ja-JP" sz="1600">
                <a:solidFill>
                  <a:schemeClr val="tx1"/>
                </a:solidFill>
                <a:latin typeface="Meiryo UI"/>
                <a:ea typeface="Meiryo UI"/>
                <a:cs typeface="+mn-lt"/>
              </a:rPr>
              <a:t>調査</a:t>
            </a:r>
            <a:r>
              <a:rPr lang="ja-JP" altLang="en-US" sz="1600">
                <a:solidFill>
                  <a:schemeClr val="tx1"/>
                </a:solidFill>
                <a:latin typeface="Meiryo UI"/>
                <a:ea typeface="Meiryo UI"/>
                <a:cs typeface="+mn-lt"/>
              </a:rPr>
              <a:t>やヒアリング</a:t>
            </a:r>
            <a:r>
              <a:rPr lang="ja-JP" sz="1600">
                <a:solidFill>
                  <a:schemeClr val="tx1"/>
                </a:solidFill>
                <a:latin typeface="Meiryo UI"/>
                <a:ea typeface="Meiryo UI"/>
                <a:cs typeface="+mn-lt"/>
              </a:rPr>
              <a:t>を通じて、</a:t>
            </a:r>
            <a:r>
              <a:rPr lang="ja-JP" altLang="en-US" sz="1600" b="1">
                <a:solidFill>
                  <a:schemeClr val="tx1"/>
                </a:solidFill>
                <a:latin typeface="Meiryo UI"/>
                <a:ea typeface="Meiryo UI"/>
                <a:cs typeface="+mn-lt"/>
              </a:rPr>
              <a:t>アジャイルの</a:t>
            </a:r>
            <a:r>
              <a:rPr lang="ja-JP" sz="1600" b="1">
                <a:solidFill>
                  <a:schemeClr val="tx1"/>
                </a:solidFill>
                <a:latin typeface="Meiryo UI"/>
                <a:ea typeface="Meiryo UI"/>
                <a:cs typeface="+mn-lt"/>
              </a:rPr>
              <a:t>価値観を</a:t>
            </a:r>
            <a:r>
              <a:rPr lang="ja-JP" altLang="en-US" sz="1600" b="1">
                <a:solidFill>
                  <a:schemeClr val="tx1"/>
                </a:solidFill>
                <a:latin typeface="Meiryo UI"/>
                <a:ea typeface="Meiryo UI"/>
                <a:cs typeface="+mn-lt"/>
              </a:rPr>
              <a:t>深く理解している</a:t>
            </a:r>
            <a:r>
              <a:rPr lang="ja-JP" sz="1600" b="1">
                <a:solidFill>
                  <a:schemeClr val="tx1"/>
                </a:solidFill>
                <a:latin typeface="Meiryo UI"/>
                <a:ea typeface="Meiryo UI"/>
                <a:cs typeface="+mn-lt"/>
              </a:rPr>
              <a:t>状態（Be Agile）に至る</a:t>
            </a:r>
            <a:r>
              <a:rPr lang="ja-JP" altLang="en-US" sz="1600" b="1">
                <a:solidFill>
                  <a:schemeClr val="tx1"/>
                </a:solidFill>
                <a:latin typeface="Meiryo UI"/>
                <a:ea typeface="Meiryo UI"/>
                <a:cs typeface="+mn-lt"/>
              </a:rPr>
              <a:t>ための</a:t>
            </a:r>
            <a:r>
              <a:rPr lang="ja-JP" sz="1600" b="1">
                <a:solidFill>
                  <a:schemeClr val="tx1"/>
                </a:solidFill>
                <a:latin typeface="Meiryo UI"/>
                <a:ea typeface="Meiryo UI"/>
                <a:cs typeface="+mn-lt"/>
              </a:rPr>
              <a:t>要素とその好事例</a:t>
            </a:r>
            <a:r>
              <a:rPr lang="ja-JP" sz="1600">
                <a:solidFill>
                  <a:schemeClr val="tx1"/>
                </a:solidFill>
                <a:latin typeface="Meiryo UI"/>
                <a:ea typeface="Meiryo UI"/>
                <a:cs typeface="+mn-lt"/>
              </a:rPr>
              <a:t>を</a:t>
            </a:r>
            <a:r>
              <a:rPr lang="ja-JP" altLang="en-US" sz="1600">
                <a:solidFill>
                  <a:schemeClr val="tx1"/>
                </a:solidFill>
                <a:latin typeface="Meiryo UI"/>
                <a:ea typeface="Meiryo UI"/>
                <a:cs typeface="+mn-lt"/>
              </a:rPr>
              <a:t>明らか</a:t>
            </a:r>
            <a:r>
              <a:rPr lang="ja-JP" sz="1600">
                <a:solidFill>
                  <a:schemeClr val="tx1"/>
                </a:solidFill>
                <a:latin typeface="Meiryo UI"/>
                <a:ea typeface="Meiryo UI"/>
                <a:cs typeface="+mn-lt"/>
              </a:rPr>
              <a:t>にした。</a:t>
            </a:r>
            <a:endParaRPr lang="en-US" altLang="ja-JP">
              <a:solidFill>
                <a:schemeClr val="tx1"/>
              </a:solidFill>
              <a:latin typeface="Meiryo UI"/>
              <a:ea typeface="Meiryo UI"/>
              <a:cs typeface="+mn-lt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A927910-672B-0641-FED7-A8527BE41529}"/>
              </a:ext>
            </a:extLst>
          </p:cNvPr>
          <p:cNvSpPr txBox="1"/>
          <p:nvPr/>
        </p:nvSpPr>
        <p:spPr>
          <a:xfrm>
            <a:off x="342077" y="2379679"/>
            <a:ext cx="8801924" cy="861774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solidFill>
              <a:schemeClr val="bg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defTabSz="718291"/>
            <a:r>
              <a:rPr lang="ja-JP" altLang="en-US" sz="1600" b="1">
                <a:solidFill>
                  <a:schemeClr val="accent1">
                    <a:lumMod val="75000"/>
                  </a:schemeClr>
                </a:solidFill>
                <a:latin typeface="Meiryo UI"/>
                <a:ea typeface="Meiryo UI"/>
              </a:rPr>
              <a:t>■定義　「</a:t>
            </a:r>
            <a:r>
              <a:rPr lang="ja-JP" altLang="ja-JP" sz="1600" b="1">
                <a:solidFill>
                  <a:schemeClr val="accent1">
                    <a:lumMod val="75000"/>
                  </a:schemeClr>
                </a:solidFill>
                <a:latin typeface="Meiryo UI"/>
                <a:ea typeface="Meiryo UI"/>
              </a:rPr>
              <a:t>B</a:t>
            </a:r>
            <a:r>
              <a:rPr lang="en-US" altLang="ja-JP" sz="1600" b="1">
                <a:solidFill>
                  <a:schemeClr val="accent1">
                    <a:lumMod val="75000"/>
                  </a:schemeClr>
                </a:solidFill>
                <a:latin typeface="Meiryo UI"/>
                <a:ea typeface="Meiryo UI"/>
              </a:rPr>
              <a:t>e</a:t>
            </a:r>
            <a:r>
              <a:rPr lang="ja-JP" altLang="en-US" sz="1600" b="1">
                <a:solidFill>
                  <a:schemeClr val="accent1">
                    <a:lumMod val="75000"/>
                  </a:schemeClr>
                </a:solidFill>
                <a:latin typeface="Meiryo UI"/>
                <a:ea typeface="Meiryo UI"/>
              </a:rPr>
              <a:t> Agile」とは・・・</a:t>
            </a:r>
            <a:endParaRPr lang="ja-JP" altLang="ja-JP" sz="1600" b="1">
              <a:solidFill>
                <a:schemeClr val="accent1">
                  <a:lumMod val="75000"/>
                </a:schemeClr>
              </a:solidFill>
              <a:latin typeface="Meiryo UI"/>
              <a:ea typeface="Meiryo UI"/>
            </a:endParaRPr>
          </a:p>
          <a:p>
            <a:pPr defTabSz="718291"/>
            <a:r>
              <a:rPr lang="ja-JP" altLang="en-US" sz="1600" dirty="0">
                <a:latin typeface="Meiryo UI"/>
                <a:ea typeface="Meiryo UI"/>
              </a:rPr>
              <a:t>　　　</a:t>
            </a:r>
            <a:r>
              <a:rPr lang="ja-JP" altLang="ja-JP" sz="1600">
                <a:latin typeface="Meiryo UI"/>
                <a:ea typeface="Meiryo UI"/>
              </a:rPr>
              <a:t>アジャイルの価値観や精神を深く理解し、</a:t>
            </a:r>
            <a:r>
              <a:rPr lang="ja-JP" altLang="en-US" sz="1600" b="1">
                <a:latin typeface="Meiryo UI"/>
                <a:ea typeface="Meiryo UI"/>
              </a:rPr>
              <a:t>顧客ニーズの変化に適した価値を提供し続けるとともに、</a:t>
            </a:r>
            <a:endParaRPr lang="ja-JP" altLang="en-US" sz="1600">
              <a:latin typeface="Meiryo UI"/>
              <a:ea typeface="Meiryo UI"/>
            </a:endParaRPr>
          </a:p>
          <a:p>
            <a:pPr defTabSz="718291"/>
            <a:r>
              <a:rPr lang="ja-JP" altLang="en-US" sz="1600" b="1">
                <a:latin typeface="Meiryo UI"/>
                <a:ea typeface="Meiryo UI"/>
              </a:rPr>
              <a:t>　　　継続的な改善サイクルを実行できている状態。</a:t>
            </a:r>
            <a:endParaRPr lang="ja-JP" altLang="en-US" sz="1600">
              <a:latin typeface="Meiryo UI"/>
              <a:ea typeface="Meiryo UI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4EC706D-632B-1154-C001-0AD3FE3EA28D}"/>
              </a:ext>
            </a:extLst>
          </p:cNvPr>
          <p:cNvSpPr txBox="1"/>
          <p:nvPr/>
        </p:nvSpPr>
        <p:spPr>
          <a:xfrm>
            <a:off x="342077" y="3212699"/>
            <a:ext cx="8533114" cy="1077218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solidFill>
              <a:schemeClr val="bg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defTabSz="718291"/>
            <a:r>
              <a:rPr lang="ja-JP" altLang="en-US" sz="1600" b="1">
                <a:solidFill>
                  <a:schemeClr val="accent1">
                    <a:lumMod val="75000"/>
                  </a:schemeClr>
                </a:solidFill>
                <a:latin typeface="Meiryo UI"/>
                <a:ea typeface="Meiryo UI"/>
              </a:rPr>
              <a:t>■成果物</a:t>
            </a:r>
            <a:endParaRPr lang="en-US" altLang="ja-JP" sz="1600" b="1">
              <a:solidFill>
                <a:schemeClr val="accent1">
                  <a:lumMod val="75000"/>
                </a:schemeClr>
              </a:solidFill>
              <a:latin typeface="Meiryo UI"/>
              <a:ea typeface="Meiryo UI"/>
            </a:endParaRPr>
          </a:p>
          <a:p>
            <a:pPr defTabSz="718291"/>
            <a:r>
              <a:rPr lang="ja-JP" altLang="en-US" sz="1600">
                <a:latin typeface="Meiryo UI"/>
                <a:ea typeface="Meiryo UI"/>
              </a:rPr>
              <a:t>　　　①　</a:t>
            </a:r>
            <a:r>
              <a:rPr lang="ja-JP" sz="1600">
                <a:latin typeface="Meiryo UI"/>
                <a:ea typeface="Meiryo UI"/>
              </a:rPr>
              <a:t>アジャイルチームが</a:t>
            </a:r>
            <a:r>
              <a:rPr lang="en-US" altLang="ja-JP" sz="1600">
                <a:latin typeface="Meiryo UI"/>
                <a:ea typeface="Meiryo UI"/>
              </a:rPr>
              <a:t>Be Agile</a:t>
            </a:r>
            <a:r>
              <a:rPr lang="ja-JP" sz="1600">
                <a:latin typeface="Meiryo UI"/>
                <a:ea typeface="Meiryo UI"/>
              </a:rPr>
              <a:t>に</a:t>
            </a:r>
            <a:r>
              <a:rPr lang="ja-JP" altLang="en-US" sz="1600">
                <a:latin typeface="Meiryo UI"/>
                <a:ea typeface="Meiryo UI"/>
              </a:rPr>
              <a:t>なるため</a:t>
            </a:r>
            <a:r>
              <a:rPr lang="ja-JP" sz="1600">
                <a:latin typeface="Meiryo UI"/>
                <a:ea typeface="Meiryo UI"/>
              </a:rPr>
              <a:t>の</a:t>
            </a:r>
            <a:r>
              <a:rPr lang="ja-JP" sz="1600" b="1">
                <a:latin typeface="Meiryo UI"/>
                <a:ea typeface="Meiryo UI"/>
              </a:rPr>
              <a:t>好事例集</a:t>
            </a:r>
            <a:r>
              <a:rPr lang="ja-JP" sz="1600">
                <a:latin typeface="Meiryo UI"/>
                <a:ea typeface="Meiryo UI"/>
              </a:rPr>
              <a:t>（</a:t>
            </a:r>
            <a:r>
              <a:rPr lang="en-US" altLang="ja-JP" sz="1600">
                <a:latin typeface="Meiryo UI"/>
                <a:ea typeface="Meiryo UI"/>
              </a:rPr>
              <a:t>A</a:t>
            </a:r>
            <a:r>
              <a:rPr lang="ja-JP" sz="1600">
                <a:latin typeface="Meiryo UI"/>
                <a:ea typeface="Meiryo UI"/>
              </a:rPr>
              <a:t>ppendix参照）</a:t>
            </a:r>
            <a:endParaRPr lang="en-US" altLang="ja-JP" sz="1600">
              <a:latin typeface="Meiryo UI"/>
              <a:ea typeface="Meiryo UI"/>
            </a:endParaRPr>
          </a:p>
          <a:p>
            <a:pPr defTabSz="718291"/>
            <a:r>
              <a:rPr lang="ja-JP" altLang="en-US" sz="1600">
                <a:latin typeface="Meiryo UI"/>
                <a:ea typeface="Meiryo UI"/>
              </a:rPr>
              <a:t>　　　②　</a:t>
            </a:r>
            <a:r>
              <a:rPr lang="ja-JP" sz="1600">
                <a:latin typeface="Meiryo UI"/>
                <a:ea typeface="Meiryo UI"/>
              </a:rPr>
              <a:t>アジャイル</a:t>
            </a:r>
            <a:r>
              <a:rPr lang="ja-JP" altLang="en-US" sz="1600">
                <a:latin typeface="Meiryo UI"/>
                <a:ea typeface="Meiryo UI"/>
              </a:rPr>
              <a:t>チームの</a:t>
            </a:r>
            <a:r>
              <a:rPr lang="ja-JP" altLang="en-US" sz="1600" b="1">
                <a:latin typeface="Meiryo UI"/>
                <a:ea typeface="Meiryo UI"/>
              </a:rPr>
              <a:t>成熟度を測定する自己評価シート</a:t>
            </a:r>
            <a:endParaRPr lang="en-US" altLang="ja-JP" sz="1600" b="1">
              <a:latin typeface="Meiryo UI"/>
              <a:ea typeface="Meiryo UI"/>
            </a:endParaRPr>
          </a:p>
          <a:p>
            <a:pPr defTabSz="718291"/>
            <a:r>
              <a:rPr lang="ja-JP" altLang="en-US" sz="1600">
                <a:latin typeface="Meiryo UI"/>
                <a:ea typeface="Meiryo UI"/>
              </a:rPr>
              <a:t>　　　　　（</a:t>
            </a:r>
            <a:r>
              <a:rPr lang="en-US" altLang="ja-JP" sz="1600">
                <a:latin typeface="Meiryo UI"/>
                <a:ea typeface="Meiryo UI"/>
              </a:rPr>
              <a:t>【</a:t>
            </a:r>
            <a:r>
              <a:rPr lang="ja-JP" altLang="en-US" sz="1600">
                <a:latin typeface="Meiryo UI"/>
                <a:ea typeface="Meiryo UI"/>
              </a:rPr>
              <a:t>深化別紙</a:t>
            </a:r>
            <a:r>
              <a:rPr lang="en-US" altLang="ja-JP" sz="1600">
                <a:latin typeface="Meiryo UI"/>
                <a:ea typeface="Meiryo UI"/>
              </a:rPr>
              <a:t>1】</a:t>
            </a:r>
            <a:r>
              <a:rPr lang="ja-JP" altLang="en-US" sz="1600">
                <a:latin typeface="Meiryo UI"/>
                <a:ea typeface="Meiryo UI"/>
              </a:rPr>
              <a:t>アジャイル成熟度評価シート</a:t>
            </a:r>
            <a:r>
              <a:rPr lang="en-US" altLang="ja-JP" sz="1600">
                <a:latin typeface="Meiryo UI"/>
                <a:ea typeface="Meiryo UI"/>
              </a:rPr>
              <a:t>(2025</a:t>
            </a:r>
            <a:r>
              <a:rPr lang="ja-JP" altLang="en-US" sz="1600">
                <a:latin typeface="Meiryo UI"/>
                <a:ea typeface="Meiryo UI"/>
              </a:rPr>
              <a:t>年度版</a:t>
            </a:r>
            <a:r>
              <a:rPr lang="en-US" altLang="ja-JP" sz="1600">
                <a:latin typeface="Meiryo UI"/>
                <a:ea typeface="Meiryo UI"/>
              </a:rPr>
              <a:t>).xlsx</a:t>
            </a:r>
            <a:r>
              <a:rPr lang="ja-JP" altLang="en-US" sz="1600">
                <a:latin typeface="Meiryo UI"/>
                <a:ea typeface="Meiryo UI"/>
              </a:rPr>
              <a:t>参照） </a:t>
            </a:r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4DDE1CC-0568-EF6F-FE9D-3552007C535E}"/>
              </a:ext>
            </a:extLst>
          </p:cNvPr>
          <p:cNvSpPr/>
          <p:nvPr/>
        </p:nvSpPr>
        <p:spPr bwMode="auto">
          <a:xfrm>
            <a:off x="111777" y="4325190"/>
            <a:ext cx="8902783" cy="619867"/>
          </a:xfrm>
          <a:prstGeom prst="rect">
            <a:avLst/>
          </a:prstGeom>
          <a:solidFill>
            <a:srgbClr val="DAE0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718291"/>
            <a:r>
              <a:rPr lang="ja-JP" altLang="en-US" sz="1600">
                <a:latin typeface="Meiryo UI"/>
                <a:ea typeface="Meiryo UI"/>
              </a:rPr>
              <a:t>これらの成果物を利用することで、アジャイルチームの現在の成熟度を把握でき、</a:t>
            </a:r>
          </a:p>
          <a:p>
            <a:pPr defTabSz="718291"/>
            <a:r>
              <a:rPr lang="ja-JP" altLang="en-US" sz="1600">
                <a:latin typeface="Meiryo UI"/>
                <a:ea typeface="Meiryo UI"/>
              </a:rPr>
              <a:t>現状よりさらに</a:t>
            </a:r>
            <a:r>
              <a:rPr lang="en-US" altLang="ja-JP" sz="1600" b="1">
                <a:latin typeface="Meiryo UI"/>
                <a:ea typeface="Meiryo UI"/>
              </a:rPr>
              <a:t>Be Agile</a:t>
            </a:r>
            <a:r>
              <a:rPr lang="ja-JP" altLang="en-US" sz="1600" b="1">
                <a:latin typeface="Meiryo UI"/>
                <a:ea typeface="Meiryo UI"/>
              </a:rPr>
              <a:t>に近づくために、何をすればよいかの道筋を知ることができる。</a:t>
            </a:r>
            <a:endParaRPr lang="ja-JP" altLang="en-US" sz="1600">
              <a:latin typeface="Meiryo UI"/>
              <a:ea typeface="Meiryo U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C09D5F-AFAC-7BEA-8FF4-C81BA93A3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084" y="3184752"/>
            <a:ext cx="2050596" cy="1141640"/>
          </a:xfrm>
          <a:prstGeom prst="rect">
            <a:avLst/>
          </a:prstGeom>
        </p:spPr>
      </p:pic>
      <p:sp>
        <p:nvSpPr>
          <p:cNvPr id="13" name="正方形/長方形 7">
            <a:extLst>
              <a:ext uri="{FF2B5EF4-FFF2-40B4-BE49-F238E27FC236}">
                <a16:creationId xmlns:a16="http://schemas.microsoft.com/office/drawing/2014/main" id="{8A034014-3723-7A0B-5B0E-1A0264BD24AF}"/>
              </a:ext>
            </a:extLst>
          </p:cNvPr>
          <p:cNvSpPr/>
          <p:nvPr/>
        </p:nvSpPr>
        <p:spPr>
          <a:xfrm>
            <a:off x="205205" y="1737846"/>
            <a:ext cx="8714500" cy="625536"/>
          </a:xfrm>
          <a:prstGeom prst="rect">
            <a:avLst/>
          </a:prstGeom>
          <a:noFill/>
          <a:ln w="190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vert="horz" wrap="none" lIns="108000" tIns="91439" rIns="0" bIns="0" rtlCol="0" anchor="t" anchorCtr="0">
            <a:noAutofit/>
          </a:bodyPr>
          <a:lstStyle>
            <a:defPPr>
              <a:defRPr lang="ja-JP"/>
            </a:defPPr>
            <a:lvl1pPr marL="0" algn="l" defTabSz="779163" rtl="0" eaLnBrk="1" latinLnBrk="0" hangingPunct="1"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9582" algn="l" defTabSz="779163" rtl="0" eaLnBrk="1" latinLnBrk="0" hangingPunct="1"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9163" algn="l" defTabSz="779163" rtl="0" eaLnBrk="1" latinLnBrk="0" hangingPunct="1"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8745" algn="l" defTabSz="779163" rtl="0" eaLnBrk="1" latinLnBrk="0" hangingPunct="1"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8326" algn="l" defTabSz="779163" rtl="0" eaLnBrk="1" latinLnBrk="0" hangingPunct="1"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47908" algn="l" defTabSz="779163" rtl="0" eaLnBrk="1" latinLnBrk="0" hangingPunct="1"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37489" algn="l" defTabSz="779163" rtl="0" eaLnBrk="1" latinLnBrk="0" hangingPunct="1"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27071" algn="l" defTabSz="779163" rtl="0" eaLnBrk="1" latinLnBrk="0" hangingPunct="1"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16652" algn="l" defTabSz="779163" rtl="0" eaLnBrk="1" latinLnBrk="0" hangingPunct="1"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18291"/>
            <a:r>
              <a:rPr lang="ja-JP" altLang="en-US" sz="1600">
                <a:solidFill>
                  <a:srgbClr val="000000"/>
                </a:solidFill>
                <a:latin typeface="Meiryo UI"/>
                <a:ea typeface="Meiryo UI"/>
              </a:rPr>
              <a:t>　</a:t>
            </a:r>
            <a:r>
              <a:rPr lang="ja-JP" sz="1600">
                <a:solidFill>
                  <a:srgbClr val="000000"/>
                </a:solidFill>
                <a:latin typeface="Meiryo UI"/>
                <a:ea typeface="Meiryo UI"/>
              </a:rPr>
              <a:t>アジャイル開発を始めたばかりのチームの成熟度を高め、</a:t>
            </a:r>
            <a:endParaRPr lang="en-US" altLang="ja-JP" sz="1600">
              <a:solidFill>
                <a:srgbClr val="000000"/>
              </a:solidFill>
              <a:latin typeface="Meiryo UI"/>
              <a:ea typeface="Meiryo UI"/>
            </a:endParaRPr>
          </a:p>
          <a:p>
            <a:pPr defTabSz="718291"/>
            <a:r>
              <a:rPr lang="ja-JP" altLang="en-US" sz="1600">
                <a:solidFill>
                  <a:srgbClr val="000000"/>
                </a:solidFill>
                <a:latin typeface="Meiryo UI"/>
                <a:ea typeface="Meiryo UI"/>
              </a:rPr>
              <a:t>　</a:t>
            </a:r>
            <a:r>
              <a:rPr lang="ja-JP" sz="1600">
                <a:solidFill>
                  <a:srgbClr val="000000"/>
                </a:solidFill>
                <a:latin typeface="Meiryo UI"/>
                <a:ea typeface="Meiryo UI"/>
              </a:rPr>
              <a:t>アジャイルの本来の強みを生かせる状態（</a:t>
            </a:r>
            <a:r>
              <a:rPr lang="en-US" altLang="ja-JP" sz="1600">
                <a:solidFill>
                  <a:srgbClr val="000000"/>
                </a:solidFill>
                <a:latin typeface="Meiryo UI"/>
                <a:ea typeface="Meiryo UI"/>
              </a:rPr>
              <a:t>Be Agile</a:t>
            </a:r>
            <a:r>
              <a:rPr lang="ja-JP" sz="1600">
                <a:solidFill>
                  <a:srgbClr val="000000"/>
                </a:solidFill>
                <a:latin typeface="Meiryo UI"/>
                <a:ea typeface="Meiryo UI"/>
              </a:rPr>
              <a:t>）になるにはどうすればよいかを調査・研究する。</a:t>
            </a:r>
            <a:endParaRPr lang="ja-JP"/>
          </a:p>
        </p:txBody>
      </p:sp>
      <p:sp>
        <p:nvSpPr>
          <p:cNvPr id="15" name="四角形: 角を丸くする 16">
            <a:extLst>
              <a:ext uri="{FF2B5EF4-FFF2-40B4-BE49-F238E27FC236}">
                <a16:creationId xmlns:a16="http://schemas.microsoft.com/office/drawing/2014/main" id="{B478000A-6E70-050B-5B93-82FC537883A8}"/>
              </a:ext>
            </a:extLst>
          </p:cNvPr>
          <p:cNvSpPr/>
          <p:nvPr/>
        </p:nvSpPr>
        <p:spPr>
          <a:xfrm>
            <a:off x="326630" y="1551814"/>
            <a:ext cx="4294344" cy="297368"/>
          </a:xfrm>
          <a:prstGeom prst="roundRect">
            <a:avLst>
              <a:gd name="adj" fmla="val 50000"/>
            </a:avLst>
          </a:prstGeom>
          <a:solidFill>
            <a:srgbClr val="4A66AC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vert="horz" wrap="none" lIns="0" tIns="0" rIns="0" bIns="0" rtlCol="0" anchor="ctr" anchorCtr="0">
            <a:noAutofit/>
          </a:bodyPr>
          <a:lstStyle>
            <a:defPPr>
              <a:defRPr lang="ja-JP"/>
            </a:defPPr>
            <a:lvl1pPr marL="0" algn="l" defTabSz="779163" rtl="0" eaLnBrk="1" latinLnBrk="0" hangingPunct="1"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9582" algn="l" defTabSz="779163" rtl="0" eaLnBrk="1" latinLnBrk="0" hangingPunct="1"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9163" algn="l" defTabSz="779163" rtl="0" eaLnBrk="1" latinLnBrk="0" hangingPunct="1"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8745" algn="l" defTabSz="779163" rtl="0" eaLnBrk="1" latinLnBrk="0" hangingPunct="1"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8326" algn="l" defTabSz="779163" rtl="0" eaLnBrk="1" latinLnBrk="0" hangingPunct="1"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47908" algn="l" defTabSz="779163" rtl="0" eaLnBrk="1" latinLnBrk="0" hangingPunct="1"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37489" algn="l" defTabSz="779163" rtl="0" eaLnBrk="1" latinLnBrk="0" hangingPunct="1"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27071" algn="l" defTabSz="779163" rtl="0" eaLnBrk="1" latinLnBrk="0" hangingPunct="1"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16652" algn="l" defTabSz="779163" rtl="0" eaLnBrk="1" latinLnBrk="0" hangingPunct="1"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/>
            </a:pPr>
            <a:r>
              <a:rPr lang="ja-JP" sz="1600" b="1" kern="0">
                <a:solidFill>
                  <a:schemeClr val="bg1"/>
                </a:solidFill>
                <a:latin typeface="Meiryo UI"/>
                <a:ea typeface="Meiryo UI"/>
              </a:rPr>
              <a:t>当分科会の目的</a:t>
            </a:r>
            <a:r>
              <a:rPr lang="ja-JP" sz="1600" kern="0">
                <a:solidFill>
                  <a:schemeClr val="bg1"/>
                </a:solidFill>
                <a:latin typeface="Meiryo UI"/>
                <a:ea typeface="Meiryo UI"/>
              </a:rPr>
              <a:t>（われわれはなぜここにいるのか）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Minus Sign 16">
            <a:extLst>
              <a:ext uri="{FF2B5EF4-FFF2-40B4-BE49-F238E27FC236}">
                <a16:creationId xmlns:a16="http://schemas.microsoft.com/office/drawing/2014/main" id="{6AAF473E-228E-6C7D-FC2B-FDAC17DC4FC2}"/>
              </a:ext>
            </a:extLst>
          </p:cNvPr>
          <p:cNvSpPr/>
          <p:nvPr/>
        </p:nvSpPr>
        <p:spPr bwMode="auto">
          <a:xfrm rot="5400000">
            <a:off x="402392" y="2660286"/>
            <a:ext cx="656756" cy="553699"/>
          </a:xfrm>
          <a:prstGeom prst="mathMinus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8" name="Minus Sign 17">
            <a:extLst>
              <a:ext uri="{FF2B5EF4-FFF2-40B4-BE49-F238E27FC236}">
                <a16:creationId xmlns:a16="http://schemas.microsoft.com/office/drawing/2014/main" id="{60EA2B2E-08B9-2E20-C0B0-5ECB524628CA}"/>
              </a:ext>
            </a:extLst>
          </p:cNvPr>
          <p:cNvSpPr/>
          <p:nvPr/>
        </p:nvSpPr>
        <p:spPr bwMode="auto">
          <a:xfrm rot="5400000">
            <a:off x="266543" y="3615907"/>
            <a:ext cx="942505" cy="539646"/>
          </a:xfrm>
          <a:prstGeom prst="mathMinus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2DFE1D4-A30C-9794-0CE1-E63D12A64C54}"/>
              </a:ext>
            </a:extLst>
          </p:cNvPr>
          <p:cNvSpPr txBox="1"/>
          <p:nvPr/>
        </p:nvSpPr>
        <p:spPr>
          <a:xfrm>
            <a:off x="1414826" y="650752"/>
            <a:ext cx="5878896" cy="3494997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77916" tIns="38958" rIns="77916" bIns="38958" rtlCol="0" anchor="ctr">
            <a:spAutoFit/>
          </a:bodyPr>
          <a:lstStyle/>
          <a:p>
            <a:pPr algn="ctr"/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algn="ctr"/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algn="ctr"/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各分科会にて記載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algn="ctr"/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（２ページ程度）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algn="ctr"/>
            <a:endParaRPr kumimoji="1" lang="en-US" altLang="ja-JP" sz="1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algn="ctr"/>
            <a:r>
              <a:rPr lang="en-US" altLang="ja-JP" sz="1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※</a:t>
            </a:r>
            <a:r>
              <a:rPr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活動の目的</a:t>
            </a:r>
            <a:r>
              <a:rPr lang="en-US" altLang="ja-JP" sz="1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</a:t>
            </a:r>
            <a:r>
              <a:rPr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ゴール</a:t>
            </a:r>
            <a:r>
              <a:rPr lang="en-US" altLang="ja-JP" sz="1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)</a:t>
            </a:r>
            <a:r>
              <a:rPr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、課題、研究の進め方を記載</a:t>
            </a:r>
            <a:endParaRPr lang="en-US" altLang="ja-JP" sz="1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algn="ctr"/>
            <a:r>
              <a:rPr kumimoji="1" lang="en-US" altLang="ja-JP" sz="1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※</a:t>
            </a:r>
            <a:r>
              <a:rPr kumimoji="1"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過去の中間報告書等をご参考ください</a:t>
            </a:r>
            <a:endParaRPr kumimoji="1" lang="en-US" altLang="ja-JP" sz="1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algn="ctr"/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algn="ctr"/>
            <a:endParaRPr kumimoji="1" lang="ja-JP" altLang="en-US" sz="2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77408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D6806-3881-9677-A1AB-F52E812D2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表 23">
            <a:extLst>
              <a:ext uri="{FF2B5EF4-FFF2-40B4-BE49-F238E27FC236}">
                <a16:creationId xmlns:a16="http://schemas.microsoft.com/office/drawing/2014/main" id="{63EF7961-CB2C-FA8E-B7EF-9A5009CA7C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634115"/>
              </p:ext>
            </p:extLst>
          </p:nvPr>
        </p:nvGraphicFramePr>
        <p:xfrm>
          <a:off x="266401" y="1337169"/>
          <a:ext cx="8604693" cy="308573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76693">
                  <a:extLst>
                    <a:ext uri="{9D8B030D-6E8A-4147-A177-3AD203B41FA5}">
                      <a16:colId xmlns:a16="http://schemas.microsoft.com/office/drawing/2014/main" val="3201149595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8959973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762766989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75862308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63179915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09936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860281465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712145226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404431892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52596111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16544676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59755864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5</a:t>
                      </a:r>
                      <a:r>
                        <a:rPr kumimoji="1" lang="ja-JP" altLang="en-US" sz="14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月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6</a:t>
                      </a:r>
                      <a:r>
                        <a:rPr kumimoji="1" lang="ja-JP" altLang="en-US" sz="14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月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7</a:t>
                      </a:r>
                      <a:r>
                        <a:rPr kumimoji="1" lang="ja-JP" altLang="en-US" sz="14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月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8</a:t>
                      </a:r>
                      <a:r>
                        <a:rPr kumimoji="1" lang="ja-JP" altLang="en-US" sz="14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月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9</a:t>
                      </a:r>
                      <a:r>
                        <a:rPr kumimoji="1" lang="ja-JP" altLang="en-US" sz="14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月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10</a:t>
                      </a:r>
                      <a:r>
                        <a:rPr kumimoji="1" lang="ja-JP" altLang="en-US" sz="14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月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11</a:t>
                      </a:r>
                      <a:r>
                        <a:rPr kumimoji="1" lang="ja-JP" altLang="en-US" sz="14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月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12</a:t>
                      </a:r>
                      <a:r>
                        <a:rPr kumimoji="1" lang="ja-JP" altLang="en-US" sz="14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月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1</a:t>
                      </a:r>
                      <a:r>
                        <a:rPr kumimoji="1" lang="ja-JP" altLang="en-US" sz="14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月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2</a:t>
                      </a:r>
                      <a:r>
                        <a:rPr kumimoji="1" lang="ja-JP" altLang="en-US" sz="14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月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3</a:t>
                      </a:r>
                      <a:r>
                        <a:rPr kumimoji="1" lang="ja-JP" altLang="en-US" sz="14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月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806178"/>
                  </a:ext>
                </a:extLst>
              </a:tr>
              <a:tr h="44269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ja-JP" altLang="en-US" sz="2000" b="0" dirty="0">
                          <a:latin typeface="Meiryo UI"/>
                          <a:ea typeface="Meiryo UI"/>
                        </a:rPr>
                        <a:t>全体イベント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>
                        <a:latin typeface="Meiryo UI"/>
                        <a:ea typeface="Meiryo UI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>
                        <a:latin typeface="Meiryo UI"/>
                        <a:ea typeface="Meiryo UI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>
                        <a:latin typeface="Meiryo UI"/>
                        <a:ea typeface="Meiryo UI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dirty="0">
                        <a:latin typeface="Meiryo UI"/>
                        <a:ea typeface="Meiryo UI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>
                        <a:latin typeface="Meiryo UI"/>
                        <a:ea typeface="Meiryo UI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>
                        <a:latin typeface="Meiryo UI"/>
                        <a:ea typeface="Meiryo UI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>
                        <a:latin typeface="Meiryo UI"/>
                        <a:ea typeface="Meiryo UI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>
                        <a:latin typeface="Meiryo UI"/>
                        <a:ea typeface="Meiryo UI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>
                        <a:latin typeface="Meiryo UI"/>
                        <a:ea typeface="Meiryo UI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>
                        <a:latin typeface="Meiryo UI"/>
                        <a:ea typeface="Meiryo UI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>
                        <a:latin typeface="Meiryo UI"/>
                        <a:ea typeface="Meiryo UI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7537314"/>
                  </a:ext>
                </a:extLst>
              </a:tr>
              <a:tr h="712032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800" b="0" dirty="0">
                          <a:latin typeface="Meiryo UI"/>
                          <a:ea typeface="Meiryo UI"/>
                        </a:rPr>
                        <a:t>分科会名</a:t>
                      </a:r>
                      <a:endParaRPr kumimoji="1" lang="en-US" altLang="ja-JP" sz="1800" b="0" dirty="0">
                        <a:latin typeface="Meiryo UI"/>
                        <a:ea typeface="Meiryo UI"/>
                      </a:endParaRPr>
                    </a:p>
                    <a:p>
                      <a:pPr algn="l"/>
                      <a:r>
                        <a:rPr kumimoji="1" lang="en-US" altLang="ja-JP" sz="1000" b="0" dirty="0">
                          <a:latin typeface="Meiryo UI"/>
                          <a:ea typeface="Meiryo UI"/>
                        </a:rPr>
                        <a:t>(</a:t>
                      </a:r>
                      <a:r>
                        <a:rPr kumimoji="1" lang="ja-JP" altLang="en-US" sz="1000" b="0" dirty="0">
                          <a:latin typeface="Meiryo UI"/>
                          <a:ea typeface="Meiryo UI"/>
                        </a:rPr>
                        <a:t>例：</a:t>
                      </a:r>
                      <a:r>
                        <a:rPr kumimoji="1" lang="en-US" altLang="ja-JP" sz="1000" b="0" dirty="0">
                          <a:latin typeface="Meiryo UI"/>
                          <a:ea typeface="Meiryo UI"/>
                        </a:rPr>
                        <a:t>AI</a:t>
                      </a:r>
                      <a:r>
                        <a:rPr kumimoji="1" lang="ja-JP" altLang="en-US" sz="1000" b="0" dirty="0">
                          <a:latin typeface="Meiryo UI"/>
                          <a:ea typeface="Meiryo UI"/>
                        </a:rPr>
                        <a:t>ー</a:t>
                      </a:r>
                      <a:r>
                        <a:rPr kumimoji="1" lang="en-US" altLang="ja-JP" sz="1000" b="0" dirty="0">
                          <a:latin typeface="Meiryo UI"/>
                          <a:ea typeface="Meiryo UI"/>
                        </a:rPr>
                        <a:t>Ready)</a:t>
                      </a:r>
                      <a:endParaRPr kumimoji="1" lang="ja-JP" altLang="en-US" sz="1000" b="0" dirty="0">
                        <a:latin typeface="Meiryo UI"/>
                        <a:ea typeface="Meiryo UI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313312"/>
                  </a:ext>
                </a:extLst>
              </a:tr>
              <a:tr h="74950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kumimoji="1" lang="ja-JP" altLang="en-US" sz="2000" b="0" dirty="0">
                        <a:latin typeface="Meiryo UI"/>
                        <a:ea typeface="Meiryo UI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dirty="0">
                        <a:latin typeface="Meiryo UI"/>
                        <a:ea typeface="Meiryo UI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>
                        <a:latin typeface="Meiryo UI"/>
                        <a:ea typeface="Meiryo UI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dirty="0">
                        <a:latin typeface="Meiryo UI"/>
                        <a:ea typeface="Meiryo UI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>
                        <a:latin typeface="Meiryo UI"/>
                        <a:ea typeface="Meiryo UI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>
                        <a:latin typeface="Meiryo UI"/>
                        <a:ea typeface="Meiryo UI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>
                        <a:latin typeface="Meiryo UI"/>
                        <a:ea typeface="Meiryo UI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>
                        <a:latin typeface="Meiryo UI"/>
                        <a:ea typeface="Meiryo UI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>
                        <a:latin typeface="Meiryo UI"/>
                        <a:ea typeface="Meiryo UI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>
                        <a:latin typeface="Meiryo UI"/>
                        <a:ea typeface="Meiryo UI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dirty="0">
                        <a:latin typeface="Meiryo UI"/>
                        <a:ea typeface="Meiryo UI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>
                        <a:latin typeface="Meiryo UI"/>
                        <a:ea typeface="Meiryo UI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082704"/>
                  </a:ext>
                </a:extLst>
              </a:tr>
              <a:tr h="74950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kumimoji="1" lang="ja-JP" altLang="en-US" sz="2000" b="0" dirty="0">
                        <a:latin typeface="Meiryo UI"/>
                        <a:ea typeface="Meiryo UI"/>
                      </a:endParaRP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>
                        <a:latin typeface="Meiryo UI"/>
                        <a:ea typeface="Meiryo UI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>
                        <a:latin typeface="Meiryo UI"/>
                        <a:ea typeface="Meiryo UI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>
                        <a:latin typeface="Meiryo UI"/>
                        <a:ea typeface="Meiryo UI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>
                        <a:latin typeface="Meiryo UI"/>
                        <a:ea typeface="Meiryo UI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>
                        <a:latin typeface="Meiryo UI"/>
                        <a:ea typeface="Meiryo UI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>
                        <a:latin typeface="Meiryo UI"/>
                        <a:ea typeface="Meiryo UI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>
                        <a:latin typeface="Meiryo UI"/>
                        <a:ea typeface="Meiryo UI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>
                        <a:latin typeface="Meiryo UI"/>
                        <a:ea typeface="Meiryo UI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>
                        <a:latin typeface="Meiryo UI"/>
                        <a:ea typeface="Meiryo UI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>
                        <a:latin typeface="Meiryo UI"/>
                        <a:ea typeface="Meiryo UI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kumimoji="1" lang="ja-JP" altLang="en-US" dirty="0">
                        <a:latin typeface="Meiryo UI"/>
                        <a:ea typeface="Meiryo UI"/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724322"/>
                  </a:ext>
                </a:extLst>
              </a:tr>
            </a:tbl>
          </a:graphicData>
        </a:graphic>
      </p:graphicFrame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5D924768-52A3-CCC7-7D35-C38D47CC47BE}"/>
              </a:ext>
            </a:extLst>
          </p:cNvPr>
          <p:cNvCxnSpPr/>
          <p:nvPr/>
        </p:nvCxnSpPr>
        <p:spPr bwMode="auto">
          <a:xfrm flipH="1">
            <a:off x="5082547" y="2024128"/>
            <a:ext cx="14053" cy="2683272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D5637F7-B2A7-A3EF-4BAB-F06235D76ACE}"/>
              </a:ext>
            </a:extLst>
          </p:cNvPr>
          <p:cNvSpPr txBox="1"/>
          <p:nvPr/>
        </p:nvSpPr>
        <p:spPr>
          <a:xfrm>
            <a:off x="4708662" y="1789003"/>
            <a:ext cx="719663" cy="468000"/>
          </a:xfrm>
          <a:prstGeom prst="rect">
            <a:avLst/>
          </a:prstGeom>
          <a:noFill/>
          <a:ln>
            <a:noFill/>
          </a:ln>
        </p:spPr>
        <p:txBody>
          <a:bodyPr wrap="none" lIns="77916" tIns="38958" rIns="77916" bIns="38958" rtlCol="0" anchor="t">
            <a:noAutofit/>
          </a:bodyPr>
          <a:lstStyle/>
          <a:p>
            <a:pPr algn="ctr"/>
            <a:r>
              <a:rPr kumimoji="1" lang="ja-JP" altLang="en-US" sz="1200" b="1">
                <a:solidFill>
                  <a:srgbClr val="44546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中間報告</a:t>
            </a:r>
            <a:endParaRPr lang="en-US" altLang="ja-JP">
              <a:solidFill>
                <a:srgbClr val="44546A"/>
              </a:solidFill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2D831423-B65F-6F7E-540F-D0C7A796F4E0}"/>
              </a:ext>
            </a:extLst>
          </p:cNvPr>
          <p:cNvSpPr txBox="1"/>
          <p:nvPr/>
        </p:nvSpPr>
        <p:spPr>
          <a:xfrm>
            <a:off x="5570894" y="1787966"/>
            <a:ext cx="863679" cy="468000"/>
          </a:xfrm>
          <a:prstGeom prst="rect">
            <a:avLst/>
          </a:prstGeom>
          <a:noFill/>
          <a:ln>
            <a:noFill/>
          </a:ln>
        </p:spPr>
        <p:txBody>
          <a:bodyPr wrap="none" lIns="77916" tIns="38958" rIns="77916" bIns="38958" rtlCol="0" anchor="t">
            <a:noAutofit/>
          </a:bodyPr>
          <a:lstStyle/>
          <a:p>
            <a:pPr algn="ctr"/>
            <a:r>
              <a:rPr lang="ja-JP" altLang="en-US" sz="1200" b="1">
                <a:solidFill>
                  <a:srgbClr val="44546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合宿</a:t>
            </a:r>
            <a:endParaRPr lang="en-US" altLang="ja-JP">
              <a:solidFill>
                <a:srgbClr val="44546A"/>
              </a:solidFill>
            </a:endParaRPr>
          </a:p>
        </p:txBody>
      </p: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F986775A-A193-540B-64E1-D11EE8F93B7E}"/>
              </a:ext>
            </a:extLst>
          </p:cNvPr>
          <p:cNvCxnSpPr/>
          <p:nvPr/>
        </p:nvCxnSpPr>
        <p:spPr bwMode="auto">
          <a:xfrm flipH="1">
            <a:off x="8350128" y="2021901"/>
            <a:ext cx="18737" cy="2692642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16511C5-A4EE-C10C-4C49-E227E635EF08}"/>
              </a:ext>
            </a:extLst>
          </p:cNvPr>
          <p:cNvSpPr txBox="1"/>
          <p:nvPr/>
        </p:nvSpPr>
        <p:spPr>
          <a:xfrm>
            <a:off x="2743559" y="1820757"/>
            <a:ext cx="719663" cy="468000"/>
          </a:xfrm>
          <a:prstGeom prst="rect">
            <a:avLst/>
          </a:prstGeom>
          <a:noFill/>
          <a:ln>
            <a:noFill/>
          </a:ln>
        </p:spPr>
        <p:txBody>
          <a:bodyPr wrap="none" lIns="77916" tIns="38958" rIns="77916" bIns="38958" rtlCol="0" anchor="t">
            <a:noAutofit/>
          </a:bodyPr>
          <a:lstStyle/>
          <a:p>
            <a:pPr algn="ctr"/>
            <a:r>
              <a:rPr kumimoji="1" lang="ja-JP" altLang="en-US" sz="1200" b="1">
                <a:solidFill>
                  <a:srgbClr val="44546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集中討議</a:t>
            </a:r>
            <a:endParaRPr lang="en-US" altLang="ja-JP">
              <a:solidFill>
                <a:srgbClr val="44546A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0046302-064D-3562-3A76-CB759961F8A9}"/>
              </a:ext>
            </a:extLst>
          </p:cNvPr>
          <p:cNvSpPr txBox="1"/>
          <p:nvPr/>
        </p:nvSpPr>
        <p:spPr>
          <a:xfrm>
            <a:off x="7204145" y="1816073"/>
            <a:ext cx="719663" cy="468000"/>
          </a:xfrm>
          <a:prstGeom prst="rect">
            <a:avLst/>
          </a:prstGeom>
          <a:noFill/>
          <a:ln>
            <a:noFill/>
          </a:ln>
        </p:spPr>
        <p:txBody>
          <a:bodyPr wrap="none" lIns="77916" tIns="38958" rIns="77916" bIns="38958" rtlCol="0" anchor="t">
            <a:noAutofit/>
          </a:bodyPr>
          <a:lstStyle/>
          <a:p>
            <a:pPr algn="r"/>
            <a:r>
              <a:rPr lang="ja-JP" altLang="en-US" sz="1200" b="1">
                <a:solidFill>
                  <a:srgbClr val="44546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集中討議</a:t>
            </a:r>
            <a:endParaRPr kumimoji="1" lang="en-US" altLang="ja-JP" sz="1200" b="1">
              <a:solidFill>
                <a:srgbClr val="44546A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7192B83-8C50-496B-BFCB-90F00DD06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86" y="14869"/>
            <a:ext cx="7281603" cy="316706"/>
          </a:xfrm>
        </p:spPr>
        <p:txBody>
          <a:bodyPr/>
          <a:lstStyle/>
          <a:p>
            <a:r>
              <a:rPr lang="ja-JP" altLang="en-US" dirty="0">
                <a:solidFill>
                  <a:srgbClr val="7F7F7F"/>
                </a:solidFill>
                <a:latin typeface="Meiryo UI"/>
                <a:ea typeface="Meiryo UI"/>
              </a:rPr>
              <a:t>５</a:t>
            </a:r>
            <a:r>
              <a:rPr lang="en-US" altLang="ja-JP" dirty="0">
                <a:solidFill>
                  <a:srgbClr val="7F7F7F"/>
                </a:solidFill>
                <a:latin typeface="Meiryo UI"/>
                <a:ea typeface="Meiryo UI"/>
              </a:rPr>
              <a:t>. </a:t>
            </a:r>
            <a:r>
              <a:rPr lang="ja-JP" altLang="en-US" dirty="0">
                <a:solidFill>
                  <a:srgbClr val="7F7F7F"/>
                </a:solidFill>
                <a:latin typeface="Meiryo UI"/>
                <a:ea typeface="Meiryo UI"/>
              </a:rPr>
              <a:t>今後の活動計画</a:t>
            </a:r>
          </a:p>
        </p:txBody>
      </p:sp>
      <p:sp>
        <p:nvSpPr>
          <p:cNvPr id="37" name="矢印: 五方向 36">
            <a:extLst>
              <a:ext uri="{FF2B5EF4-FFF2-40B4-BE49-F238E27FC236}">
                <a16:creationId xmlns:a16="http://schemas.microsoft.com/office/drawing/2014/main" id="{69049471-B8EE-A563-1587-01F325C549CF}"/>
              </a:ext>
            </a:extLst>
          </p:cNvPr>
          <p:cNvSpPr/>
          <p:nvPr/>
        </p:nvSpPr>
        <p:spPr bwMode="auto">
          <a:xfrm>
            <a:off x="7272156" y="2325794"/>
            <a:ext cx="1082657" cy="546651"/>
          </a:xfrm>
          <a:prstGeom prst="homePlate">
            <a:avLst>
              <a:gd name="adj" fmla="val 30249"/>
            </a:avLst>
          </a:prstGeom>
          <a:solidFill>
            <a:srgbClr val="DAE0E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600" b="1" i="0" u="none" strike="noStrike" cap="none" normalizeH="0" baseline="0">
                <a:ln>
                  <a:noFill/>
                </a:ln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資料</a:t>
            </a:r>
            <a:endParaRPr kumimoji="1" lang="en-US" altLang="ja-JP" sz="1600" b="1" i="0" u="none" strike="noStrike" cap="none" normalizeH="0" baseline="0">
              <a:ln>
                <a:noFill/>
              </a:ln>
              <a:effectLst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600" b="1" i="0" u="none" strike="noStrike" cap="none" normalizeH="0" baseline="0">
                <a:ln>
                  <a:noFill/>
                </a:ln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作成</a:t>
            </a:r>
          </a:p>
        </p:txBody>
      </p:sp>
      <p:sp>
        <p:nvSpPr>
          <p:cNvPr id="42" name="矢印: 五方向 41">
            <a:extLst>
              <a:ext uri="{FF2B5EF4-FFF2-40B4-BE49-F238E27FC236}">
                <a16:creationId xmlns:a16="http://schemas.microsoft.com/office/drawing/2014/main" id="{3E0686D5-718A-1B08-B685-F946E8AF6A73}"/>
              </a:ext>
            </a:extLst>
          </p:cNvPr>
          <p:cNvSpPr/>
          <p:nvPr/>
        </p:nvSpPr>
        <p:spPr bwMode="auto">
          <a:xfrm>
            <a:off x="3778931" y="2318207"/>
            <a:ext cx="1201658" cy="539730"/>
          </a:xfrm>
          <a:prstGeom prst="homePlate">
            <a:avLst>
              <a:gd name="adj" fmla="val 24052"/>
            </a:avLst>
          </a:prstGeom>
          <a:solidFill>
            <a:srgbClr val="DAE0E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1400" b="1">
                <a:latin typeface="Meiryo UI"/>
                <a:ea typeface="Meiryo UI"/>
              </a:rPr>
              <a:t>事例調査</a:t>
            </a:r>
          </a:p>
        </p:txBody>
      </p:sp>
      <p:sp>
        <p:nvSpPr>
          <p:cNvPr id="5" name="矢印: 五方向 4">
            <a:extLst>
              <a:ext uri="{FF2B5EF4-FFF2-40B4-BE49-F238E27FC236}">
                <a16:creationId xmlns:a16="http://schemas.microsoft.com/office/drawing/2014/main" id="{A91FDA4D-43D0-CD1A-2F78-41AC297B4E48}"/>
              </a:ext>
            </a:extLst>
          </p:cNvPr>
          <p:cNvSpPr/>
          <p:nvPr/>
        </p:nvSpPr>
        <p:spPr bwMode="auto">
          <a:xfrm>
            <a:off x="1939205" y="2328167"/>
            <a:ext cx="1114218" cy="529769"/>
          </a:xfrm>
          <a:prstGeom prst="homePlate">
            <a:avLst>
              <a:gd name="adj" fmla="val 30249"/>
            </a:avLst>
          </a:prstGeom>
          <a:solidFill>
            <a:srgbClr val="DAE0E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200" b="1">
                <a:latin typeface="Meiryo UI"/>
                <a:ea typeface="Meiryo UI"/>
                <a:cs typeface="Meiryo UI" panose="020B0604030504040204" pitchFamily="50" charset="-128"/>
              </a:rPr>
              <a:t>テーマ選定</a:t>
            </a: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>
                <a:latin typeface="Meiryo UI"/>
                <a:ea typeface="Meiryo UI"/>
                <a:cs typeface="Meiryo UI" panose="020B0604030504040204" pitchFamily="50" charset="-128"/>
              </a:rPr>
              <a:t>（OST形式）</a:t>
            </a:r>
            <a:endParaRPr lang="ja-JP" sz="120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5DB125F-D6D1-692D-76F7-1B992668032B}"/>
              </a:ext>
            </a:extLst>
          </p:cNvPr>
          <p:cNvSpPr txBox="1"/>
          <p:nvPr/>
        </p:nvSpPr>
        <p:spPr>
          <a:xfrm>
            <a:off x="288457" y="457125"/>
            <a:ext cx="8558981" cy="610838"/>
          </a:xfrm>
          <a:prstGeom prst="rect">
            <a:avLst/>
          </a:prstGeom>
          <a:noFill/>
        </p:spPr>
        <p:txBody>
          <a:bodyPr wrap="none" lIns="77916" tIns="38958" rIns="77916" bIns="38958" rtlCol="0" anchor="t">
            <a:noAutofit/>
          </a:bodyPr>
          <a:lstStyle/>
          <a:p>
            <a:r>
              <a:rPr kumimoji="1" lang="ja-JP" altLang="en-US" sz="1800" dirty="0">
                <a:latin typeface="Meiryo UI"/>
                <a:ea typeface="Meiryo UI"/>
                <a:cs typeface="Meiryo UI" panose="020B0604030504040204" pitchFamily="50" charset="-128"/>
              </a:rPr>
              <a:t>・活動計画の概要を記載</a:t>
            </a:r>
            <a:endParaRPr lang="ja-JP" altLang="en-US" sz="1800" dirty="0">
              <a:latin typeface="Meiryo UI"/>
              <a:ea typeface="Meiryo UI"/>
              <a:cs typeface="Meiryo UI" panose="020B0604030504040204" pitchFamily="50" charset="-128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CD8C4193-0230-A3B7-4C08-58046D1C24D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66286" y="4964907"/>
            <a:ext cx="477715" cy="178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7916" tIns="9203" rIns="77916" bIns="9203" numCol="1" anchor="ctr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5CE835A6-4A53-49E7-9E15-10ED7101D083}" type="slidenum">
              <a:rPr lang="en-US" altLang="ja-JP" smtClean="0">
                <a:solidFill>
                  <a:srgbClr val="FFFFFF"/>
                </a:solidFill>
              </a:rPr>
              <a:pPr/>
              <a:t>5</a:t>
            </a:fld>
            <a:endParaRPr lang="en-US" altLang="ja-JP">
              <a:solidFill>
                <a:srgbClr val="FFFFFF"/>
              </a:solidFill>
            </a:endParaRPr>
          </a:p>
        </p:txBody>
      </p:sp>
      <p:sp>
        <p:nvSpPr>
          <p:cNvPr id="6" name="テキスト ボックス 27">
            <a:extLst>
              <a:ext uri="{FF2B5EF4-FFF2-40B4-BE49-F238E27FC236}">
                <a16:creationId xmlns:a16="http://schemas.microsoft.com/office/drawing/2014/main" id="{606F6E3D-C4E2-CA54-1C1D-93E694D47844}"/>
              </a:ext>
            </a:extLst>
          </p:cNvPr>
          <p:cNvSpPr txBox="1"/>
          <p:nvPr/>
        </p:nvSpPr>
        <p:spPr>
          <a:xfrm>
            <a:off x="8011182" y="1803056"/>
            <a:ext cx="719663" cy="468000"/>
          </a:xfrm>
          <a:prstGeom prst="rect">
            <a:avLst/>
          </a:prstGeom>
          <a:noFill/>
          <a:ln>
            <a:noFill/>
          </a:ln>
        </p:spPr>
        <p:txBody>
          <a:bodyPr wrap="none" lIns="77916" tIns="38958" rIns="77916" bIns="38958" rtlCol="0" anchor="t">
            <a:noAutofit/>
          </a:bodyPr>
          <a:lstStyle/>
          <a:p>
            <a:pPr algn="ctr"/>
            <a:r>
              <a:rPr lang="ja-JP" altLang="en-US" sz="1200" b="1">
                <a:solidFill>
                  <a:srgbClr val="44546A"/>
                </a:solidFill>
                <a:latin typeface="Meiryo UI"/>
                <a:ea typeface="Meiryo UI"/>
                <a:cs typeface="Meiryo UI" panose="020B0604030504040204" pitchFamily="50" charset="-128"/>
              </a:rPr>
              <a:t>最終</a:t>
            </a:r>
            <a:r>
              <a:rPr kumimoji="1" lang="ja-JP" altLang="en-US" sz="1200" b="1">
                <a:solidFill>
                  <a:srgbClr val="44546A"/>
                </a:solidFill>
                <a:latin typeface="Meiryo UI"/>
                <a:ea typeface="Meiryo UI"/>
                <a:cs typeface="Meiryo UI" panose="020B0604030504040204" pitchFamily="50" charset="-128"/>
              </a:rPr>
              <a:t>報告</a:t>
            </a:r>
            <a:endParaRPr lang="en-US" altLang="ja-JP">
              <a:solidFill>
                <a:srgbClr val="44546A"/>
              </a:solidFill>
              <a:latin typeface="Meiryo UI"/>
              <a:ea typeface="Meiryo UI"/>
            </a:endParaRPr>
          </a:p>
        </p:txBody>
      </p:sp>
      <p:sp>
        <p:nvSpPr>
          <p:cNvPr id="38" name="矢印: 五方向 41">
            <a:extLst>
              <a:ext uri="{FF2B5EF4-FFF2-40B4-BE49-F238E27FC236}">
                <a16:creationId xmlns:a16="http://schemas.microsoft.com/office/drawing/2014/main" id="{3677ACB2-CB9E-EE5D-7C71-683289666B74}"/>
              </a:ext>
            </a:extLst>
          </p:cNvPr>
          <p:cNvSpPr/>
          <p:nvPr/>
        </p:nvSpPr>
        <p:spPr bwMode="auto">
          <a:xfrm>
            <a:off x="5137415" y="2322891"/>
            <a:ext cx="1468669" cy="535046"/>
          </a:xfrm>
          <a:prstGeom prst="homePlate">
            <a:avLst>
              <a:gd name="adj" fmla="val 24052"/>
            </a:avLst>
          </a:prstGeom>
          <a:solidFill>
            <a:srgbClr val="DAE0E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1400" b="1">
                <a:latin typeface="Meiryo UI"/>
                <a:ea typeface="Meiryo UI"/>
              </a:rPr>
              <a:t>企業訪問</a:t>
            </a: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ja-JP" altLang="en-US" sz="1400" b="1">
                <a:latin typeface="Meiryo UI"/>
                <a:ea typeface="Meiryo UI"/>
              </a:rPr>
              <a:t>ヒアリング</a:t>
            </a:r>
          </a:p>
        </p:txBody>
      </p:sp>
      <p:sp>
        <p:nvSpPr>
          <p:cNvPr id="46" name="矢印: 五方向 41">
            <a:extLst>
              <a:ext uri="{FF2B5EF4-FFF2-40B4-BE49-F238E27FC236}">
                <a16:creationId xmlns:a16="http://schemas.microsoft.com/office/drawing/2014/main" id="{89C9F81A-D043-E61F-76A4-467E152C10F1}"/>
              </a:ext>
            </a:extLst>
          </p:cNvPr>
          <p:cNvSpPr/>
          <p:nvPr/>
        </p:nvSpPr>
        <p:spPr bwMode="auto">
          <a:xfrm>
            <a:off x="6622378" y="2322890"/>
            <a:ext cx="616104" cy="535046"/>
          </a:xfrm>
          <a:prstGeom prst="homePlate">
            <a:avLst>
              <a:gd name="adj" fmla="val 24052"/>
            </a:avLst>
          </a:prstGeom>
          <a:solidFill>
            <a:srgbClr val="DAE0E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1400" b="1" dirty="0">
                <a:latin typeface="Meiryo UI"/>
                <a:ea typeface="Meiryo UI"/>
              </a:rPr>
              <a:t>分析</a:t>
            </a:r>
          </a:p>
          <a:p>
            <a:pPr algn="ctr" defTabSz="914400">
              <a:spcBef>
                <a:spcPct val="0"/>
              </a:spcBef>
              <a:spcAft>
                <a:spcPct val="0"/>
              </a:spcAft>
            </a:pPr>
            <a:r>
              <a:rPr lang="ja-JP" altLang="en-US" sz="1400" b="1" dirty="0">
                <a:latin typeface="Meiryo UI"/>
                <a:ea typeface="Meiryo UI"/>
              </a:rPr>
              <a:t>整理</a:t>
            </a:r>
          </a:p>
        </p:txBody>
      </p:sp>
      <p:sp>
        <p:nvSpPr>
          <p:cNvPr id="3" name="矢印: 五方向 4">
            <a:extLst>
              <a:ext uri="{FF2B5EF4-FFF2-40B4-BE49-F238E27FC236}">
                <a16:creationId xmlns:a16="http://schemas.microsoft.com/office/drawing/2014/main" id="{9DB2B4C0-610E-E6A1-6B7B-489441D67C56}"/>
              </a:ext>
            </a:extLst>
          </p:cNvPr>
          <p:cNvSpPr/>
          <p:nvPr/>
        </p:nvSpPr>
        <p:spPr bwMode="auto">
          <a:xfrm>
            <a:off x="3064543" y="2323483"/>
            <a:ext cx="597109" cy="529769"/>
          </a:xfrm>
          <a:prstGeom prst="homePlate">
            <a:avLst>
              <a:gd name="adj" fmla="val 30249"/>
            </a:avLst>
          </a:prstGeom>
          <a:solidFill>
            <a:srgbClr val="DAE0E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800" b="1" dirty="0">
                <a:latin typeface="Meiryo UI"/>
                <a:ea typeface="Meiryo UI"/>
              </a:rPr>
              <a:t>インセプ</a:t>
            </a:r>
          </a:p>
          <a:p>
            <a:pPr defTabSz="914400">
              <a:spcBef>
                <a:spcPct val="0"/>
              </a:spcBef>
              <a:spcAft>
                <a:spcPct val="0"/>
              </a:spcAft>
            </a:pPr>
            <a:r>
              <a:rPr lang="ja-JP" altLang="en-US" sz="800" b="1" dirty="0">
                <a:latin typeface="Meiryo UI"/>
                <a:ea typeface="Meiryo UI"/>
              </a:rPr>
              <a:t>ションデッキ</a:t>
            </a:r>
            <a:endParaRPr lang="ja-JP" sz="800" dirty="0"/>
          </a:p>
          <a:p>
            <a:pPr marL="0" marR="0" indent="0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800" b="1" dirty="0">
                <a:latin typeface="Meiryo UI"/>
                <a:ea typeface="Meiryo UI"/>
              </a:rPr>
              <a:t>作成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5C88E59-CF91-8A8D-F3E5-10924260137A}"/>
              </a:ext>
            </a:extLst>
          </p:cNvPr>
          <p:cNvSpPr txBox="1"/>
          <p:nvPr/>
        </p:nvSpPr>
        <p:spPr>
          <a:xfrm>
            <a:off x="387739" y="3093061"/>
            <a:ext cx="8604693" cy="61083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77916" tIns="38958" rIns="77916" bIns="38958" rtlCol="0" anchor="t">
            <a:noAutofit/>
          </a:bodyPr>
          <a:lstStyle/>
          <a:p>
            <a:r>
              <a:rPr lang="ja-JP" altLang="en-US" sz="1800" dirty="0">
                <a:latin typeface="Meiryo UI"/>
                <a:ea typeface="Meiryo UI"/>
                <a:cs typeface="Meiryo UI" panose="020B0604030504040204" pitchFamily="50" charset="-128"/>
              </a:rPr>
              <a:t>各分科会、上記１行程度の幅で記載お願いします。</a:t>
            </a:r>
          </a:p>
        </p:txBody>
      </p:sp>
    </p:spTree>
    <p:extLst>
      <p:ext uri="{BB962C8B-B14F-4D97-AF65-F5344CB8AC3E}">
        <p14:creationId xmlns:p14="http://schemas.microsoft.com/office/powerpoint/2010/main" val="1392608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44BF0-DBFF-15C4-8555-EC3475865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2C0FDA4-9178-4587-0B47-837A05CDF044}"/>
              </a:ext>
            </a:extLst>
          </p:cNvPr>
          <p:cNvSpPr txBox="1"/>
          <p:nvPr/>
        </p:nvSpPr>
        <p:spPr>
          <a:xfrm>
            <a:off x="127894" y="2363062"/>
            <a:ext cx="8895578" cy="468000"/>
          </a:xfrm>
          <a:prstGeom prst="rect">
            <a:avLst/>
          </a:prstGeom>
          <a:noFill/>
        </p:spPr>
        <p:txBody>
          <a:bodyPr wrap="none" lIns="77916" tIns="38958" rIns="77916" bIns="38958" rtlCol="0" anchor="t">
            <a:noAutofit/>
          </a:bodyPr>
          <a:lstStyle/>
          <a:p>
            <a:pPr algn="ctr"/>
            <a:r>
              <a:rPr lang="en-US" altLang="ja-JP" sz="2800" b="1">
                <a:latin typeface="Meiryo UI"/>
                <a:ea typeface="Meiryo UI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426061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09504-4EB7-2EC6-F490-3F4AC6E58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77522FC-93D5-1C96-5A0D-542D37C89B98}"/>
              </a:ext>
            </a:extLst>
          </p:cNvPr>
          <p:cNvSpPr txBox="1"/>
          <p:nvPr/>
        </p:nvSpPr>
        <p:spPr>
          <a:xfrm>
            <a:off x="124211" y="1513703"/>
            <a:ext cx="8895578" cy="2323070"/>
          </a:xfrm>
          <a:prstGeom prst="rect">
            <a:avLst/>
          </a:prstGeom>
          <a:noFill/>
        </p:spPr>
        <p:txBody>
          <a:bodyPr wrap="none" lIns="77916" tIns="38958" rIns="77916" bIns="38958" rtlCol="0" anchor="t">
            <a:noAutofit/>
          </a:bodyPr>
          <a:lstStyle/>
          <a:p>
            <a:pPr algn="ctr"/>
            <a:r>
              <a:rPr lang="en-US" altLang="ja-JP" sz="2800" b="1" dirty="0">
                <a:latin typeface="Meiryo UI"/>
                <a:ea typeface="Meiryo UI"/>
              </a:rPr>
              <a:t>※</a:t>
            </a:r>
            <a:r>
              <a:rPr lang="ja-JP" altLang="en-US" sz="2800" b="1" dirty="0">
                <a:latin typeface="Meiryo UI"/>
                <a:ea typeface="Meiryo UI"/>
              </a:rPr>
              <a:t>インセプションデッキの結果、および、</a:t>
            </a:r>
            <a:endParaRPr lang="en-US" altLang="ja-JP" sz="2800" b="1" dirty="0">
              <a:latin typeface="Meiryo UI"/>
              <a:ea typeface="Meiryo UI"/>
            </a:endParaRPr>
          </a:p>
          <a:p>
            <a:pPr algn="ctr"/>
            <a:r>
              <a:rPr lang="ja-JP" altLang="en-US" sz="2800" b="1" dirty="0">
                <a:latin typeface="Meiryo UI"/>
                <a:ea typeface="Meiryo UI"/>
              </a:rPr>
              <a:t>その他資料化したが本編に収まらないものを</a:t>
            </a:r>
            <a:endParaRPr lang="en-US" altLang="ja-JP" sz="2800" b="1" dirty="0">
              <a:latin typeface="Meiryo UI"/>
              <a:ea typeface="Meiryo UI"/>
            </a:endParaRPr>
          </a:p>
          <a:p>
            <a:pPr algn="ctr"/>
            <a:r>
              <a:rPr lang="en-US" altLang="ja-JP" sz="2800" b="1" dirty="0">
                <a:latin typeface="Meiryo UI"/>
                <a:ea typeface="Meiryo UI"/>
              </a:rPr>
              <a:t>Appendix</a:t>
            </a:r>
            <a:r>
              <a:rPr lang="ja-JP" altLang="en-US" sz="2800" b="1" dirty="0">
                <a:latin typeface="Meiryo UI"/>
                <a:ea typeface="Meiryo UI"/>
              </a:rPr>
              <a:t>のスライド以降に追加ください。</a:t>
            </a:r>
            <a:endParaRPr lang="en-US" altLang="ja-JP" sz="2800" b="1" dirty="0">
              <a:latin typeface="Meiryo UI"/>
              <a:ea typeface="Meiryo UI"/>
            </a:endParaRPr>
          </a:p>
          <a:p>
            <a:pPr algn="ctr"/>
            <a:r>
              <a:rPr lang="ja-JP" altLang="en-US" sz="2800" b="1" dirty="0">
                <a:latin typeface="Meiryo UI"/>
                <a:ea typeface="Meiryo UI"/>
              </a:rPr>
              <a:t>フォーマットは各分科会で自由とします</a:t>
            </a:r>
          </a:p>
          <a:p>
            <a:pPr algn="ctr"/>
            <a:r>
              <a:rPr lang="ja-JP" altLang="en-US" sz="2800" b="1" dirty="0">
                <a:latin typeface="Meiryo UI"/>
                <a:ea typeface="Meiryo UI"/>
              </a:rPr>
              <a:t>（ただし、色味等レイアウトは本スライドにそろえてください）</a:t>
            </a:r>
            <a:endParaRPr lang="en-US" altLang="ja-JP" sz="2800" b="1" dirty="0">
              <a:latin typeface="Meiryo UI"/>
              <a:ea typeface="Meiryo UI"/>
            </a:endParaRPr>
          </a:p>
        </p:txBody>
      </p:sp>
    </p:spTree>
    <p:extLst>
      <p:ext uri="{BB962C8B-B14F-4D97-AF65-F5344CB8AC3E}">
        <p14:creationId xmlns:p14="http://schemas.microsoft.com/office/powerpoint/2010/main" val="2304558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F8747-D234-988A-5FDA-9645D6F7C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C64E204-2CCD-2B06-935A-92352B9ABA7F}"/>
              </a:ext>
            </a:extLst>
          </p:cNvPr>
          <p:cNvSpPr txBox="1"/>
          <p:nvPr/>
        </p:nvSpPr>
        <p:spPr>
          <a:xfrm>
            <a:off x="127894" y="2363062"/>
            <a:ext cx="8895578" cy="468000"/>
          </a:xfrm>
          <a:prstGeom prst="rect">
            <a:avLst/>
          </a:prstGeom>
          <a:noFill/>
        </p:spPr>
        <p:txBody>
          <a:bodyPr wrap="none" lIns="77916" tIns="38958" rIns="77916" bIns="38958" rtlCol="0" anchor="t">
            <a:noAutofit/>
          </a:bodyPr>
          <a:lstStyle/>
          <a:p>
            <a:pPr algn="ctr"/>
            <a:r>
              <a:rPr lang="en-US" altLang="ja-JP" sz="2800" b="1">
                <a:latin typeface="Meiryo UI"/>
                <a:ea typeface="Meiryo UI"/>
              </a:rPr>
              <a:t>参考文献</a:t>
            </a:r>
          </a:p>
        </p:txBody>
      </p:sp>
    </p:spTree>
    <p:extLst>
      <p:ext uri="{BB962C8B-B14F-4D97-AF65-F5344CB8AC3E}">
        <p14:creationId xmlns:p14="http://schemas.microsoft.com/office/powerpoint/2010/main" val="1102123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B1A3C-BC94-7087-F14A-F370DC76B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A1B89B-DDA4-4250-9F6F-979A87B58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86" y="14869"/>
            <a:ext cx="7281603" cy="316706"/>
          </a:xfrm>
        </p:spPr>
        <p:txBody>
          <a:bodyPr/>
          <a:lstStyle/>
          <a:p>
            <a:r>
              <a:rPr kumimoji="1" lang="ja-JP" altLang="en-US">
                <a:solidFill>
                  <a:schemeClr val="tx1"/>
                </a:solidFill>
              </a:rPr>
              <a:t>参考文献</a:t>
            </a: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5B3BFAA2-7E5C-9862-68DD-D3484435880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66286" y="4964907"/>
            <a:ext cx="477715" cy="178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7916" tIns="9203" rIns="77916" bIns="9203" numCol="1" anchor="ctr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5CE835A6-4A53-49E7-9E15-10ED7101D083}" type="slidenum">
              <a:rPr lang="en-US" altLang="ja-JP" smtClean="0">
                <a:solidFill>
                  <a:srgbClr val="FFFFFF"/>
                </a:solidFill>
              </a:rPr>
              <a:pPr/>
              <a:t>9</a:t>
            </a:fld>
            <a:endParaRPr lang="en-US" altLang="ja-JP">
              <a:solidFill>
                <a:srgbClr val="FFFFFF"/>
              </a:solidFill>
            </a:endParaRP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A8D57CB2-3FB8-350B-2A76-AB28ACF735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077137"/>
              </p:ext>
            </p:extLst>
          </p:nvPr>
        </p:nvGraphicFramePr>
        <p:xfrm>
          <a:off x="113384" y="415179"/>
          <a:ext cx="8917230" cy="2357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66340">
                  <a:extLst>
                    <a:ext uri="{9D8B030D-6E8A-4147-A177-3AD203B41FA5}">
                      <a16:colId xmlns:a16="http://schemas.microsoft.com/office/drawing/2014/main" val="2314150751"/>
                    </a:ext>
                  </a:extLst>
                </a:gridCol>
                <a:gridCol w="1350890">
                  <a:extLst>
                    <a:ext uri="{9D8B030D-6E8A-4147-A177-3AD203B41FA5}">
                      <a16:colId xmlns:a16="http://schemas.microsoft.com/office/drawing/2014/main" val="1558504701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b="1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参考文献</a:t>
                      </a: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b="1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分科会名称</a:t>
                      </a:r>
                      <a:endParaRPr kumimoji="1" lang="ja-JP" altLang="en-US" sz="1000" b="1" dirty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05224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ja-JP" sz="1000" b="0" i="0" u="none" strike="noStrike" baseline="0" noProof="0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組織を芯からアジャイルにする</a:t>
                      </a:r>
                      <a:r>
                        <a:rPr lang="ja-JP" altLang="en-US" sz="1000" b="0" i="0" u="none" strike="noStrike" baseline="0" noProof="0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　市谷聡啓　BNN　2022/7/21</a:t>
                      </a:r>
                      <a:endParaRPr lang="en-US" altLang="ja-JP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ja-JP" altLang="en-US" sz="1000" b="0" i="0" u="none" strike="noStrike" baseline="0" noProof="0" dirty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>
                    <a:lnL w="3174">
                      <a:solidFill>
                        <a:schemeClr val="tx1"/>
                      </a:solidFill>
                    </a:lnL>
                    <a:lnR w="3174">
                      <a:solidFill>
                        <a:schemeClr val="tx1"/>
                      </a:solidFill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kumimoji="1" lang="ja-JP" altLang="en-US" sz="100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3174">
                      <a:solidFill>
                        <a:schemeClr val="tx1"/>
                      </a:solidFill>
                    </a:lnL>
                    <a:lnR w="3174">
                      <a:solidFill>
                        <a:schemeClr val="tx1"/>
                      </a:solidFill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118085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ja-JP" sz="1000" b="0" i="0" u="none" strike="noStrike" baseline="0" noProof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いちばんやさしいアジャイル開発の教本 人気講師が教えるDXを支える開発手法</a:t>
                      </a:r>
                      <a:r>
                        <a:rPr lang="ja-JP" altLang="en-US" sz="1000" b="0" i="0" u="none" strike="noStrike" baseline="0" noProof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　</a:t>
                      </a:r>
                      <a:r>
                        <a:rPr lang="ja-JP" sz="1000" b="0" i="0" u="none" strike="noStrike" baseline="0" noProof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市谷聡啓／新井剛／小田中育生</a:t>
                      </a:r>
                      <a:r>
                        <a:rPr lang="ja-JP" altLang="en-US" sz="1000" b="0" i="0" u="none" strike="noStrike" baseline="0" noProof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　</a:t>
                      </a:r>
                      <a:r>
                        <a:rPr lang="ja-JP" sz="1000" b="0" i="0" u="none" strike="noStrike" baseline="0" noProof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インプレス　2020</a:t>
                      </a:r>
                      <a:r>
                        <a:rPr lang="en-US" altLang="ja-JP" sz="1000" b="0" i="0" u="none" strike="noStrike" baseline="0" noProof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/</a:t>
                      </a:r>
                      <a:r>
                        <a:rPr lang="ja-JP" sz="1000" b="0" i="0" u="none" strike="noStrike" baseline="0" noProof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5</a:t>
                      </a:r>
                      <a:endParaRPr lang="ja-JP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4">
                      <a:solidFill>
                        <a:schemeClr val="tx1"/>
                      </a:solidFill>
                    </a:lnL>
                    <a:lnR w="3174">
                      <a:solidFill>
                        <a:schemeClr val="tx1"/>
                      </a:solidFill>
                    </a:lnR>
                    <a:lnT w="3174">
                      <a:solidFill>
                        <a:schemeClr val="tx1"/>
                      </a:solidFill>
                    </a:lnT>
                    <a:lnB w="3174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kumimoji="1" lang="ja-JP" altLang="en-US" sz="100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3174">
                      <a:solidFill>
                        <a:schemeClr val="tx1"/>
                      </a:solidFill>
                    </a:lnL>
                    <a:lnR w="3174">
                      <a:solidFill>
                        <a:schemeClr val="tx1"/>
                      </a:solidFill>
                    </a:lnR>
                    <a:lnT w="3174">
                      <a:solidFill>
                        <a:schemeClr val="tx1"/>
                      </a:solidFill>
                    </a:lnT>
                    <a:lnB w="3174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357398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ja-JP" sz="1000" b="0" i="0" u="none" strike="noStrike" baseline="0" noProof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アジャイルソフトウェア開発宣言</a:t>
                      </a:r>
                      <a:r>
                        <a:rPr lang="ja-JP" altLang="en-US" sz="1000" b="0" i="0" u="none" strike="noStrike" baseline="0" noProof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  </a:t>
                      </a:r>
                      <a:r>
                        <a:rPr lang="ja-JP" sz="1000" b="0" i="0" u="none" strike="noStrike" baseline="0" noProof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https://agilemanifesto.org/iso/ja/manifesto.html</a:t>
                      </a:r>
                      <a:endParaRPr lang="ja-JP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endParaRPr kumimoji="1" lang="ja-JP" altLang="en-US" sz="1000" dirty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>
                    <a:lnL w="3174">
                      <a:solidFill>
                        <a:schemeClr val="tx1"/>
                      </a:solidFill>
                    </a:lnL>
                    <a:lnR w="3174">
                      <a:solidFill>
                        <a:schemeClr val="tx1"/>
                      </a:solidFill>
                    </a:lnR>
                    <a:lnT w="3174">
                      <a:solidFill>
                        <a:schemeClr val="tx1"/>
                      </a:solidFill>
                    </a:lnT>
                    <a:lnB w="3174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kumimoji="1" lang="ja-JP" altLang="en-US" sz="100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3174">
                      <a:solidFill>
                        <a:schemeClr val="tx1"/>
                      </a:solidFill>
                    </a:lnL>
                    <a:lnR w="3174">
                      <a:solidFill>
                        <a:schemeClr val="tx1"/>
                      </a:solidFill>
                    </a:lnR>
                    <a:lnT w="3174">
                      <a:solidFill>
                        <a:schemeClr val="tx1"/>
                      </a:solidFill>
                    </a:lnT>
                    <a:lnB w="3174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635262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ja-JP" sz="1000" b="0" i="0" u="none" strike="noStrike" baseline="0" noProof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ScrumGuides.org</a:t>
                      </a:r>
                      <a:r>
                        <a:rPr lang="ja-JP" altLang="en-US" sz="1000" b="0" i="0" u="none" strike="noStrike" baseline="0" noProof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 </a:t>
                      </a:r>
                      <a:r>
                        <a:rPr lang="ja-JP" sz="1000" b="0" i="0" u="none" strike="noStrike" baseline="0" noProof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スクラムガイド</a:t>
                      </a:r>
                      <a:r>
                        <a:rPr lang="ja-JP" altLang="en-US" sz="1000" b="0" i="0" u="none" strike="noStrike" baseline="0" noProof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 </a:t>
                      </a:r>
                      <a:r>
                        <a:rPr lang="ja-JP" sz="1000" b="0" i="0" u="none" strike="noStrike" baseline="0" noProof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2020/11</a:t>
                      </a:r>
                      <a:r>
                        <a:rPr lang="ja-JP" altLang="en-US" sz="1000" b="0" i="0" u="none" strike="noStrike" baseline="0" noProof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 </a:t>
                      </a:r>
                      <a:r>
                        <a:rPr lang="ja-JP" sz="1000" b="0" i="0" u="none" strike="noStrike" baseline="0" noProof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https://scrumguides.org/docs/scrumguide/v2020/2020-Scrum-Guide-Japanese.pdf</a:t>
                      </a:r>
                      <a:endParaRPr lang="ja-JP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ja-JP" sz="1000" b="0" i="0" u="none" strike="noStrike" baseline="0" noProof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スクラムガイド拡張パック</a:t>
                      </a:r>
                      <a:r>
                        <a:rPr lang="ja-JP" altLang="en-US" sz="1000" b="0" i="0" u="none" strike="noStrike" baseline="0" noProof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 </a:t>
                      </a:r>
                      <a:r>
                        <a:rPr lang="ja-JP" sz="1000" b="0" i="0" u="none" strike="noStrike" baseline="0" noProof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日本語訳版</a:t>
                      </a:r>
                      <a:r>
                        <a:rPr lang="ja-JP" altLang="en-US" sz="1000" b="0" i="0" u="none" strike="noStrike" baseline="0" noProof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 2025/6 </a:t>
                      </a:r>
                      <a:r>
                        <a:rPr lang="ja-JP" sz="1000" b="0" i="0" u="none" strike="noStrike" baseline="0" noProof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https://scrumexpansion.org/ja/scrum-guide-expansion-pack/2025</a:t>
                      </a:r>
                      <a:r>
                        <a:rPr lang="en-US" altLang="ja-JP" sz="1000" b="0" i="0" u="none" strike="noStrike" baseline="0" noProof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.</a:t>
                      </a:r>
                      <a:r>
                        <a:rPr lang="ja-JP" sz="1000" b="0" i="0" u="none" strike="noStrike" baseline="0" noProof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6</a:t>
                      </a:r>
                      <a:r>
                        <a:rPr lang="en-US" altLang="ja-JP" sz="1000" b="0" i="0" u="none" strike="noStrike" baseline="0" noProof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/</a:t>
                      </a:r>
                      <a:endParaRPr lang="ja-JP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4">
                      <a:solidFill>
                        <a:schemeClr val="tx1"/>
                      </a:solidFill>
                    </a:lnL>
                    <a:lnR w="3174">
                      <a:solidFill>
                        <a:schemeClr val="tx1"/>
                      </a:solidFill>
                    </a:lnR>
                    <a:lnT w="3174">
                      <a:solidFill>
                        <a:schemeClr val="tx1"/>
                      </a:solidFill>
                    </a:lnT>
                    <a:lnB w="3174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kumimoji="1" lang="ja-JP" altLang="en-US" sz="100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</a:txBody>
                  <a:tcPr anchor="ctr">
                    <a:lnL w="3174">
                      <a:solidFill>
                        <a:schemeClr val="tx1"/>
                      </a:solidFill>
                    </a:lnL>
                    <a:lnR w="3174">
                      <a:solidFill>
                        <a:schemeClr val="tx1"/>
                      </a:solidFill>
                    </a:lnR>
                    <a:lnT w="3174">
                      <a:solidFill>
                        <a:schemeClr val="tx1"/>
                      </a:solidFill>
                    </a:lnT>
                    <a:lnB w="3174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058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US" altLang="ja-JP" sz="1000" u="none" dirty="0" err="1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SmartSheet</a:t>
                      </a:r>
                      <a:r>
                        <a:rPr lang="en-US" altLang="ja-JP" sz="1000" u="non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 Inc. The Complete Guide to Agile Maturity.</a:t>
                      </a:r>
                      <a:r>
                        <a:rPr lang="ja-JP" altLang="en-US" sz="1000" u="non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 閲覧日</a:t>
                      </a:r>
                      <a:r>
                        <a:rPr lang="en-US" altLang="ja-JP" sz="1000" u="non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:2026/2/8</a:t>
                      </a:r>
                      <a:r>
                        <a:rPr lang="ja-JP" altLang="en-US" sz="1000" u="non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</a:rPr>
                        <a:t>． </a:t>
                      </a:r>
                      <a:endParaRPr lang="en-US" altLang="ja-JP" sz="1000" u="none" dirty="0">
                        <a:solidFill>
                          <a:schemeClr val="tx1"/>
                        </a:solidFill>
                        <a:latin typeface="Meiryo UI"/>
                        <a:ea typeface="Meiryo UI"/>
                      </a:endParaRPr>
                    </a:p>
                    <a:p>
                      <a:r>
                        <a:rPr lang="en-US" altLang="ja-JP" sz="1000" u="none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https://www.smartsheet.com/content/agile-maturity</a:t>
                      </a:r>
                      <a:endParaRPr kumimoji="1" lang="ja-JP" altLang="en-US" sz="1000" u="none" dirty="0">
                        <a:solidFill>
                          <a:schemeClr val="tx1"/>
                        </a:solidFill>
                        <a:latin typeface="Meiryo UI"/>
                        <a:ea typeface="Meiryo UI"/>
                        <a:hlinkClick r:id="" action="ppaction://noaction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</a:txBody>
                  <a:tcPr>
                    <a:lnL w="3174">
                      <a:solidFill>
                        <a:schemeClr val="tx1"/>
                      </a:solidFill>
                    </a:lnL>
                    <a:lnR w="3174">
                      <a:solidFill>
                        <a:schemeClr val="tx1"/>
                      </a:solidFill>
                    </a:lnR>
                    <a:lnT w="3174">
                      <a:solidFill>
                        <a:schemeClr val="tx1"/>
                      </a:solidFill>
                    </a:lnT>
                    <a:lnB w="3174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791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iryo UI"/>
                          <a:ea typeface="Meiryo UI"/>
                          <a:cs typeface="+mn-cs"/>
                        </a:rPr>
                        <a:t>深化・高度化</a:t>
                      </a:r>
                    </a:p>
                  </a:txBody>
                  <a:tcPr anchor="ctr">
                    <a:lnL w="3174">
                      <a:solidFill>
                        <a:schemeClr val="tx1"/>
                      </a:solidFill>
                    </a:lnL>
                    <a:lnR w="3174">
                      <a:solidFill>
                        <a:schemeClr val="tx1"/>
                      </a:solidFill>
                    </a:lnR>
                    <a:lnT w="3174">
                      <a:solidFill>
                        <a:schemeClr val="tx1"/>
                      </a:solidFill>
                    </a:lnT>
                    <a:lnB w="3174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787755"/>
                  </a:ext>
                </a:extLst>
              </a:tr>
            </a:tbl>
          </a:graphicData>
        </a:graphic>
      </p:graphicFrame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87521CB-D493-E299-F775-968F5613251D}"/>
              </a:ext>
            </a:extLst>
          </p:cNvPr>
          <p:cNvSpPr txBox="1"/>
          <p:nvPr/>
        </p:nvSpPr>
        <p:spPr>
          <a:xfrm>
            <a:off x="1466666" y="1608001"/>
            <a:ext cx="5878896" cy="2233113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77916" tIns="38958" rIns="77916" bIns="38958" rtlCol="0" anchor="ctr">
            <a:spAutoFit/>
          </a:bodyPr>
          <a:lstStyle/>
          <a:p>
            <a:pPr algn="ctr"/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algn="ctr"/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参考文献がある場合はこのフォーマットで統一しますので、このフォーマットで記載ください</a:t>
            </a:r>
            <a:endParaRPr kumimoji="1" lang="en-US" altLang="ja-JP" sz="2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algn="ctr"/>
            <a:endParaRPr kumimoji="1" lang="ja-JP" altLang="en-US" sz="2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665540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ppt標準テンプレート(赤)情報化推進部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標準テンプレート(赤)情報化推進部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rtlCol="0" anchor="ctr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6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Meiryo UI" panose="020B0604030504040204" pitchFamily="50" charset="-128"/>
            <a:ea typeface="Meiryo UI" panose="020B0604030504040204" pitchFamily="50" charset="-128"/>
            <a:cs typeface="Meiryo UI" panose="020B0604030504040204" pitchFamily="50" charset="-128"/>
          </a:defRPr>
        </a:defPPr>
      </a:lstStyle>
    </a:spDef>
    <a:lnDef>
      <a:spPr bwMode="auto"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solidFill>
          <a:schemeClr val="bg1">
            <a:alpha val="20000"/>
          </a:schemeClr>
        </a:solidFill>
        <a:ln>
          <a:solidFill>
            <a:schemeClr val="bg1"/>
          </a:solidFill>
        </a:ln>
      </a:spPr>
      <a:bodyPr wrap="square" lIns="77916" tIns="38958" rIns="77916" bIns="38958" rtlCol="0" anchor="ctr">
        <a:spAutoFit/>
      </a:bodyPr>
      <a:lstStyle>
        <a:defPPr algn="l">
          <a:defRPr kumimoji="1" sz="1600" dirty="0" smtClean="0">
            <a:latin typeface="Meiryo UI" panose="020B0604030504040204" pitchFamily="50" charset="-128"/>
            <a:ea typeface="Meiryo UI" panose="020B0604030504040204" pitchFamily="50" charset="-128"/>
            <a:cs typeface="Meiryo UI" panose="020B0604030504040204" pitchFamily="50" charset="-128"/>
          </a:defRPr>
        </a:defPPr>
      </a:lstStyle>
    </a:txDef>
  </a:objectDefaults>
  <a:extraClrSchemeLst>
    <a:extraClrScheme>
      <a:clrScheme name="ppt標準テンプレート(赤)情報化推進部 1">
        <a:dk1>
          <a:srgbClr val="008080"/>
        </a:dk1>
        <a:lt1>
          <a:srgbClr val="FFFFCC"/>
        </a:lt1>
        <a:dk2>
          <a:srgbClr val="009999"/>
        </a:dk2>
        <a:lt2>
          <a:srgbClr val="FFFF99"/>
        </a:lt2>
        <a:accent1>
          <a:srgbClr val="336699"/>
        </a:accent1>
        <a:accent2>
          <a:srgbClr val="FFFF99"/>
        </a:accent2>
        <a:accent3>
          <a:srgbClr val="AACACA"/>
        </a:accent3>
        <a:accent4>
          <a:srgbClr val="DADAAE"/>
        </a:accent4>
        <a:accent5>
          <a:srgbClr val="ADB8CA"/>
        </a:accent5>
        <a:accent6>
          <a:srgbClr val="E7E78A"/>
        </a:accent6>
        <a:hlink>
          <a:srgbClr val="FFFFCC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標準テンプレート(赤)情報化推進部 2">
        <a:dk1>
          <a:srgbClr val="003366"/>
        </a:dk1>
        <a:lt1>
          <a:srgbClr val="FFFFFF"/>
        </a:lt1>
        <a:dk2>
          <a:srgbClr val="003366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2A56"/>
        </a:accent4>
        <a:accent5>
          <a:srgbClr val="E2E2CA"/>
        </a:accent5>
        <a:accent6>
          <a:srgbClr val="002D5C"/>
        </a:accent6>
        <a:hlink>
          <a:srgbClr val="003366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標準テンプレート(赤)情報化推進部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2D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標準テンプレート(赤)情報化推進部 4">
        <a:dk1>
          <a:srgbClr val="5F5F5F"/>
        </a:dk1>
        <a:lt1>
          <a:srgbClr val="FFFFFF"/>
        </a:lt1>
        <a:dk2>
          <a:srgbClr val="003366"/>
        </a:dk2>
        <a:lt2>
          <a:srgbClr val="FFFFFF"/>
        </a:lt2>
        <a:accent1>
          <a:srgbClr val="7E003F"/>
        </a:accent1>
        <a:accent2>
          <a:srgbClr val="DDDDDD"/>
        </a:accent2>
        <a:accent3>
          <a:srgbClr val="AAADB8"/>
        </a:accent3>
        <a:accent4>
          <a:srgbClr val="DADADA"/>
        </a:accent4>
        <a:accent5>
          <a:srgbClr val="C0AAAF"/>
        </a:accent5>
        <a:accent6>
          <a:srgbClr val="C8C8C8"/>
        </a:accent6>
        <a:hlink>
          <a:srgbClr val="969696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8984ae6-a00c-4d77-a203-a37543749ec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0B33251D137B8F419F195796F2169E44" ma:contentTypeVersion="10" ma:contentTypeDescription="新しいドキュメントを作成します。" ma:contentTypeScope="" ma:versionID="22c346b5f827720d3991aa13f62a4429">
  <xsd:schema xmlns:xsd="http://www.w3.org/2001/XMLSchema" xmlns:xs="http://www.w3.org/2001/XMLSchema" xmlns:p="http://schemas.microsoft.com/office/2006/metadata/properties" xmlns:ns2="f8984ae6-a00c-4d77-a203-a37543749ec0" targetNamespace="http://schemas.microsoft.com/office/2006/metadata/properties" ma:root="true" ma:fieldsID="c9f061bc7bc3b3eda9a995b87fff87f8" ns2:_="">
    <xsd:import namespace="f8984ae6-a00c-4d77-a203-a37543749e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984ae6-a00c-4d77-a203-a37543749e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89c310a7-7b3b-4ec7-b957-b43db972ab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D2F67F8-8CF3-4B29-8E32-F0CB57A8AC2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A7EC411-9E2B-4654-84B3-524A78692C35}">
  <ds:schemaRefs>
    <ds:schemaRef ds:uri="063ff08e-948c-4b60-b8cf-7f645f1a353e"/>
    <ds:schemaRef ds:uri="9bf02389-bf80-4034-8fb0-1c625903879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06C7D34-0305-4ABC-AAFF-66B18B0A9317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</TotalTime>
  <Words>787</Words>
  <Application>Microsoft Office PowerPoint</Application>
  <PresentationFormat>画面に合わせる (16:9)</PresentationFormat>
  <Paragraphs>115</Paragraphs>
  <Slides>9</Slides>
  <Notes>5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7" baseType="lpstr">
      <vt:lpstr>Meiryo UI</vt:lpstr>
      <vt:lpstr>ＭＳ Ｐゴシック</vt:lpstr>
      <vt:lpstr>Arial</vt:lpstr>
      <vt:lpstr>Calibri</vt:lpstr>
      <vt:lpstr>Times New Roman</vt:lpstr>
      <vt:lpstr>Wingdings</vt:lpstr>
      <vt:lpstr>ppt標準テンプレート(赤)情報化推進部</vt:lpstr>
      <vt:lpstr>think-cellスライド</vt:lpstr>
      <vt:lpstr>目次</vt:lpstr>
      <vt:lpstr>3. 体制</vt:lpstr>
      <vt:lpstr>目次</vt:lpstr>
      <vt:lpstr>4-2. 背景・目的</vt:lpstr>
      <vt:lpstr>５. 今後の活動計画</vt:lpstr>
      <vt:lpstr>PowerPoint プレゼンテーション</vt:lpstr>
      <vt:lpstr>PowerPoint プレゼンテーション</vt:lpstr>
      <vt:lpstr>PowerPoint プレゼンテーション</vt:lpstr>
      <vt:lpstr>参考文献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（部会テーマ名）</dc:title>
  <dc:creator>横山　真由</dc:creator>
  <cp:lastModifiedBy>SETO AKIRA/瀬戸 亮(ＭＥＤｉｇｉｔａｌ/金融本/ＦＳ一１)</cp:lastModifiedBy>
  <cp:revision>31</cp:revision>
  <cp:lastPrinted>2026-01-29T00:54:29Z</cp:lastPrinted>
  <dcterms:created xsi:type="dcterms:W3CDTF">2017-01-26T05:30:03Z</dcterms:created>
  <dcterms:modified xsi:type="dcterms:W3CDTF">2026-07-31T06:08:20Z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0x0101000B33251D137B8F419F195796F2169E44</vt:lpwstr>
  </property>
  <property fmtid="{D5CDD505-2E9C-101B-9397-08002B2CF9AE}" pid="3" name="_dlc_policyId">
    <vt:lpwstr>0x010100E0910E15E13AF24BA0E7A45A629C9E09|1510891056</vt:lpwstr>
  </property>
  <property fmtid="{D5CDD505-2E9C-101B-9397-08002B2CF9AE}" pid="4" name="ItemRetentionFormula">
    <vt:lpwstr>&lt;formula id="Microsoft.Office.RecordsManagement.PolicyFeatures.Expiration.Formula.BuiltIn"&gt;&lt;number&gt;31&lt;/number&gt;&lt;property&gt;ExpireDate&lt;/property&gt;&lt;propertyId&gt;9bba1231-3713-422f-9a83-61f907924549&lt;/propertyId&gt;&lt;period&gt;days&lt;/period&gt;&lt;/formula&gt;</vt:lpwstr>
  </property>
  <property fmtid="{D5CDD505-2E9C-101B-9397-08002B2CF9AE}" pid="5" name="MediaServiceImageTags">
    <vt:lpwstr/>
  </property>
  <property fmtid="{D5CDD505-2E9C-101B-9397-08002B2CF9AE}" pid="6" name="MSIP_Label_ee4e5477-c4fb-470b-83ce-140d5a4b72e2_SetDate">
    <vt:lpwstr>2025-09-10T06:50:58Z</vt:lpwstr>
  </property>
  <property fmtid="{D5CDD505-2E9C-101B-9397-08002B2CF9AE}" pid="7" name="MSIP_Label_ee4e5477-c4fb-470b-83ce-140d5a4b72e2_ActionId">
    <vt:lpwstr>eb3749d9-dd55-474c-b665-b06eda6d9bc0</vt:lpwstr>
  </property>
  <property fmtid="{D5CDD505-2E9C-101B-9397-08002B2CF9AE}" pid="8" name="MSIP_Label_ee4e5477-c4fb-470b-83ce-140d5a4b72e2_Name">
    <vt:lpwstr>【社内限り】サブラベル</vt:lpwstr>
  </property>
  <property fmtid="{D5CDD505-2E9C-101B-9397-08002B2CF9AE}" pid="9" name="ClassificationContentMarkingHeaderLocations">
    <vt:lpwstr>ppt標準テンプレート(赤)情報化推進部:6</vt:lpwstr>
  </property>
  <property fmtid="{D5CDD505-2E9C-101B-9397-08002B2CF9AE}" pid="10" name="MSIP_Label_ee4e5477-c4fb-470b-83ce-140d5a4b72e2_Tag">
    <vt:lpwstr>10, 3, 0, 1</vt:lpwstr>
  </property>
  <property fmtid="{D5CDD505-2E9C-101B-9397-08002B2CF9AE}" pid="11" name="ClassificationContentMarkingHeaderText">
    <vt:lpwstr>【社内限り】</vt:lpwstr>
  </property>
  <property fmtid="{D5CDD505-2E9C-101B-9397-08002B2CF9AE}" pid="12" name="MSIP_Label_ee4e5477-c4fb-470b-83ce-140d5a4b72e2_SiteId">
    <vt:lpwstr>083b56f6-afc0-41a4-8aa0-de8b7a92e923</vt:lpwstr>
  </property>
  <property fmtid="{D5CDD505-2E9C-101B-9397-08002B2CF9AE}" pid="13" name="MSIP_Label_ee4e5477-c4fb-470b-83ce-140d5a4b72e2_Method">
    <vt:lpwstr>Standard</vt:lpwstr>
  </property>
  <property fmtid="{D5CDD505-2E9C-101B-9397-08002B2CF9AE}" pid="14" name="MSIP_Label_ee4e5477-c4fb-470b-83ce-140d5a4b72e2_Enabled">
    <vt:lpwstr>true</vt:lpwstr>
  </property>
  <property fmtid="{D5CDD505-2E9C-101B-9397-08002B2CF9AE}" pid="15" name="MSIP_Label_ee4e5477-c4fb-470b-83ce-140d5a4b72e2_ContentBits">
    <vt:lpwstr>1</vt:lpwstr>
  </property>
</Properties>
</file>