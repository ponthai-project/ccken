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handoutMasterIdLst>
    <p:handoutMasterId r:id="rId16"/>
  </p:handoutMasterIdLst>
  <p:sldIdLst>
    <p:sldId id="674" r:id="rId5"/>
    <p:sldId id="636" r:id="rId6"/>
    <p:sldId id="1016" r:id="rId7"/>
    <p:sldId id="925" r:id="rId8"/>
    <p:sldId id="1017" r:id="rId9"/>
    <p:sldId id="773" r:id="rId10"/>
    <p:sldId id="1018" r:id="rId11"/>
    <p:sldId id="471" r:id="rId12"/>
    <p:sldId id="1026" r:id="rId13"/>
    <p:sldId id="727" r:id="rId14"/>
  </p:sldIdLst>
  <p:sldSz cx="9144000" cy="5143500" type="screen16x9"/>
  <p:notesSz cx="6735763" cy="9866313"/>
  <p:defaultTex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129" userDrawn="1">
          <p15:clr>
            <a:srgbClr val="A4A3A4"/>
          </p15:clr>
        </p15:guide>
        <p15:guide id="3" orient="horz" pos="1620" userDrawn="1">
          <p15:clr>
            <a:srgbClr val="A4A3A4"/>
          </p15:clr>
        </p15:guide>
        <p15:guide id="4" pos="2857" userDrawn="1">
          <p15:clr>
            <a:srgbClr val="A4A3A4"/>
          </p15:clr>
        </p15:guide>
        <p15:guide id="5" orient="horz" pos="259" userDrawn="1">
          <p15:clr>
            <a:srgbClr val="A4A3A4"/>
          </p15:clr>
        </p15:guide>
        <p15:guide id="6" pos="90" userDrawn="1">
          <p15:clr>
            <a:srgbClr val="A4A3A4"/>
          </p15:clr>
        </p15:guide>
        <p15:guide id="7" pos="56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C990B-BEFF-BAE3-5654-0D38332743EB}" name="東京海上日動システムズ　川又 聖史" initials="東聖" userId="S::kawamata374512_gmail.com#ext#@ccken.onmicrosoft.com::08ddaa4a-df89-4426-a5e8-4dbd2fe77e14" providerId="AD"/>
  <p188:author id="{0A023718-A7DA-549E-1F85-440238F48675}" name="Yasui Nami" initials="七安" userId="S::nami.yasui@mitsubishi-motors.com::37845c90-73a4-4678-84e9-93efd868711b" providerId="AD"/>
  <p188:author id="{6152A327-DEC0-E040-C314-C42B77E52218}" name="mayu.yokoyama(NYKJP)" initials="my" userId="S::mayu.yokoyama@nykgroup.com::4fbecc71-71c2-4a30-a5a6-6f7c4432fe53" providerId="AD"/>
  <p188:author id="{3C6ED52C-F7BB-D178-D3E6-B3A1872876F4}" name="嵩 小林" initials="嵩小" userId="1758831be2507584" providerId="Windows Live"/>
  <p188:author id="{4B547632-43D2-86FC-4BB6-8555A3E3B7B5}" name="masazaki yoshihiro/6201258/昌崎　良浩" initials="my" userId="S::yoshihiro.masazaki.mk_mcgc.com#ext#@ccken.onmicrosoft.com::338b9127-7fcd-4e96-b095-c08a802489d5" providerId="AD"/>
  <p188:author id="{B985FB69-0709-A737-1582-0F97846F695E}" name="HIRATA Ryutaro/平田龍太郎(IT戦略 アジャイル開発推進)" initials="龍平" userId="S::1170943@eneos.net::507136aa-d256-4356-96ad-f4031455413d" providerId="AD"/>
  <p188:author id="{07B64575-60C8-0644-BB49-D067F001A1FF}" name="SOTA UENO (MC-TOK/PW)" initials="SU" userId="S::sota.ueno@mitsubishicorp.com::1cd39bfe-2c13-4d1e-9169-059e09dcc08c" providerId="AD"/>
  <p188:author id="{42EC498F-BDD2-485A-2C68-025B5DE24C15}" name="桑野 陽介／kuwano,yosuke IT部" initials="陽桑" userId="S::yosuke.kuwano@mitsubishi-hc-capital.com::0390b73e-bb27-4327-9ae0-a07abe663ffc" providerId="AD"/>
  <p188:author id="{50E3E993-1844-7EC9-97C1-F3D7D5B73B11}" name="村上　淳" initials="村上　淳" userId="S::ji-murakami@ccken.onmicrosoft.com::0b8e6a16-2353-4e90-9a7d-8e4f0d078fbd" providerId="AD"/>
  <p188:author id="{9D3AE4AB-D390-AA52-DADC-40EF798EBB3A}" name="明治安田　荻野 純平" initials="明純" userId="S::jy-ogino@ccken.onmicrosoft.com::27cba3d8-e4d3-428c-9353-43187c47438c" providerId="AD"/>
  <p188:author id="{1704C9B4-B088-10A1-6384-98FDAAF491F4}" name="主査　福島 直人" initials="主直" userId="S::naoto_2_fukushima@ccken.onmicrosoft.com::8f548a50-3d4a-4660-b17c-82fdb2003fd5" providerId="AD"/>
  <p188:author id="{FAFEB0BF-184E-72D0-81BC-197EE4AA025E}" name="MUIT　土屋 遼太郎" initials="M遼" userId="S::ryoukunjajaan4127_gmail.com#ext#@ccken.onmicrosoft.com::fd1358ce-a2d5-4118-97fd-140e7e3174f1" providerId="AD"/>
  <p188:author id="{0FCA48C6-583B-BBA4-92E6-41B70CB24D6C}" name="三菱UFJ銀行　佐藤 慶彦" initials="三慶" userId="S::stsy441030_gmail.com#ext#@ccken.onmicrosoft.com::0bf3436e-58e3-4080-af77-4a98278a9ac3" providerId="AD"/>
  <p188:author id="{723B64CA-FDC0-5BC3-7FC1-B0C21ADA0A4A}" name="MUIT　髙橋 博実" initials="M博" userId="S::hiromix222_msn.com#ext#@ccken.onmicrosoft.com::9d572560-7f87-4d11-90b9-a0fc016bcb45" providerId="AD"/>
  <p188:author id="{638171DA-A3F4-A5BC-3168-2341B54B14ED}" name="三菱UFJモルガン・スタンレー証券　中川 このみ" initials="三こ" userId="S::nakagawakonomi.cc.kenkyukai_gmail.com#ext#@ccken.onmicrosoft.com::449cad5c-e2b6-4374-82cf-c006f203c156" providerId="AD"/>
  <p188:author id="{80A4C3EB-0746-02B3-FDB2-A7FA8345B06C}" name="三菱UFJ信託銀行　網野 智仁" initials="三智" userId="S::tomohito_amino@ccken.onmicrosoft.com::f8474316-ab6c-4136-bc0a-a68b4c48cb80" providerId="AD"/>
  <p188:author id="{48A49CFE-3BB2-BCB6-A108-2858607AC22A}" name="辻 隆嗣" initials="辻" userId="辻 隆嗣"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4472C4"/>
    <a:srgbClr val="D9D9D9"/>
    <a:srgbClr val="DAE3F3"/>
    <a:srgbClr val="404040"/>
    <a:srgbClr val="D6F5FF"/>
    <a:srgbClr val="F7F8FB"/>
    <a:srgbClr val="DAE0EF"/>
    <a:srgbClr val="000000"/>
    <a:srgbClr val="FC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EE4CF9-D520-C73F-F3B3-277580B65366}" v="16" dt="2026-03-04T06:26:49.699"/>
    <p1510:client id="{4B0E4B12-186E-8D18-A957-E297A99B1179}" v="1" dt="2026-03-04T00:30:50.364"/>
    <p1510:client id="{6B536209-0E9F-F7F0-66CF-C0AB56366964}" v="8" dt="2026-03-03T11:27:02.622"/>
    <p1510:client id="{A50A1B2C-31A3-21C5-CDD5-B4B58EBABCF9}" v="7" dt="2026-03-03T03:06:20.458"/>
    <p1510:client id="{C8B88E84-7E4E-F7B9-5A40-1AD5A82601E1}" v="1" dt="2026-03-04T01:48:13.820"/>
    <p1510:client id="{D4BF9E34-1D22-423A-AF72-F51BE89D3888}" v="198" dt="2026-03-03T02:48:09.336"/>
    <p1510:client id="{E637F4A9-13C3-41CC-A933-45B4A0F99B2C}" v="36" dt="2026-03-04T00:43:36.77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5" d="100"/>
          <a:sy n="155" d="100"/>
        </p:scale>
        <p:origin x="354" y="114"/>
      </p:cViewPr>
      <p:guideLst>
        <p:guide orient="horz" pos="2164"/>
        <p:guide pos="3129"/>
        <p:guide orient="horz" pos="1620"/>
        <p:guide pos="2857"/>
        <p:guide orient="horz" pos="259"/>
        <p:guide pos="90"/>
        <p:guide pos="56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村上　淳" userId="S::ji-murakami@ccken.onmicrosoft.com::0b8e6a16-2353-4e90-9a7d-8e4f0d078fbd" providerId="AD" clId="Web-{12A87932-D662-B434-616C-47328E6ED691}"/>
    <pc:docChg chg="delSld modSld modSection">
      <pc:chgData name="村上　淳" userId="S::ji-murakami@ccken.onmicrosoft.com::0b8e6a16-2353-4e90-9a7d-8e4f0d078fbd" providerId="AD" clId="Web-{12A87932-D662-B434-616C-47328E6ED691}" dt="2026-02-16T22:10:20.345" v="75" actId="1076"/>
      <pc:docMkLst>
        <pc:docMk/>
      </pc:docMkLst>
    </pc:docChg>
  </pc:docChgLst>
  <pc:docChgLst>
    <pc:chgData name="東京海上日動システムズ　小田 和弥" userId="S::kazuya.oda1014_gmail.com#ext#@ccken.onmicrosoft.com::7d754f48-d90c-443c-a8c9-ee8d894037e8" providerId="AD" clId="Web-{19143F33-41BA-6C7E-D272-B0352F70C029}"/>
    <pc:docChg chg="addSld delSld modSld sldOrd modSection">
      <pc:chgData name="東京海上日動システムズ　小田 和弥" userId="S::kazuya.oda1014_gmail.com#ext#@ccken.onmicrosoft.com::7d754f48-d90c-443c-a8c9-ee8d894037e8" providerId="AD" clId="Web-{19143F33-41BA-6C7E-D272-B0352F70C029}" dt="2026-02-05T07:40:15.637" v="282" actId="20577"/>
      <pc:docMkLst>
        <pc:docMk/>
      </pc:docMkLst>
    </pc:docChg>
  </pc:docChgLst>
  <pc:docChgLst>
    <pc:chgData name="masazaki yoshihiro/6201258/昌崎　良浩" userId="S::yoshihiro.masazaki.mk_mcgc.com#ext#@ccken.onmicrosoft.com::338b9127-7fcd-4e96-b095-c08a802489d5" providerId="AD" clId="Web-{9B1092F2-7F89-F02B-03F1-3C9F2EA1BD5C}"/>
    <pc:docChg chg="addSld modSld modSection">
      <pc:chgData name="masazaki yoshihiro/6201258/昌崎　良浩" userId="S::yoshihiro.masazaki.mk_mcgc.com#ext#@ccken.onmicrosoft.com::338b9127-7fcd-4e96-b095-c08a802489d5" providerId="AD" clId="Web-{9B1092F2-7F89-F02B-03F1-3C9F2EA1BD5C}" dt="2026-02-26T00:49:37.678" v="580" actId="20577"/>
      <pc:docMkLst>
        <pc:docMk/>
      </pc:docMkLst>
    </pc:docChg>
  </pc:docChgLst>
  <pc:docChgLst>
    <pc:chgData name="主査　福島 直人" userId="S::naoto_2_fukushima@ccken.onmicrosoft.com::8f548a50-3d4a-4660-b17c-82fdb2003fd5" providerId="AD" clId="Web-{9F16026F-3880-E516-03D2-347F7334BF36}"/>
    <pc:docChg chg="modSld">
      <pc:chgData name="主査　福島 直人" userId="S::naoto_2_fukushima@ccken.onmicrosoft.com::8f548a50-3d4a-4660-b17c-82fdb2003fd5" providerId="AD" clId="Web-{9F16026F-3880-E516-03D2-347F7334BF36}" dt="2026-03-02T05:03:32.300" v="229" actId="14100"/>
      <pc:docMkLst>
        <pc:docMk/>
      </pc:docMkLst>
      <pc:sldChg chg="addSp delSp modSp">
        <pc:chgData name="主査　福島 直人" userId="S::naoto_2_fukushima@ccken.onmicrosoft.com::8f548a50-3d4a-4660-b17c-82fdb2003fd5" providerId="AD" clId="Web-{9F16026F-3880-E516-03D2-347F7334BF36}" dt="2026-03-02T04:55:42.768" v="208" actId="1076"/>
        <pc:sldMkLst>
          <pc:docMk/>
          <pc:sldMk cId="3546692421" sldId="980"/>
        </pc:sldMkLst>
        <pc:spChg chg="mod">
          <ac:chgData name="主査　福島 直人" userId="S::naoto_2_fukushima@ccken.onmicrosoft.com::8f548a50-3d4a-4660-b17c-82fdb2003fd5" providerId="AD" clId="Web-{9F16026F-3880-E516-03D2-347F7334BF36}" dt="2026-03-02T04:55:42.612" v="202" actId="1076"/>
          <ac:spMkLst>
            <pc:docMk/>
            <pc:sldMk cId="3546692421" sldId="980"/>
            <ac:spMk id="5" creationId="{BAAF9625-22AB-A318-2CBB-596A0CA3A0A4}"/>
          </ac:spMkLst>
        </pc:spChg>
        <pc:spChg chg="mod">
          <ac:chgData name="主査　福島 直人" userId="S::naoto_2_fukushima@ccken.onmicrosoft.com::8f548a50-3d4a-4660-b17c-82fdb2003fd5" providerId="AD" clId="Web-{9F16026F-3880-E516-03D2-347F7334BF36}" dt="2026-03-02T04:51:44.927" v="161" actId="20577"/>
          <ac:spMkLst>
            <pc:docMk/>
            <pc:sldMk cId="3546692421" sldId="980"/>
            <ac:spMk id="7" creationId="{73C9CC36-5106-FA6E-D7D0-6E8085975EA5}"/>
          </ac:spMkLst>
        </pc:spChg>
        <pc:spChg chg="add mod">
          <ac:chgData name="主査　福島 直人" userId="S::naoto_2_fukushima@ccken.onmicrosoft.com::8f548a50-3d4a-4660-b17c-82fdb2003fd5" providerId="AD" clId="Web-{9F16026F-3880-E516-03D2-347F7334BF36}" dt="2026-03-02T04:55:42.768" v="208" actId="1076"/>
          <ac:spMkLst>
            <pc:docMk/>
            <pc:sldMk cId="3546692421" sldId="980"/>
            <ac:spMk id="10" creationId="{E371C568-F263-4E40-600F-AE145C3AEAF8}"/>
          </ac:spMkLst>
        </pc:spChg>
        <pc:spChg chg="mod">
          <ac:chgData name="主査　福島 直人" userId="S::naoto_2_fukushima@ccken.onmicrosoft.com::8f548a50-3d4a-4660-b17c-82fdb2003fd5" providerId="AD" clId="Web-{9F16026F-3880-E516-03D2-347F7334BF36}" dt="2026-03-02T04:52:27.146" v="167" actId="20577"/>
          <ac:spMkLst>
            <pc:docMk/>
            <pc:sldMk cId="3546692421" sldId="980"/>
            <ac:spMk id="26" creationId="{1DDFE578-6D43-6964-20E8-EC12EF1DC4E4}"/>
          </ac:spMkLst>
        </pc:spChg>
        <pc:spChg chg="mod">
          <ac:chgData name="主査　福島 直人" userId="S::naoto_2_fukushima@ccken.onmicrosoft.com::8f548a50-3d4a-4660-b17c-82fdb2003fd5" providerId="AD" clId="Web-{9F16026F-3880-E516-03D2-347F7334BF36}" dt="2026-03-02T04:52:05.990" v="163" actId="20577"/>
          <ac:spMkLst>
            <pc:docMk/>
            <pc:sldMk cId="3546692421" sldId="980"/>
            <ac:spMk id="28" creationId="{DB427BBD-C582-B64A-FB03-104781F2E6FD}"/>
          </ac:spMkLst>
        </pc:spChg>
        <pc:spChg chg="mod">
          <ac:chgData name="主査　福島 直人" userId="S::naoto_2_fukushima@ccken.onmicrosoft.com::8f548a50-3d4a-4660-b17c-82fdb2003fd5" providerId="AD" clId="Web-{9F16026F-3880-E516-03D2-347F7334BF36}" dt="2026-03-02T04:55:05.344" v="201" actId="20577"/>
          <ac:spMkLst>
            <pc:docMk/>
            <pc:sldMk cId="3546692421" sldId="980"/>
            <ac:spMk id="54" creationId="{9F85AE0A-D3CB-1B39-85FE-A396889AA4D0}"/>
          </ac:spMkLst>
        </pc:spChg>
        <pc:grpChg chg="mod">
          <ac:chgData name="主査　福島 直人" userId="S::naoto_2_fukushima@ccken.onmicrosoft.com::8f548a50-3d4a-4660-b17c-82fdb2003fd5" providerId="AD" clId="Web-{9F16026F-3880-E516-03D2-347F7334BF36}" dt="2026-03-02T04:55:42.674" v="204" actId="1076"/>
          <ac:grpSpMkLst>
            <pc:docMk/>
            <pc:sldMk cId="3546692421" sldId="980"/>
            <ac:grpSpMk id="11" creationId="{B3CD69B5-E321-0F94-EF8A-C3D87A87F73C}"/>
          </ac:grpSpMkLst>
        </pc:grpChg>
        <pc:grpChg chg="mod">
          <ac:chgData name="主査　福島 直人" userId="S::naoto_2_fukushima@ccken.onmicrosoft.com::8f548a50-3d4a-4660-b17c-82fdb2003fd5" providerId="AD" clId="Web-{9F16026F-3880-E516-03D2-347F7334BF36}" dt="2026-03-02T04:55:42.643" v="203" actId="1076"/>
          <ac:grpSpMkLst>
            <pc:docMk/>
            <pc:sldMk cId="3546692421" sldId="980"/>
            <ac:grpSpMk id="21" creationId="{67CA80E3-BF01-579F-DD5E-6426C6FF929F}"/>
          </ac:grpSpMkLst>
        </pc:grpChg>
        <pc:picChg chg="mod">
          <ac:chgData name="主査　福島 直人" userId="S::naoto_2_fukushima@ccken.onmicrosoft.com::8f548a50-3d4a-4660-b17c-82fdb2003fd5" providerId="AD" clId="Web-{9F16026F-3880-E516-03D2-347F7334BF36}" dt="2026-03-02T04:51:51.443" v="162" actId="1076"/>
          <ac:picMkLst>
            <pc:docMk/>
            <pc:sldMk cId="3546692421" sldId="980"/>
            <ac:picMk id="39" creationId="{1B46F7BB-47CE-BF2B-E0A5-A29B9B35A759}"/>
          </ac:picMkLst>
        </pc:picChg>
        <pc:cxnChg chg="add mod">
          <ac:chgData name="主査　福島 直人" userId="S::naoto_2_fukushima@ccken.onmicrosoft.com::8f548a50-3d4a-4660-b17c-82fdb2003fd5" providerId="AD" clId="Web-{9F16026F-3880-E516-03D2-347F7334BF36}" dt="2026-03-02T04:55:42.706" v="205" actId="1076"/>
          <ac:cxnSpMkLst>
            <pc:docMk/>
            <pc:sldMk cId="3546692421" sldId="980"/>
            <ac:cxnSpMk id="4" creationId="{88B88BFA-5799-B2A4-C75F-D402A7F3E2F1}"/>
          </ac:cxnSpMkLst>
        </pc:cxnChg>
        <pc:cxnChg chg="add mod">
          <ac:chgData name="主査　福島 直人" userId="S::naoto_2_fukushima@ccken.onmicrosoft.com::8f548a50-3d4a-4660-b17c-82fdb2003fd5" providerId="AD" clId="Web-{9F16026F-3880-E516-03D2-347F7334BF36}" dt="2026-03-02T04:55:42.737" v="206" actId="1076"/>
          <ac:cxnSpMkLst>
            <pc:docMk/>
            <pc:sldMk cId="3546692421" sldId="980"/>
            <ac:cxnSpMk id="8" creationId="{1AF70BE3-3D6C-831F-3F04-B572A587D6ED}"/>
          </ac:cxnSpMkLst>
        </pc:cxnChg>
        <pc:cxnChg chg="add mod">
          <ac:chgData name="主査　福島 直人" userId="S::naoto_2_fukushima@ccken.onmicrosoft.com::8f548a50-3d4a-4660-b17c-82fdb2003fd5" providerId="AD" clId="Web-{9F16026F-3880-E516-03D2-347F7334BF36}" dt="2026-03-02T04:55:42.753" v="207" actId="1076"/>
          <ac:cxnSpMkLst>
            <pc:docMk/>
            <pc:sldMk cId="3546692421" sldId="980"/>
            <ac:cxnSpMk id="9" creationId="{6D1D8F7B-4F8C-985B-25DD-24BD802FF4F1}"/>
          </ac:cxnSpMkLst>
        </pc:cxnChg>
      </pc:sldChg>
      <pc:sldChg chg="modSp">
        <pc:chgData name="主査　福島 直人" userId="S::naoto_2_fukushima@ccken.onmicrosoft.com::8f548a50-3d4a-4660-b17c-82fdb2003fd5" providerId="AD" clId="Web-{9F16026F-3880-E516-03D2-347F7334BF36}" dt="2026-03-02T04:58:38.980" v="218" actId="20577"/>
        <pc:sldMkLst>
          <pc:docMk/>
          <pc:sldMk cId="2912982522" sldId="983"/>
        </pc:sldMkLst>
        <pc:spChg chg="mod">
          <ac:chgData name="主査　福島 直人" userId="S::naoto_2_fukushima@ccken.onmicrosoft.com::8f548a50-3d4a-4660-b17c-82fdb2003fd5" providerId="AD" clId="Web-{9F16026F-3880-E516-03D2-347F7334BF36}" dt="2026-03-02T04:58:38.980" v="218" actId="20577"/>
          <ac:spMkLst>
            <pc:docMk/>
            <pc:sldMk cId="2912982522" sldId="983"/>
            <ac:spMk id="1032" creationId="{428DD5BD-C273-5AFF-394B-F268E0F1CCB5}"/>
          </ac:spMkLst>
        </pc:spChg>
      </pc:sldChg>
      <pc:sldChg chg="modSp modCm">
        <pc:chgData name="主査　福島 直人" userId="S::naoto_2_fukushima@ccken.onmicrosoft.com::8f548a50-3d4a-4660-b17c-82fdb2003fd5" providerId="AD" clId="Web-{9F16026F-3880-E516-03D2-347F7334BF36}" dt="2026-03-02T04:36:01.333" v="41" actId="20577"/>
        <pc:sldMkLst>
          <pc:docMk/>
          <pc:sldMk cId="426927151" sldId="994"/>
        </pc:sldMkLst>
        <pc:spChg chg="mod">
          <ac:chgData name="主査　福島 直人" userId="S::naoto_2_fukushima@ccken.onmicrosoft.com::8f548a50-3d4a-4660-b17c-82fdb2003fd5" providerId="AD" clId="Web-{9F16026F-3880-E516-03D2-347F7334BF36}" dt="2026-03-02T04:28:42.265" v="2" actId="20577"/>
          <ac:spMkLst>
            <pc:docMk/>
            <pc:sldMk cId="426927151" sldId="994"/>
            <ac:spMk id="7" creationId="{6E64AC3F-3438-DD13-A95F-325BD896BF3E}"/>
          </ac:spMkLst>
        </pc:spChg>
        <pc:spChg chg="mod">
          <ac:chgData name="主査　福島 直人" userId="S::naoto_2_fukushima@ccken.onmicrosoft.com::8f548a50-3d4a-4660-b17c-82fdb2003fd5" providerId="AD" clId="Web-{9F16026F-3880-E516-03D2-347F7334BF36}" dt="2026-03-02T04:28:51.781" v="3" actId="1076"/>
          <ac:spMkLst>
            <pc:docMk/>
            <pc:sldMk cId="426927151" sldId="994"/>
            <ac:spMk id="11" creationId="{3134F107-5509-FAAE-3328-BAEA7AC18C8B}"/>
          </ac:spMkLst>
        </pc:spChg>
        <pc:spChg chg="mod">
          <ac:chgData name="主査　福島 直人" userId="S::naoto_2_fukushima@ccken.onmicrosoft.com::8f548a50-3d4a-4660-b17c-82fdb2003fd5" providerId="AD" clId="Web-{9F16026F-3880-E516-03D2-347F7334BF36}" dt="2026-03-02T04:29:21.563" v="6" actId="1076"/>
          <ac:spMkLst>
            <pc:docMk/>
            <pc:sldMk cId="426927151" sldId="994"/>
            <ac:spMk id="15" creationId="{FCA9A3A2-8A79-ECD8-6406-6B145738BA2F}"/>
          </ac:spMkLst>
        </pc:spChg>
        <pc:spChg chg="mod">
          <ac:chgData name="主査　福島 直人" userId="S::naoto_2_fukushima@ccken.onmicrosoft.com::8f548a50-3d4a-4660-b17c-82fdb2003fd5" providerId="AD" clId="Web-{9F16026F-3880-E516-03D2-347F7334BF36}" dt="2026-03-02T04:29:12.359" v="5" actId="1076"/>
          <ac:spMkLst>
            <pc:docMk/>
            <pc:sldMk cId="426927151" sldId="994"/>
            <ac:spMk id="19" creationId="{535F66BF-CD1C-1489-9209-EC946BE93EB0}"/>
          </ac:spMkLst>
        </pc:spChg>
        <pc:spChg chg="mod">
          <ac:chgData name="主査　福島 直人" userId="S::naoto_2_fukushima@ccken.onmicrosoft.com::8f548a50-3d4a-4660-b17c-82fdb2003fd5" providerId="AD" clId="Web-{9F16026F-3880-E516-03D2-347F7334BF36}" dt="2026-03-02T04:36:01.333" v="41" actId="20577"/>
          <ac:spMkLst>
            <pc:docMk/>
            <pc:sldMk cId="426927151" sldId="994"/>
            <ac:spMk id="22" creationId="{9B66A0FA-980B-E050-52E1-0C11A3F6E54B}"/>
          </ac:spMkLst>
        </pc:spChg>
        <pc:spChg chg="mod">
          <ac:chgData name="主査　福島 直人" userId="S::naoto_2_fukushima@ccken.onmicrosoft.com::8f548a50-3d4a-4660-b17c-82fdb2003fd5" providerId="AD" clId="Web-{9F16026F-3880-E516-03D2-347F7334BF36}" dt="2026-03-02T04:32:32.612" v="23" actId="20577"/>
          <ac:spMkLst>
            <pc:docMk/>
            <pc:sldMk cId="426927151" sldId="994"/>
            <ac:spMk id="23" creationId="{11B526AC-9C4F-C28E-6AF5-4903CE9E3071}"/>
          </ac:spMkLst>
        </pc:spChg>
        <pc:spChg chg="mod">
          <ac:chgData name="主査　福島 直人" userId="S::naoto_2_fukushima@ccken.onmicrosoft.com::8f548a50-3d4a-4660-b17c-82fdb2003fd5" providerId="AD" clId="Web-{9F16026F-3880-E516-03D2-347F7334BF36}" dt="2026-03-02T04:30:48.908" v="12" actId="20577"/>
          <ac:spMkLst>
            <pc:docMk/>
            <pc:sldMk cId="426927151" sldId="994"/>
            <ac:spMk id="44" creationId="{65BAB673-727C-32F2-9548-AFD4ECAA9128}"/>
          </ac:spMkLst>
        </pc:spChg>
        <pc:spChg chg="mod">
          <ac:chgData name="主査　福島 直人" userId="S::naoto_2_fukushima@ccken.onmicrosoft.com::8f548a50-3d4a-4660-b17c-82fdb2003fd5" providerId="AD" clId="Web-{9F16026F-3880-E516-03D2-347F7334BF36}" dt="2026-03-02T04:33:15.628" v="28" actId="20577"/>
          <ac:spMkLst>
            <pc:docMk/>
            <pc:sldMk cId="426927151" sldId="994"/>
            <ac:spMk id="61" creationId="{A75AD835-0083-F39C-C0DF-55554504F3EE}"/>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9F16026F-3880-E516-03D2-347F7334BF36}" dt="2026-03-02T04:32:32.612" v="23" actId="20577"/>
              <pc2:cmMkLst xmlns:pc2="http://schemas.microsoft.com/office/powerpoint/2019/9/main/command">
                <pc:docMk/>
                <pc:sldMk cId="426927151" sldId="994"/>
                <pc2:cmMk id="{68E54AA7-8C3C-42DF-8B19-A98391AFC944}"/>
              </pc2:cmMkLst>
            </pc226:cmChg>
          </p:ext>
        </pc:extLst>
      </pc:sldChg>
      <pc:sldChg chg="modSp">
        <pc:chgData name="主査　福島 直人" userId="S::naoto_2_fukushima@ccken.onmicrosoft.com::8f548a50-3d4a-4660-b17c-82fdb2003fd5" providerId="AD" clId="Web-{9F16026F-3880-E516-03D2-347F7334BF36}" dt="2026-03-02T04:44:36.640" v="92" actId="20577"/>
        <pc:sldMkLst>
          <pc:docMk/>
          <pc:sldMk cId="1557085014" sldId="1005"/>
        </pc:sldMkLst>
        <pc:spChg chg="mod">
          <ac:chgData name="主査　福島 直人" userId="S::naoto_2_fukushima@ccken.onmicrosoft.com::8f548a50-3d4a-4660-b17c-82fdb2003fd5" providerId="AD" clId="Web-{9F16026F-3880-E516-03D2-347F7334BF36}" dt="2026-03-02T04:42:20.417" v="86" actId="20577"/>
          <ac:spMkLst>
            <pc:docMk/>
            <pc:sldMk cId="1557085014" sldId="1005"/>
            <ac:spMk id="8" creationId="{2E81E1DD-8697-48A5-D2F1-3CE5E364CF03}"/>
          </ac:spMkLst>
        </pc:spChg>
        <pc:spChg chg="mod">
          <ac:chgData name="主査　福島 直人" userId="S::naoto_2_fukushima@ccken.onmicrosoft.com::8f548a50-3d4a-4660-b17c-82fdb2003fd5" providerId="AD" clId="Web-{9F16026F-3880-E516-03D2-347F7334BF36}" dt="2026-03-02T04:44:36.640" v="92" actId="20577"/>
          <ac:spMkLst>
            <pc:docMk/>
            <pc:sldMk cId="1557085014" sldId="1005"/>
            <ac:spMk id="26" creationId="{B124331C-3A53-238D-959D-FB97D2880ECD}"/>
          </ac:spMkLst>
        </pc:spChg>
      </pc:sldChg>
      <pc:sldChg chg="modSp">
        <pc:chgData name="主査　福島 直人" userId="S::naoto_2_fukushima@ccken.onmicrosoft.com::8f548a50-3d4a-4660-b17c-82fdb2003fd5" providerId="AD" clId="Web-{9F16026F-3880-E516-03D2-347F7334BF36}" dt="2026-03-02T04:57:37.993" v="217" actId="20577"/>
        <pc:sldMkLst>
          <pc:docMk/>
          <pc:sldMk cId="433359686" sldId="1008"/>
        </pc:sldMkLst>
        <pc:spChg chg="mod">
          <ac:chgData name="主査　福島 直人" userId="S::naoto_2_fukushima@ccken.onmicrosoft.com::8f548a50-3d4a-4660-b17c-82fdb2003fd5" providerId="AD" clId="Web-{9F16026F-3880-E516-03D2-347F7334BF36}" dt="2026-03-02T04:57:37.993" v="217" actId="20577"/>
          <ac:spMkLst>
            <pc:docMk/>
            <pc:sldMk cId="433359686" sldId="1008"/>
            <ac:spMk id="102" creationId="{0DB7154A-9423-8777-3CA7-F333C5E91EFC}"/>
          </ac:spMkLst>
        </pc:spChg>
        <pc:spChg chg="mod">
          <ac:chgData name="主査　福島 直人" userId="S::naoto_2_fukushima@ccken.onmicrosoft.com::8f548a50-3d4a-4660-b17c-82fdb2003fd5" providerId="AD" clId="Web-{9F16026F-3880-E516-03D2-347F7334BF36}" dt="2026-03-02T04:57:23.492" v="212" actId="20577"/>
          <ac:spMkLst>
            <pc:docMk/>
            <pc:sldMk cId="433359686" sldId="1008"/>
            <ac:spMk id="104" creationId="{F40619A9-38FB-E22D-EC35-0EB32F5F3498}"/>
          </ac:spMkLst>
        </pc:spChg>
        <pc:spChg chg="mod">
          <ac:chgData name="主査　福島 直人" userId="S::naoto_2_fukushima@ccken.onmicrosoft.com::8f548a50-3d4a-4660-b17c-82fdb2003fd5" providerId="AD" clId="Web-{9F16026F-3880-E516-03D2-347F7334BF36}" dt="2026-03-02T04:57:26.789" v="213" actId="20577"/>
          <ac:spMkLst>
            <pc:docMk/>
            <pc:sldMk cId="433359686" sldId="1008"/>
            <ac:spMk id="105" creationId="{1AB37318-3A4C-94C8-97D7-A9B2D0C55589}"/>
          </ac:spMkLst>
        </pc:spChg>
      </pc:sldChg>
      <pc:sldChg chg="addSp modSp">
        <pc:chgData name="主査　福島 直人" userId="S::naoto_2_fukushima@ccken.onmicrosoft.com::8f548a50-3d4a-4660-b17c-82fdb2003fd5" providerId="AD" clId="Web-{9F16026F-3880-E516-03D2-347F7334BF36}" dt="2026-03-02T05:03:32.300" v="229" actId="14100"/>
        <pc:sldMkLst>
          <pc:docMk/>
          <pc:sldMk cId="3141537626" sldId="1012"/>
        </pc:sldMkLst>
        <pc:spChg chg="add mod">
          <ac:chgData name="主査　福島 直人" userId="S::naoto_2_fukushima@ccken.onmicrosoft.com::8f548a50-3d4a-4660-b17c-82fdb2003fd5" providerId="AD" clId="Web-{9F16026F-3880-E516-03D2-347F7334BF36}" dt="2026-03-02T05:03:32.300" v="229" actId="14100"/>
          <ac:spMkLst>
            <pc:docMk/>
            <pc:sldMk cId="3141537626" sldId="1012"/>
            <ac:spMk id="4" creationId="{A55EE8E6-A0F1-94E7-6613-C9140D81E01A}"/>
          </ac:spMkLst>
        </pc:spChg>
      </pc:sldChg>
    </pc:docChg>
  </pc:docChgLst>
  <pc:docChgLst>
    <pc:chgData name="三菱UFJ信託銀行　網野 智仁" userId="S::tomohito_amino@ccken.onmicrosoft.com::f8474316-ab6c-4136-bc0a-a68b4c48cb80" providerId="AD" clId="Web-{FC4652C9-DF94-319A-9FED-D2F0469613B9}"/>
    <pc:docChg chg="delSld modSld sldOrd modSection">
      <pc:chgData name="三菱UFJ信託銀行　網野 智仁" userId="S::tomohito_amino@ccken.onmicrosoft.com::f8474316-ab6c-4136-bc0a-a68b4c48cb80" providerId="AD" clId="Web-{FC4652C9-DF94-319A-9FED-D2F0469613B9}" dt="2026-02-24T14:48:27.153" v="527" actId="20577"/>
      <pc:docMkLst>
        <pc:docMk/>
      </pc:docMkLst>
      <pc:sldChg chg="modSp ord modCm">
        <pc:chgData name="三菱UFJ信託銀行　網野 智仁" userId="S::tomohito_amino@ccken.onmicrosoft.com::f8474316-ab6c-4136-bc0a-a68b4c48cb80" providerId="AD" clId="Web-{FC4652C9-DF94-319A-9FED-D2F0469613B9}" dt="2026-02-24T14:41:53.722" v="473"/>
        <pc:sldMkLst>
          <pc:docMk/>
          <pc:sldMk cId="2585609864" sldId="805"/>
        </pc:sldMkLst>
        <pc:spChg chg="mod">
          <ac:chgData name="三菱UFJ信託銀行　網野 智仁" userId="S::tomohito_amino@ccken.onmicrosoft.com::f8474316-ab6c-4136-bc0a-a68b4c48cb80" providerId="AD" clId="Web-{FC4652C9-DF94-319A-9FED-D2F0469613B9}" dt="2026-02-24T14:41:44.455" v="472" actId="20577"/>
          <ac:spMkLst>
            <pc:docMk/>
            <pc:sldMk cId="2585609864" sldId="805"/>
            <ac:spMk id="6" creationId="{793CFA41-6EDE-8D1C-DF80-F2C497DE9D26}"/>
          </ac:spMkLst>
        </pc:spChg>
        <pc:spChg chg="mod">
          <ac:chgData name="三菱UFJ信託銀行　網野 智仁" userId="S::tomohito_amino@ccken.onmicrosoft.com::f8474316-ab6c-4136-bc0a-a68b4c48cb80" providerId="AD" clId="Web-{FC4652C9-DF94-319A-9FED-D2F0469613B9}" dt="2026-02-24T14:40:03.906" v="414" actId="1076"/>
          <ac:spMkLst>
            <pc:docMk/>
            <pc:sldMk cId="2585609864" sldId="805"/>
            <ac:spMk id="10" creationId="{78CEB9CE-D0D7-ACFE-41FF-E20E3537245E}"/>
          </ac:spMkLst>
        </pc:spChg>
        <pc:spChg chg="mod">
          <ac:chgData name="三菱UFJ信託銀行　網野 智仁" userId="S::tomohito_amino@ccken.onmicrosoft.com::f8474316-ab6c-4136-bc0a-a68b4c48cb80" providerId="AD" clId="Web-{FC4652C9-DF94-319A-9FED-D2F0469613B9}" dt="2026-02-24T14:40:06.140" v="415" actId="14100"/>
          <ac:spMkLst>
            <pc:docMk/>
            <pc:sldMk cId="2585609864" sldId="805"/>
            <ac:spMk id="14" creationId="{37369E3C-828C-A23F-67FC-975BC85BA315}"/>
          </ac:spMkLst>
        </pc:spChg>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39:48.890" v="410" actId="20577"/>
              <pc2:cmMkLst xmlns:pc2="http://schemas.microsoft.com/office/powerpoint/2019/9/main/command">
                <pc:docMk/>
                <pc:sldMk cId="2585609864" sldId="805"/>
                <pc2:cmMk id="{E8C4E97F-E4E5-48FB-9525-9089D724DF4D}"/>
              </pc2:cmMkLst>
            </pc226:cmChg>
          </p:ext>
        </pc:extLst>
      </pc:sldChg>
      <pc:sldChg chg="modSp modCm">
        <pc:chgData name="三菱UFJ信託銀行　網野 智仁" userId="S::tomohito_amino@ccken.onmicrosoft.com::f8474316-ab6c-4136-bc0a-a68b4c48cb80" providerId="AD" clId="Web-{FC4652C9-DF94-319A-9FED-D2F0469613B9}" dt="2026-02-24T14:42:12.896" v="475" actId="20577"/>
        <pc:sldMkLst>
          <pc:docMk/>
          <pc:sldMk cId="3211560190" sldId="974"/>
        </pc:sldMkLst>
        <pc:spChg chg="mod">
          <ac:chgData name="三菱UFJ信託銀行　網野 智仁" userId="S::tomohito_amino@ccken.onmicrosoft.com::f8474316-ab6c-4136-bc0a-a68b4c48cb80" providerId="AD" clId="Web-{FC4652C9-DF94-319A-9FED-D2F0469613B9}" dt="2026-02-24T13:58:58.216" v="96" actId="1076"/>
          <ac:spMkLst>
            <pc:docMk/>
            <pc:sldMk cId="3211560190" sldId="974"/>
            <ac:spMk id="7" creationId="{0C82E680-3C5D-35C0-5439-5FE7073440C4}"/>
          </ac:spMkLst>
        </pc:spChg>
        <pc:spChg chg="mod">
          <ac:chgData name="三菱UFJ信託銀行　網野 智仁" userId="S::tomohito_amino@ccken.onmicrosoft.com::f8474316-ab6c-4136-bc0a-a68b4c48cb80" providerId="AD" clId="Web-{FC4652C9-DF94-319A-9FED-D2F0469613B9}" dt="2026-02-24T13:58:58.231" v="97" actId="1076"/>
          <ac:spMkLst>
            <pc:docMk/>
            <pc:sldMk cId="3211560190" sldId="974"/>
            <ac:spMk id="14" creationId="{925E0A39-2B0E-4E9A-7CAB-9328A3044E3B}"/>
          </ac:spMkLst>
        </pc:spChg>
        <pc:spChg chg="mod">
          <ac:chgData name="三菱UFJ信託銀行　網野 智仁" userId="S::tomohito_amino@ccken.onmicrosoft.com::f8474316-ab6c-4136-bc0a-a68b4c48cb80" providerId="AD" clId="Web-{FC4652C9-DF94-319A-9FED-D2F0469613B9}" dt="2026-02-24T13:58:58.262" v="98" actId="1076"/>
          <ac:spMkLst>
            <pc:docMk/>
            <pc:sldMk cId="3211560190" sldId="974"/>
            <ac:spMk id="17" creationId="{8955A136-4E77-2972-7090-E007067276E6}"/>
          </ac:spMkLst>
        </pc:spChg>
        <pc:spChg chg="mod">
          <ac:chgData name="三菱UFJ信託銀行　網野 智仁" userId="S::tomohito_amino@ccken.onmicrosoft.com::f8474316-ab6c-4136-bc0a-a68b4c48cb80" providerId="AD" clId="Web-{FC4652C9-DF94-319A-9FED-D2F0469613B9}" dt="2026-02-24T14:26:24.733" v="220" actId="20577"/>
          <ac:spMkLst>
            <pc:docMk/>
            <pc:sldMk cId="3211560190" sldId="974"/>
            <ac:spMk id="21" creationId="{4BAA5754-32CF-2E17-52F8-9CF1A83E2217}"/>
          </ac:spMkLst>
        </pc:spChg>
        <pc:spChg chg="mod">
          <ac:chgData name="三菱UFJ信託銀行　網野 智仁" userId="S::tomohito_amino@ccken.onmicrosoft.com::f8474316-ab6c-4136-bc0a-a68b4c48cb80" providerId="AD" clId="Web-{FC4652C9-DF94-319A-9FED-D2F0469613B9}" dt="2026-02-24T13:58:58.309" v="100" actId="1076"/>
          <ac:spMkLst>
            <pc:docMk/>
            <pc:sldMk cId="3211560190" sldId="974"/>
            <ac:spMk id="22" creationId="{3F5FC8B2-4B37-3B03-3897-1F85982BBB4D}"/>
          </ac:spMkLst>
        </pc:spChg>
        <pc:spChg chg="mod">
          <ac:chgData name="三菱UFJ信託銀行　網野 智仁" userId="S::tomohito_amino@ccken.onmicrosoft.com::f8474316-ab6c-4136-bc0a-a68b4c48cb80" providerId="AD" clId="Web-{FC4652C9-DF94-319A-9FED-D2F0469613B9}" dt="2026-02-24T14:42:12.896" v="475" actId="20577"/>
          <ac:spMkLst>
            <pc:docMk/>
            <pc:sldMk cId="3211560190" sldId="974"/>
            <ac:spMk id="26" creationId="{37BDFC22-17F5-C34B-13D9-790848410026}"/>
          </ac:spMkLst>
        </pc:spChg>
        <pc:spChg chg="mod">
          <ac:chgData name="三菱UFJ信託銀行　網野 智仁" userId="S::tomohito_amino@ccken.onmicrosoft.com::f8474316-ab6c-4136-bc0a-a68b4c48cb80" providerId="AD" clId="Web-{FC4652C9-DF94-319A-9FED-D2F0469613B9}" dt="2026-02-24T13:58:58.325" v="101" actId="1076"/>
          <ac:spMkLst>
            <pc:docMk/>
            <pc:sldMk cId="3211560190" sldId="974"/>
            <ac:spMk id="27" creationId="{AE7AFC06-5781-38D8-B009-470689CBC624}"/>
          </ac:spMkLst>
        </pc:spChg>
        <pc:spChg chg="mod">
          <ac:chgData name="三菱UFJ信託銀行　網野 智仁" userId="S::tomohito_amino@ccken.onmicrosoft.com::f8474316-ab6c-4136-bc0a-a68b4c48cb80" providerId="AD" clId="Web-{FC4652C9-DF94-319A-9FED-D2F0469613B9}" dt="2026-02-24T14:26:52.235" v="228" actId="20577"/>
          <ac:spMkLst>
            <pc:docMk/>
            <pc:sldMk cId="3211560190" sldId="974"/>
            <ac:spMk id="33" creationId="{2A57F66B-81EC-7721-AADD-E559D4031237}"/>
          </ac:spMkLst>
        </pc:spChg>
        <pc:spChg chg="mod">
          <ac:chgData name="三菱UFJ信託銀行　網野 智仁" userId="S::tomohito_amino@ccken.onmicrosoft.com::f8474316-ab6c-4136-bc0a-a68b4c48cb80" providerId="AD" clId="Web-{FC4652C9-DF94-319A-9FED-D2F0469613B9}" dt="2026-02-24T13:58:58.341" v="102" actId="1076"/>
          <ac:spMkLst>
            <pc:docMk/>
            <pc:sldMk cId="3211560190" sldId="974"/>
            <ac:spMk id="34" creationId="{D5C1638D-3515-193E-5815-60845DC06557}"/>
          </ac:spMkLst>
        </pc:spChg>
        <pc:spChg chg="mod">
          <ac:chgData name="三菱UFJ信託銀行　網野 智仁" userId="S::tomohito_amino@ccken.onmicrosoft.com::f8474316-ab6c-4136-bc0a-a68b4c48cb80" providerId="AD" clId="Web-{FC4652C9-DF94-319A-9FED-D2F0469613B9}" dt="2026-02-24T13:58:58.372" v="103" actId="1076"/>
          <ac:spMkLst>
            <pc:docMk/>
            <pc:sldMk cId="3211560190" sldId="974"/>
            <ac:spMk id="35" creationId="{F0353F11-5C00-B855-02F0-A680239985F3}"/>
          </ac:spMkLst>
        </pc:spChg>
        <pc:spChg chg="mod">
          <ac:chgData name="三菱UFJ信託銀行　網野 智仁" userId="S::tomohito_amino@ccken.onmicrosoft.com::f8474316-ab6c-4136-bc0a-a68b4c48cb80" providerId="AD" clId="Web-{FC4652C9-DF94-319A-9FED-D2F0469613B9}" dt="2026-02-24T13:58:58.387" v="104" actId="1076"/>
          <ac:spMkLst>
            <pc:docMk/>
            <pc:sldMk cId="3211560190" sldId="974"/>
            <ac:spMk id="36" creationId="{24E300A5-2393-2C6B-48B5-3FFC1252FDD1}"/>
          </ac:spMkLst>
        </pc:spChg>
        <pc:picChg chg="mod">
          <ac:chgData name="三菱UFJ信託銀行　網野 智仁" userId="S::tomohito_amino@ccken.onmicrosoft.com::f8474316-ab6c-4136-bc0a-a68b4c48cb80" providerId="AD" clId="Web-{FC4652C9-DF94-319A-9FED-D2F0469613B9}" dt="2026-02-24T13:58:58.200" v="95" actId="1076"/>
          <ac:picMkLst>
            <pc:docMk/>
            <pc:sldMk cId="3211560190" sldId="974"/>
            <ac:picMk id="6" creationId="{99ECFF17-9F98-B12B-2715-1A0E42B340FB}"/>
          </ac:picMkLst>
        </pc:picChg>
        <pc:picChg chg="mod">
          <ac:chgData name="三菱UFJ信託銀行　網野 智仁" userId="S::tomohito_amino@ccken.onmicrosoft.com::f8474316-ab6c-4136-bc0a-a68b4c48cb80" providerId="AD" clId="Web-{FC4652C9-DF94-319A-9FED-D2F0469613B9}" dt="2026-02-24T13:58:58.403" v="105" actId="1076"/>
          <ac:picMkLst>
            <pc:docMk/>
            <pc:sldMk cId="3211560190" sldId="974"/>
            <ac:picMk id="38" creationId="{1F592E7A-FCDF-5C0A-B7A7-1F04376CAC4B}"/>
          </ac:picMkLst>
        </pc:picChg>
        <pc:picChg chg="mod">
          <ac:chgData name="三菱UFJ信託銀行　網野 智仁" userId="S::tomohito_amino@ccken.onmicrosoft.com::f8474316-ab6c-4136-bc0a-a68b4c48cb80" providerId="AD" clId="Web-{FC4652C9-DF94-319A-9FED-D2F0469613B9}" dt="2026-02-24T13:58:58.434" v="106" actId="1076"/>
          <ac:picMkLst>
            <pc:docMk/>
            <pc:sldMk cId="3211560190" sldId="974"/>
            <ac:picMk id="40" creationId="{C9828109-9EB9-6A4A-8C80-A7A9A5E15BE7}"/>
          </ac:picMkLst>
        </pc:picChg>
        <pc:picChg chg="mod">
          <ac:chgData name="三菱UFJ信託銀行　網野 智仁" userId="S::tomohito_amino@ccken.onmicrosoft.com::f8474316-ab6c-4136-bc0a-a68b4c48cb80" providerId="AD" clId="Web-{FC4652C9-DF94-319A-9FED-D2F0469613B9}" dt="2026-02-24T13:58:58.450" v="107" actId="1076"/>
          <ac:picMkLst>
            <pc:docMk/>
            <pc:sldMk cId="3211560190" sldId="974"/>
            <ac:picMk id="42" creationId="{E2AB616B-F934-0CD1-EFF8-1766C8C2CD07}"/>
          </ac:picMkLst>
        </pc:picChg>
        <pc:cxnChg chg="mod">
          <ac:chgData name="三菱UFJ信託銀行　網野 智仁" userId="S::tomohito_amino@ccken.onmicrosoft.com::f8474316-ab6c-4136-bc0a-a68b4c48cb80" providerId="AD" clId="Web-{FC4652C9-DF94-319A-9FED-D2F0469613B9}" dt="2026-02-24T13:59:05.794" v="108" actId="1076"/>
          <ac:cxnSpMkLst>
            <pc:docMk/>
            <pc:sldMk cId="3211560190" sldId="974"/>
            <ac:cxnSpMk id="11" creationId="{2210F67F-E188-2102-881F-A09FC89CD4DB}"/>
          </ac:cxnSpMkLst>
        </pc:cxnChg>
        <pc:cxnChg chg="mod">
          <ac:chgData name="三菱UFJ信託銀行　網野 智仁" userId="S::tomohito_amino@ccken.onmicrosoft.com::f8474316-ab6c-4136-bc0a-a68b4c48cb80" providerId="AD" clId="Web-{FC4652C9-DF94-319A-9FED-D2F0469613B9}" dt="2026-02-24T13:59:19.279" v="109" actId="1076"/>
          <ac:cxnSpMkLst>
            <pc:docMk/>
            <pc:sldMk cId="3211560190" sldId="974"/>
            <ac:cxnSpMk id="23" creationId="{001D8499-9E22-D175-C307-4811D7946DA7}"/>
          </ac:cxnSpMkLst>
        </pc:cxnChg>
        <pc:cxnChg chg="mod">
          <ac:chgData name="三菱UFJ信託銀行　網野 智仁" userId="S::tomohito_amino@ccken.onmicrosoft.com::f8474316-ab6c-4136-bc0a-a68b4c48cb80" providerId="AD" clId="Web-{FC4652C9-DF94-319A-9FED-D2F0469613B9}" dt="2026-02-24T13:59:23.326" v="110" actId="1076"/>
          <ac:cxnSpMkLst>
            <pc:docMk/>
            <pc:sldMk cId="3211560190" sldId="974"/>
            <ac:cxnSpMk id="31" creationId="{02934071-B21E-ACF4-8945-AC27F3EC699E}"/>
          </ac:cxnSpMkLst>
        </pc:cxnChg>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FC4652C9-DF94-319A-9FED-D2F0469613B9}" dt="2026-02-24T14:42:12.896" v="475" actId="20577"/>
              <pc2:cmMkLst xmlns:pc2="http://schemas.microsoft.com/office/powerpoint/2019/9/main/command">
                <pc:docMk/>
                <pc:sldMk cId="3211560190" sldId="974"/>
                <pc2:cmMk id="{E25B2D68-FBC4-442B-A1A5-8AA2661529F2}"/>
              </pc2:cmMkLst>
            </pc226:cmChg>
          </p:ext>
        </pc:extLst>
      </pc:sldChg>
    </pc:docChg>
  </pc:docChgLst>
  <pc:docChgLst>
    <pc:chgData name="主査　福島 直人" userId="S::naoto_2_fukushima@ccken.onmicrosoft.com::8f548a50-3d4a-4660-b17c-82fdb2003fd5" providerId="AD" clId="Web-{8A034A64-8E00-1713-B4CE-D7E002794F51}"/>
    <pc:docChg chg="modSld">
      <pc:chgData name="主査　福島 直人" userId="S::naoto_2_fukushima@ccken.onmicrosoft.com::8f548a50-3d4a-4660-b17c-82fdb2003fd5" providerId="AD" clId="Web-{8A034A64-8E00-1713-B4CE-D7E002794F51}" dt="2026-02-26T16:00:25.500" v="4" actId="20577"/>
      <pc:docMkLst>
        <pc:docMk/>
      </pc:docMkLst>
      <pc:sldChg chg="modSp">
        <pc:chgData name="主査　福島 直人" userId="S::naoto_2_fukushima@ccken.onmicrosoft.com::8f548a50-3d4a-4660-b17c-82fdb2003fd5" providerId="AD" clId="Web-{8A034A64-8E00-1713-B4CE-D7E002794F51}" dt="2026-02-26T15:57:50.667" v="0" actId="20577"/>
        <pc:sldMkLst>
          <pc:docMk/>
          <pc:sldMk cId="995557494" sldId="986"/>
        </pc:sldMkLst>
        <pc:spChg chg="mod">
          <ac:chgData name="主査　福島 直人" userId="S::naoto_2_fukushima@ccken.onmicrosoft.com::8f548a50-3d4a-4660-b17c-82fdb2003fd5" providerId="AD" clId="Web-{8A034A64-8E00-1713-B4CE-D7E002794F51}" dt="2026-02-26T15:57:50.667" v="0" actId="20577"/>
          <ac:spMkLst>
            <pc:docMk/>
            <pc:sldMk cId="995557494" sldId="986"/>
            <ac:spMk id="24" creationId="{C32220FF-DC4C-4A1F-314F-8E1621E9D7E5}"/>
          </ac:spMkLst>
        </pc:spChg>
      </pc:sldChg>
      <pc:sldChg chg="modSp">
        <pc:chgData name="主査　福島 直人" userId="S::naoto_2_fukushima@ccken.onmicrosoft.com::8f548a50-3d4a-4660-b17c-82fdb2003fd5" providerId="AD" clId="Web-{8A034A64-8E00-1713-B4CE-D7E002794F51}" dt="2026-02-26T16:00:25.500" v="4" actId="20577"/>
        <pc:sldMkLst>
          <pc:docMk/>
          <pc:sldMk cId="3851575879" sldId="988"/>
        </pc:sldMkLst>
        <pc:spChg chg="mod">
          <ac:chgData name="主査　福島 直人" userId="S::naoto_2_fukushima@ccken.onmicrosoft.com::8f548a50-3d4a-4660-b17c-82fdb2003fd5" providerId="AD" clId="Web-{8A034A64-8E00-1713-B4CE-D7E002794F51}" dt="2026-02-26T16:00:25.500" v="4" actId="20577"/>
          <ac:spMkLst>
            <pc:docMk/>
            <pc:sldMk cId="3851575879" sldId="988"/>
            <ac:spMk id="13" creationId="{9CBAB614-E0AE-3EE6-9488-F8D0A72191F5}"/>
          </ac:spMkLst>
        </pc:spChg>
      </pc:sldChg>
    </pc:docChg>
  </pc:docChgLst>
  <pc:docChgLst>
    <pc:chgData name="明治安田　安竹 彦馬" userId="S::hi1-yasutake@ccken.onmicrosoft.com::b6d1875c-1a39-4cd4-bf6a-129ebd26d26e" providerId="AD" clId="Web-{F2B069B0-52C2-47A6-AF14-7C7DC5936DE2}"/>
    <pc:docChg chg="modSld">
      <pc:chgData name="明治安田　安竹 彦馬" userId="S::hi1-yasutake@ccken.onmicrosoft.com::b6d1875c-1a39-4cd4-bf6a-129ebd26d26e" providerId="AD" clId="Web-{F2B069B0-52C2-47A6-AF14-7C7DC5936DE2}" dt="2026-02-18T04:45:26.829" v="61"/>
      <pc:docMkLst>
        <pc:docMk/>
      </pc:docMkLst>
      <pc:sldChg chg="modSp">
        <pc:chgData name="明治安田　安竹 彦馬" userId="S::hi1-yasutake@ccken.onmicrosoft.com::b6d1875c-1a39-4cd4-bf6a-129ebd26d26e" providerId="AD" clId="Web-{F2B069B0-52C2-47A6-AF14-7C7DC5936DE2}" dt="2026-02-18T04:45:26.829" v="61"/>
        <pc:sldMkLst>
          <pc:docMk/>
          <pc:sldMk cId="3014012821" sldId="953"/>
        </pc:sldMkLst>
        <pc:graphicFrameChg chg="mod modGraphic">
          <ac:chgData name="明治安田　安竹 彦馬" userId="S::hi1-yasutake@ccken.onmicrosoft.com::b6d1875c-1a39-4cd4-bf6a-129ebd26d26e" providerId="AD" clId="Web-{F2B069B0-52C2-47A6-AF14-7C7DC5936DE2}" dt="2026-02-18T04:45:26.829" v="61"/>
          <ac:graphicFrameMkLst>
            <pc:docMk/>
            <pc:sldMk cId="3014012821" sldId="953"/>
            <ac:graphicFrameMk id="4" creationId="{1C244B7C-8934-CD2B-1B19-2C15BA647848}"/>
          </ac:graphicFrameMkLst>
        </pc:graphicFrameChg>
      </pc:sldChg>
    </pc:docChg>
  </pc:docChgLst>
  <pc:docChgLst>
    <pc:chgData name="主査　福島 直人" userId="S::naoto_2_fukushima@ccken.onmicrosoft.com::8f548a50-3d4a-4660-b17c-82fdb2003fd5" providerId="AD" clId="Web-{C8B88E84-7E4E-F7B9-5A40-1AD5A82601E1}"/>
    <pc:docChg chg="modSld">
      <pc:chgData name="主査　福島 直人" userId="S::naoto_2_fukushima@ccken.onmicrosoft.com::8f548a50-3d4a-4660-b17c-82fdb2003fd5" providerId="AD" clId="Web-{C8B88E84-7E4E-F7B9-5A40-1AD5A82601E1}" dt="2026-03-04T01:48:13.820" v="0" actId="20577"/>
      <pc:docMkLst>
        <pc:docMk/>
      </pc:docMkLst>
      <pc:sldChg chg="modSp">
        <pc:chgData name="主査　福島 直人" userId="S::naoto_2_fukushima@ccken.onmicrosoft.com::8f548a50-3d4a-4660-b17c-82fdb2003fd5" providerId="AD" clId="Web-{C8B88E84-7E4E-F7B9-5A40-1AD5A82601E1}" dt="2026-03-04T01:48:13.820" v="0" actId="20577"/>
        <pc:sldMkLst>
          <pc:docMk/>
          <pc:sldMk cId="1984299581" sldId="957"/>
        </pc:sldMkLst>
        <pc:spChg chg="mod">
          <ac:chgData name="主査　福島 直人" userId="S::naoto_2_fukushima@ccken.onmicrosoft.com::8f548a50-3d4a-4660-b17c-82fdb2003fd5" providerId="AD" clId="Web-{C8B88E84-7E4E-F7B9-5A40-1AD5A82601E1}" dt="2026-03-04T01:48:13.820" v="0" actId="20577"/>
          <ac:spMkLst>
            <pc:docMk/>
            <pc:sldMk cId="1984299581" sldId="957"/>
            <ac:spMk id="5" creationId="{2491688E-BA8B-BC2D-B706-CD9B6F9D860D}"/>
          </ac:spMkLst>
        </pc:spChg>
      </pc:sldChg>
    </pc:docChg>
  </pc:docChgLst>
  <pc:docChgLst>
    <pc:chgData name="主査　福島 直人" userId="S::naoto_2_fukushima@ccken.onmicrosoft.com::8f548a50-3d4a-4660-b17c-82fdb2003fd5" providerId="AD" clId="Web-{2D0AE034-9E6A-AC22-208B-1CBF0A3BBB99}"/>
    <pc:docChg chg="modSld">
      <pc:chgData name="主査　福島 直人" userId="S::naoto_2_fukushima@ccken.onmicrosoft.com::8f548a50-3d4a-4660-b17c-82fdb2003fd5" providerId="AD" clId="Web-{2D0AE034-9E6A-AC22-208B-1CBF0A3BBB99}" dt="2026-03-02T02:25:59.626" v="56" actId="20577"/>
      <pc:docMkLst>
        <pc:docMk/>
      </pc:docMkLst>
      <pc:sldChg chg="modSp modCm">
        <pc:chgData name="主査　福島 直人" userId="S::naoto_2_fukushima@ccken.onmicrosoft.com::8f548a50-3d4a-4660-b17c-82fdb2003fd5" providerId="AD" clId="Web-{2D0AE034-9E6A-AC22-208B-1CBF0A3BBB99}" dt="2026-03-02T02:20:19.401" v="2" actId="20577"/>
        <pc:sldMkLst>
          <pc:docMk/>
          <pc:sldMk cId="2863164929" sldId="773"/>
        </pc:sldMkLst>
        <pc:spChg chg="mod">
          <ac:chgData name="主査　福島 直人" userId="S::naoto_2_fukushima@ccken.onmicrosoft.com::8f548a50-3d4a-4660-b17c-82fdb2003fd5" providerId="AD" clId="Web-{2D0AE034-9E6A-AC22-208B-1CBF0A3BBB99}" dt="2026-03-02T02:20:19.401" v="2" actId="20577"/>
          <ac:spMkLst>
            <pc:docMk/>
            <pc:sldMk cId="2863164929" sldId="773"/>
            <ac:spMk id="17" creationId="{67C8EBDA-33F2-D4C4-747B-0442AC70B707}"/>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0:19.401" v="2" actId="20577"/>
              <pc2:cmMkLst xmlns:pc2="http://schemas.microsoft.com/office/powerpoint/2019/9/main/command">
                <pc:docMk/>
                <pc:sldMk cId="2863164929" sldId="773"/>
                <pc2:cmMk id="{6F4D3308-86C0-4B94-A913-4A0FCBA69984}"/>
              </pc2:cmMkLst>
            </pc226:cmChg>
          </p:ext>
        </pc:extLst>
      </pc:sldChg>
      <pc:sldChg chg="modSp">
        <pc:chgData name="主査　福島 直人" userId="S::naoto_2_fukushima@ccken.onmicrosoft.com::8f548a50-3d4a-4660-b17c-82fdb2003fd5" providerId="AD" clId="Web-{2D0AE034-9E6A-AC22-208B-1CBF0A3BBB99}" dt="2026-03-02T02:25:45.467" v="52" actId="20577"/>
        <pc:sldMkLst>
          <pc:docMk/>
          <pc:sldMk cId="3369189793" sldId="835"/>
        </pc:sldMkLst>
        <pc:spChg chg="mod">
          <ac:chgData name="主査　福島 直人" userId="S::naoto_2_fukushima@ccken.onmicrosoft.com::8f548a50-3d4a-4660-b17c-82fdb2003fd5" providerId="AD" clId="Web-{2D0AE034-9E6A-AC22-208B-1CBF0A3BBB99}" dt="2026-03-02T02:25:45.467" v="52" actId="20577"/>
          <ac:spMkLst>
            <pc:docMk/>
            <pc:sldMk cId="3369189793" sldId="835"/>
            <ac:spMk id="5" creationId="{36F364BE-D8F3-DE58-8CA3-F6ED7A18537A}"/>
          </ac:spMkLst>
        </pc:spChg>
      </pc:sldChg>
      <pc:sldChg chg="modSp modCm">
        <pc:chgData name="主査　福島 直人" userId="S::naoto_2_fukushima@ccken.onmicrosoft.com::8f548a50-3d4a-4660-b17c-82fdb2003fd5" providerId="AD" clId="Web-{2D0AE034-9E6A-AC22-208B-1CBF0A3BBB99}" dt="2026-03-02T02:24:56.170" v="42" actId="20577"/>
        <pc:sldMkLst>
          <pc:docMk/>
          <pc:sldMk cId="995557494" sldId="986"/>
        </pc:sldMkLst>
        <pc:spChg chg="mod">
          <ac:chgData name="主査　福島 直人" userId="S::naoto_2_fukushima@ccken.onmicrosoft.com::8f548a50-3d4a-4660-b17c-82fdb2003fd5" providerId="AD" clId="Web-{2D0AE034-9E6A-AC22-208B-1CBF0A3BBB99}" dt="2026-03-02T02:24:56.170" v="42" actId="20577"/>
          <ac:spMkLst>
            <pc:docMk/>
            <pc:sldMk cId="995557494" sldId="986"/>
            <ac:spMk id="24" creationId="{C32220FF-DC4C-4A1F-314F-8E1621E9D7E5}"/>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56.170" v="42" actId="20577"/>
              <pc2:cmMkLst xmlns:pc2="http://schemas.microsoft.com/office/powerpoint/2019/9/main/command">
                <pc:docMk/>
                <pc:sldMk cId="995557494" sldId="986"/>
                <pc2:cmMk id="{AED293B4-697C-49DE-A60F-1E969E14D40E}"/>
              </pc2:cmMkLst>
            </pc226:cmChg>
          </p:ext>
        </pc:extLst>
      </pc:sldChg>
      <pc:sldChg chg="modSp modCm">
        <pc:chgData name="主査　福島 直人" userId="S::naoto_2_fukushima@ccken.onmicrosoft.com::8f548a50-3d4a-4660-b17c-82fdb2003fd5" providerId="AD" clId="Web-{2D0AE034-9E6A-AC22-208B-1CBF0A3BBB99}" dt="2026-03-02T02:25:16.608" v="48" actId="20577"/>
        <pc:sldMkLst>
          <pc:docMk/>
          <pc:sldMk cId="3851575879" sldId="988"/>
        </pc:sldMkLst>
        <pc:spChg chg="mod">
          <ac:chgData name="主査　福島 直人" userId="S::naoto_2_fukushima@ccken.onmicrosoft.com::8f548a50-3d4a-4660-b17c-82fdb2003fd5" providerId="AD" clId="Web-{2D0AE034-9E6A-AC22-208B-1CBF0A3BBB99}" dt="2026-03-02T02:25:16.608" v="48" actId="20577"/>
          <ac:spMkLst>
            <pc:docMk/>
            <pc:sldMk cId="3851575879" sldId="988"/>
            <ac:spMk id="9" creationId="{81FD2B04-D004-3EBD-7AF2-372A54CC4340}"/>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A5061F10-D051-4612-947A-2E0CA615B7BC}"/>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5:16.608" v="48" actId="20577"/>
              <pc2:cmMkLst xmlns:pc2="http://schemas.microsoft.com/office/powerpoint/2019/9/main/command">
                <pc:docMk/>
                <pc:sldMk cId="3851575879" sldId="988"/>
                <pc2:cmMk id="{0FD9F650-0E26-47D6-94F3-74784113023E}"/>
              </pc2:cmMkLst>
            </pc226:cmChg>
          </p:ext>
        </pc:extLst>
      </pc:sldChg>
      <pc:sldChg chg="modSp modCm">
        <pc:chgData name="主査　福島 直人" userId="S::naoto_2_fukushima@ccken.onmicrosoft.com::8f548a50-3d4a-4660-b17c-82fdb2003fd5" providerId="AD" clId="Web-{2D0AE034-9E6A-AC22-208B-1CBF0A3BBB99}" dt="2026-03-02T02:24:29.389" v="38" actId="20577"/>
        <pc:sldMkLst>
          <pc:docMk/>
          <pc:sldMk cId="426927151" sldId="994"/>
        </pc:sldMkLst>
        <pc:spChg chg="mod">
          <ac:chgData name="主査　福島 直人" userId="S::naoto_2_fukushima@ccken.onmicrosoft.com::8f548a50-3d4a-4660-b17c-82fdb2003fd5" providerId="AD" clId="Web-{2D0AE034-9E6A-AC22-208B-1CBF0A3BBB99}" dt="2026-03-02T02:24:29.389" v="38" actId="20577"/>
          <ac:spMkLst>
            <pc:docMk/>
            <pc:sldMk cId="426927151" sldId="994"/>
            <ac:spMk id="19" creationId="{535F66BF-CD1C-1489-9209-EC946BE93EB0}"/>
          </ac:spMkLst>
        </pc:spChg>
        <pc:spChg chg="mod">
          <ac:chgData name="主査　福島 直人" userId="S::naoto_2_fukushima@ccken.onmicrosoft.com::8f548a50-3d4a-4660-b17c-82fdb2003fd5" providerId="AD" clId="Web-{2D0AE034-9E6A-AC22-208B-1CBF0A3BBB99}" dt="2026-03-02T02:23:31.545" v="19" actId="20577"/>
          <ac:spMkLst>
            <pc:docMk/>
            <pc:sldMk cId="426927151" sldId="994"/>
            <ac:spMk id="23" creationId="{11B526AC-9C4F-C28E-6AF5-4903CE9E3071}"/>
          </ac:spMkLst>
        </pc:spChg>
        <pc:spChg chg="mod">
          <ac:chgData name="主査　福島 直人" userId="S::naoto_2_fukushima@ccken.onmicrosoft.com::8f548a50-3d4a-4660-b17c-82fdb2003fd5" providerId="AD" clId="Web-{2D0AE034-9E6A-AC22-208B-1CBF0A3BBB99}" dt="2026-03-02T02:24:18.545" v="35" actId="20577"/>
          <ac:spMkLst>
            <pc:docMk/>
            <pc:sldMk cId="426927151" sldId="994"/>
            <ac:spMk id="44" creationId="{65BAB673-727C-32F2-9548-AFD4ECAA9128}"/>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4:29.389" v="38" actId="20577"/>
              <pc2:cmMkLst xmlns:pc2="http://schemas.microsoft.com/office/powerpoint/2019/9/main/command">
                <pc:docMk/>
                <pc:sldMk cId="426927151" sldId="994"/>
                <pc2:cmMk id="{E9902B9A-44E5-4659-ABF2-0BD8A67619FE}"/>
              </pc2:cmMkLst>
            </pc226:cmChg>
            <pc226:cmChg xmlns:pc226="http://schemas.microsoft.com/office/powerpoint/2022/06/main/command" chg="mod">
              <pc226:chgData name="主査　福島 直人" userId="S::naoto_2_fukushima@ccken.onmicrosoft.com::8f548a50-3d4a-4660-b17c-82fdb2003fd5" providerId="AD" clId="Web-{2D0AE034-9E6A-AC22-208B-1CBF0A3BBB99}" dt="2026-03-02T02:23:11.122" v="18" actId="20577"/>
              <pc2:cmMkLst xmlns:pc2="http://schemas.microsoft.com/office/powerpoint/2019/9/main/command">
                <pc:docMk/>
                <pc:sldMk cId="426927151" sldId="994"/>
                <pc2:cmMk id="{68E54AA7-8C3C-42DF-8B19-A98391AFC944}"/>
              </pc2:cmMkLst>
            </pc226:cmChg>
          </p:ext>
        </pc:extLst>
      </pc:sldChg>
      <pc:sldChg chg="modSp modCm">
        <pc:chgData name="主査　福島 直人" userId="S::naoto_2_fukushima@ccken.onmicrosoft.com::8f548a50-3d4a-4660-b17c-82fdb2003fd5" providerId="AD" clId="Web-{2D0AE034-9E6A-AC22-208B-1CBF0A3BBB99}" dt="2026-03-02T02:22:04.731" v="15" actId="1076"/>
        <pc:sldMkLst>
          <pc:docMk/>
          <pc:sldMk cId="1056783319" sldId="1009"/>
        </pc:sldMkLst>
        <pc:spChg chg="mod">
          <ac:chgData name="主査　福島 直人" userId="S::naoto_2_fukushima@ccken.onmicrosoft.com::8f548a50-3d4a-4660-b17c-82fdb2003fd5" providerId="AD" clId="Web-{2D0AE034-9E6A-AC22-208B-1CBF0A3BBB99}" dt="2026-03-02T02:22:04.731" v="15" actId="1076"/>
          <ac:spMkLst>
            <pc:docMk/>
            <pc:sldMk cId="1056783319" sldId="1009"/>
            <ac:spMk id="25" creationId="{B6A3789C-38AC-3CF0-FB68-DAF757916C44}"/>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D0AE034-9E6A-AC22-208B-1CBF0A3BBB99}" dt="2026-03-02T02:21:53.747" v="13" actId="20577"/>
              <pc2:cmMkLst xmlns:pc2="http://schemas.microsoft.com/office/powerpoint/2019/9/main/command">
                <pc:docMk/>
                <pc:sldMk cId="1056783319" sldId="1009"/>
                <pc2:cmMk id="{130C050A-1671-4534-A646-13745580ADDE}"/>
              </pc2:cmMkLst>
            </pc226:cmChg>
          </p:ext>
        </pc:extLst>
      </pc:sldChg>
    </pc:docChg>
  </pc:docChgLst>
  <pc:docChgLst>
    <pc:chgData name="HIRATA Ryutaro/平田龍太郎(IT戦略 アジャイル開発推進)" userId="507136aa-d256-4356-96ad-f4031455413d" providerId="ADAL" clId="{B448FFF6-F616-42CD-BE9F-53FA2FF3B297}"/>
    <pc:docChg chg="undo custSel addSld delSld modSld sldOrd modSection">
      <pc:chgData name="HIRATA Ryutaro/平田龍太郎(IT戦略 アジャイル開発推進)" userId="507136aa-d256-4356-96ad-f4031455413d" providerId="ADAL" clId="{B448FFF6-F616-42CD-BE9F-53FA2FF3B297}" dt="2026-02-19T06:56:56.651" v="2851" actId="478"/>
      <pc:docMkLst>
        <pc:docMk/>
      </pc:docMkLst>
      <pc:sldChg chg="delSp mod">
        <pc:chgData name="HIRATA Ryutaro/平田龍太郎(IT戦略 アジャイル開発推進)" userId="507136aa-d256-4356-96ad-f4031455413d" providerId="ADAL" clId="{B448FFF6-F616-42CD-BE9F-53FA2FF3B297}" dt="2026-02-19T06:56:40.289" v="2849" actId="478"/>
        <pc:sldMkLst>
          <pc:docMk/>
          <pc:sldMk cId="702632411" sldId="935"/>
        </pc:sldMkLst>
      </pc:sldChg>
      <pc:sldChg chg="delSp modSp mod">
        <pc:chgData name="HIRATA Ryutaro/平田龍太郎(IT戦略 アジャイル開発推進)" userId="507136aa-d256-4356-96ad-f4031455413d" providerId="ADAL" clId="{B448FFF6-F616-42CD-BE9F-53FA2FF3B297}" dt="2026-02-19T06:56:37.576" v="2848" actId="478"/>
        <pc:sldMkLst>
          <pc:docMk/>
          <pc:sldMk cId="2498391000" sldId="936"/>
        </pc:sldMkLst>
        <pc:spChg chg="mod">
          <ac:chgData name="HIRATA Ryutaro/平田龍太郎(IT戦略 アジャイル開発推進)" userId="507136aa-d256-4356-96ad-f4031455413d" providerId="ADAL" clId="{B448FFF6-F616-42CD-BE9F-53FA2FF3B297}" dt="2026-02-19T06:56:29.833" v="2847" actId="1037"/>
          <ac:spMkLst>
            <pc:docMk/>
            <pc:sldMk cId="2498391000" sldId="936"/>
            <ac:spMk id="27" creationId="{BD68BBC1-04A1-9FD4-FD22-6CA2FAE42CF2}"/>
          </ac:spMkLst>
        </pc:spChg>
        <pc:spChg chg="mod">
          <ac:chgData name="HIRATA Ryutaro/平田龍太郎(IT戦略 アジャイル開発推進)" userId="507136aa-d256-4356-96ad-f4031455413d" providerId="ADAL" clId="{B448FFF6-F616-42CD-BE9F-53FA2FF3B297}" dt="2026-02-19T06:56:29.833" v="2847" actId="1037"/>
          <ac:spMkLst>
            <pc:docMk/>
            <pc:sldMk cId="2498391000" sldId="936"/>
            <ac:spMk id="62" creationId="{5E799F24-72BD-1F59-9956-358315026617}"/>
          </ac:spMkLst>
        </pc:spChg>
        <pc:spChg chg="mod">
          <ac:chgData name="HIRATA Ryutaro/平田龍太郎(IT戦略 アジャイル開発推進)" userId="507136aa-d256-4356-96ad-f4031455413d" providerId="ADAL" clId="{B448FFF6-F616-42CD-BE9F-53FA2FF3B297}" dt="2026-02-19T06:56:29.833" v="2847" actId="1037"/>
          <ac:spMkLst>
            <pc:docMk/>
            <pc:sldMk cId="2498391000" sldId="936"/>
            <ac:spMk id="65" creationId="{A4DDB36B-1A76-62F7-E0C5-63173828C63D}"/>
          </ac:spMkLst>
        </pc:spChg>
        <pc:spChg chg="mod">
          <ac:chgData name="HIRATA Ryutaro/平田龍太郎(IT戦略 アジャイル開発推進)" userId="507136aa-d256-4356-96ad-f4031455413d" providerId="ADAL" clId="{B448FFF6-F616-42CD-BE9F-53FA2FF3B297}" dt="2026-02-19T06:56:29.833" v="2847" actId="1037"/>
          <ac:spMkLst>
            <pc:docMk/>
            <pc:sldMk cId="2498391000" sldId="936"/>
            <ac:spMk id="68" creationId="{1663EEBB-6463-EAB1-0E05-E96A0554EBCD}"/>
          </ac:spMkLst>
        </pc:spChg>
        <pc:spChg chg="mod">
          <ac:chgData name="HIRATA Ryutaro/平田龍太郎(IT戦略 アジャイル開発推進)" userId="507136aa-d256-4356-96ad-f4031455413d" providerId="ADAL" clId="{B448FFF6-F616-42CD-BE9F-53FA2FF3B297}" dt="2026-02-19T06:56:29.833" v="2847" actId="1037"/>
          <ac:spMkLst>
            <pc:docMk/>
            <pc:sldMk cId="2498391000" sldId="936"/>
            <ac:spMk id="71" creationId="{E8204836-3639-6852-6D04-5D5A5CB05129}"/>
          </ac:spMkLst>
        </pc:spChg>
      </pc:sldChg>
      <pc:sldChg chg="modSp mod">
        <pc:chgData name="HIRATA Ryutaro/平田龍太郎(IT戦略 アジャイル開発推進)" userId="507136aa-d256-4356-96ad-f4031455413d" providerId="ADAL" clId="{B448FFF6-F616-42CD-BE9F-53FA2FF3B297}" dt="2026-02-19T06:56:15.071" v="2845" actId="1076"/>
        <pc:sldMkLst>
          <pc:docMk/>
          <pc:sldMk cId="2524250933" sldId="937"/>
        </pc:sldMkLst>
        <pc:spChg chg="mod">
          <ac:chgData name="HIRATA Ryutaro/平田龍太郎(IT戦略 アジャイル開発推進)" userId="507136aa-d256-4356-96ad-f4031455413d" providerId="ADAL" clId="{B448FFF6-F616-42CD-BE9F-53FA2FF3B297}" dt="2026-02-19T06:51:34.155" v="2779" actId="1038"/>
          <ac:spMkLst>
            <pc:docMk/>
            <pc:sldMk cId="2524250933" sldId="937"/>
            <ac:spMk id="25" creationId="{493FC264-F99A-81E1-F106-59993E3F86F0}"/>
          </ac:spMkLst>
        </pc:spChg>
        <pc:spChg chg="mod">
          <ac:chgData name="HIRATA Ryutaro/平田龍太郎(IT戦略 アジャイル開発推進)" userId="507136aa-d256-4356-96ad-f4031455413d" providerId="ADAL" clId="{B448FFF6-F616-42CD-BE9F-53FA2FF3B297}" dt="2026-02-19T06:51:28.133" v="2778" actId="1038"/>
          <ac:spMkLst>
            <pc:docMk/>
            <pc:sldMk cId="2524250933" sldId="937"/>
            <ac:spMk id="27" creationId="{F2FB5D84-1696-5FC4-BD6A-C3F2C77C8BAB}"/>
          </ac:spMkLst>
        </pc:spChg>
        <pc:spChg chg="mod">
          <ac:chgData name="HIRATA Ryutaro/平田龍太郎(IT戦略 アジャイル開発推進)" userId="507136aa-d256-4356-96ad-f4031455413d" providerId="ADAL" clId="{B448FFF6-F616-42CD-BE9F-53FA2FF3B297}" dt="2026-02-19T06:56:15.071" v="2845" actId="1076"/>
          <ac:spMkLst>
            <pc:docMk/>
            <pc:sldMk cId="2524250933" sldId="937"/>
            <ac:spMk id="46" creationId="{0B654CFC-BAC5-1BD0-DA4C-56C69262660E}"/>
          </ac:spMkLst>
        </pc:spChg>
        <pc:spChg chg="mod">
          <ac:chgData name="HIRATA Ryutaro/平田龍太郎(IT戦略 アジャイル開発推進)" userId="507136aa-d256-4356-96ad-f4031455413d" providerId="ADAL" clId="{B448FFF6-F616-42CD-BE9F-53FA2FF3B297}" dt="2026-02-19T06:56:15.071" v="2845" actId="1076"/>
          <ac:spMkLst>
            <pc:docMk/>
            <pc:sldMk cId="2524250933" sldId="937"/>
            <ac:spMk id="47" creationId="{D01AFECC-B589-93C2-2C5A-0ECDDE6C6A0C}"/>
          </ac:spMkLst>
        </pc:spChg>
      </pc:sldChg>
      <pc:sldChg chg="modSp mod">
        <pc:chgData name="HIRATA Ryutaro/平田龍太郎(IT戦略 アジャイル開発推進)" userId="507136aa-d256-4356-96ad-f4031455413d" providerId="ADAL" clId="{B448FFF6-F616-42CD-BE9F-53FA2FF3B297}" dt="2026-02-19T06:55:45.422" v="2841" actId="12788"/>
        <pc:sldMkLst>
          <pc:docMk/>
          <pc:sldMk cId="1100848237" sldId="938"/>
        </pc:sldMkLst>
        <pc:spChg chg="mod">
          <ac:chgData name="HIRATA Ryutaro/平田龍太郎(IT戦略 アジャイル開発推進)" userId="507136aa-d256-4356-96ad-f4031455413d" providerId="ADAL" clId="{B448FFF6-F616-42CD-BE9F-53FA2FF3B297}" dt="2026-02-19T06:51:51.301" v="2784" actId="1035"/>
          <ac:spMkLst>
            <pc:docMk/>
            <pc:sldMk cId="1100848237" sldId="938"/>
            <ac:spMk id="25" creationId="{1F11BAEE-F818-3D65-CD54-20392FD32704}"/>
          </ac:spMkLst>
        </pc:spChg>
        <pc:spChg chg="mod">
          <ac:chgData name="HIRATA Ryutaro/平田龍太郎(IT戦略 アジャイル開発推進)" userId="507136aa-d256-4356-96ad-f4031455413d" providerId="ADAL" clId="{B448FFF6-F616-42CD-BE9F-53FA2FF3B297}" dt="2026-02-19T06:51:45.341" v="2782" actId="12788"/>
          <ac:spMkLst>
            <pc:docMk/>
            <pc:sldMk cId="1100848237" sldId="938"/>
            <ac:spMk id="27" creationId="{7FD49A94-784D-581E-5A58-46A00C15EEC6}"/>
          </ac:spMkLst>
        </pc:spChg>
        <pc:spChg chg="mod">
          <ac:chgData name="HIRATA Ryutaro/平田龍太郎(IT戦略 アジャイル開発推進)" userId="507136aa-d256-4356-96ad-f4031455413d" providerId="ADAL" clId="{B448FFF6-F616-42CD-BE9F-53FA2FF3B297}" dt="2026-02-19T06:52:04.381" v="2790" actId="1036"/>
          <ac:spMkLst>
            <pc:docMk/>
            <pc:sldMk cId="1100848237" sldId="938"/>
            <ac:spMk id="48" creationId="{C8A0DB15-9D9F-EA40-D9A0-EAF1176B55D7}"/>
          </ac:spMkLst>
        </pc:spChg>
        <pc:spChg chg="mod">
          <ac:chgData name="HIRATA Ryutaro/平田龍太郎(IT戦略 アジャイル開発推進)" userId="507136aa-d256-4356-96ad-f4031455413d" providerId="ADAL" clId="{B448FFF6-F616-42CD-BE9F-53FA2FF3B297}" dt="2026-02-19T06:55:00.505" v="2834" actId="20577"/>
          <ac:spMkLst>
            <pc:docMk/>
            <pc:sldMk cId="1100848237" sldId="938"/>
            <ac:spMk id="65" creationId="{64F22DBF-C3D6-2387-E70E-467E46D8D129}"/>
          </ac:spMkLst>
        </pc:spChg>
        <pc:spChg chg="mod">
          <ac:chgData name="HIRATA Ryutaro/平田龍太郎(IT戦略 アジャイル開発推進)" userId="507136aa-d256-4356-96ad-f4031455413d" providerId="ADAL" clId="{B448FFF6-F616-42CD-BE9F-53FA2FF3B297}" dt="2026-02-19T06:55:45.422" v="2841" actId="12788"/>
          <ac:spMkLst>
            <pc:docMk/>
            <pc:sldMk cId="1100848237" sldId="938"/>
            <ac:spMk id="67" creationId="{434EF34E-7BAD-F877-C84E-E46FA7AA79A8}"/>
          </ac:spMkLst>
        </pc:spChg>
        <pc:spChg chg="mod">
          <ac:chgData name="HIRATA Ryutaro/平田龍太郎(IT戦略 アジャイル開発推進)" userId="507136aa-d256-4356-96ad-f4031455413d" providerId="ADAL" clId="{B448FFF6-F616-42CD-BE9F-53FA2FF3B297}" dt="2026-02-19T06:55:45.422" v="2841" actId="12788"/>
          <ac:spMkLst>
            <pc:docMk/>
            <pc:sldMk cId="1100848237" sldId="938"/>
            <ac:spMk id="68" creationId="{DEA00CD5-FA93-3F8D-2062-93B27A49EE76}"/>
          </ac:spMkLst>
        </pc:spChg>
        <pc:spChg chg="mod">
          <ac:chgData name="HIRATA Ryutaro/平田龍太郎(IT戦略 アジャイル開発推進)" userId="507136aa-d256-4356-96ad-f4031455413d" providerId="ADAL" clId="{B448FFF6-F616-42CD-BE9F-53FA2FF3B297}" dt="2026-02-19T06:55:45.422" v="2841" actId="12788"/>
          <ac:spMkLst>
            <pc:docMk/>
            <pc:sldMk cId="1100848237" sldId="938"/>
            <ac:spMk id="69" creationId="{533D70CD-3BA6-A32A-1806-34D3A9D71F3B}"/>
          </ac:spMkLst>
        </pc:spChg>
      </pc:sldChg>
      <pc:sldChg chg="delSp modSp mod">
        <pc:chgData name="HIRATA Ryutaro/平田龍太郎(IT戦略 アジャイル開発推進)" userId="507136aa-d256-4356-96ad-f4031455413d" providerId="ADAL" clId="{B448FFF6-F616-42CD-BE9F-53FA2FF3B297}" dt="2026-02-19T06:56:53.764" v="2850" actId="478"/>
        <pc:sldMkLst>
          <pc:docMk/>
          <pc:sldMk cId="1783178967" sldId="939"/>
        </pc:sldMkLst>
        <pc:spChg chg="mod">
          <ac:chgData name="HIRATA Ryutaro/平田龍太郎(IT戦略 アジャイル開発推進)" userId="507136aa-d256-4356-96ad-f4031455413d" providerId="ADAL" clId="{B448FFF6-F616-42CD-BE9F-53FA2FF3B297}" dt="2026-02-19T06:52:27.097" v="2794" actId="1035"/>
          <ac:spMkLst>
            <pc:docMk/>
            <pc:sldMk cId="1783178967" sldId="939"/>
            <ac:spMk id="25" creationId="{7EC7DD05-975E-7C53-9EE6-80D046F8D18A}"/>
          </ac:spMkLst>
        </pc:spChg>
        <pc:spChg chg="mod">
          <ac:chgData name="HIRATA Ryutaro/平田龍太郎(IT戦略 アジャイル開発推進)" userId="507136aa-d256-4356-96ad-f4031455413d" providerId="ADAL" clId="{B448FFF6-F616-42CD-BE9F-53FA2FF3B297}" dt="2026-02-19T06:52:21.765" v="2793" actId="1035"/>
          <ac:spMkLst>
            <pc:docMk/>
            <pc:sldMk cId="1783178967" sldId="939"/>
            <ac:spMk id="27" creationId="{1AB8B661-A173-C6C9-9706-ECBF93E7C6B8}"/>
          </ac:spMkLst>
        </pc:spChg>
      </pc:sldChg>
      <pc:sldChg chg="delSp modSp mod">
        <pc:chgData name="HIRATA Ryutaro/平田龍太郎(IT戦略 アジャイル開発推進)" userId="507136aa-d256-4356-96ad-f4031455413d" providerId="ADAL" clId="{B448FFF6-F616-42CD-BE9F-53FA2FF3B297}" dt="2026-02-19T06:56:56.651" v="2851" actId="478"/>
        <pc:sldMkLst>
          <pc:docMk/>
          <pc:sldMk cId="3933149002" sldId="940"/>
        </pc:sldMkLst>
        <pc:spChg chg="mod">
          <ac:chgData name="HIRATA Ryutaro/平田龍太郎(IT戦略 アジャイル開発推進)" userId="507136aa-d256-4356-96ad-f4031455413d" providerId="ADAL" clId="{B448FFF6-F616-42CD-BE9F-53FA2FF3B297}" dt="2026-02-19T06:52:43.242" v="2797" actId="1035"/>
          <ac:spMkLst>
            <pc:docMk/>
            <pc:sldMk cId="3933149002" sldId="940"/>
            <ac:spMk id="25" creationId="{8AA8A960-A4B3-973D-AC50-4F502A8272FE}"/>
          </ac:spMkLst>
        </pc:spChg>
        <pc:spChg chg="mod">
          <ac:chgData name="HIRATA Ryutaro/平田龍太郎(IT戦略 アジャイル開発推進)" userId="507136aa-d256-4356-96ad-f4031455413d" providerId="ADAL" clId="{B448FFF6-F616-42CD-BE9F-53FA2FF3B297}" dt="2026-02-19T06:52:34.945" v="2795" actId="12788"/>
          <ac:spMkLst>
            <pc:docMk/>
            <pc:sldMk cId="3933149002" sldId="940"/>
            <ac:spMk id="27" creationId="{69CD605F-25E3-D886-791E-8605736C4CA7}"/>
          </ac:spMkLst>
        </pc:spChg>
        <pc:spChg chg="mod">
          <ac:chgData name="HIRATA Ryutaro/平田龍太郎(IT戦略 アジャイル開発推進)" userId="507136aa-d256-4356-96ad-f4031455413d" providerId="ADAL" clId="{B448FFF6-F616-42CD-BE9F-53FA2FF3B297}" dt="2026-02-19T06:52:34.945" v="2795" actId="12788"/>
          <ac:spMkLst>
            <pc:docMk/>
            <pc:sldMk cId="3933149002" sldId="940"/>
            <ac:spMk id="48" creationId="{EF865C1E-A1D7-9C22-E597-0DB9AB7E721F}"/>
          </ac:spMkLst>
        </pc:spChg>
      </pc:sldChg>
      <pc:sldChg chg="modSp mod">
        <pc:chgData name="HIRATA Ryutaro/平田龍太郎(IT戦略 アジャイル開発推進)" userId="507136aa-d256-4356-96ad-f4031455413d" providerId="ADAL" clId="{B448FFF6-F616-42CD-BE9F-53FA2FF3B297}" dt="2026-02-19T06:54:16.892" v="2830" actId="1076"/>
        <pc:sldMkLst>
          <pc:docMk/>
          <pc:sldMk cId="4027344980" sldId="941"/>
        </pc:sldMkLst>
        <pc:spChg chg="mod">
          <ac:chgData name="HIRATA Ryutaro/平田龍太郎(IT戦略 アジャイル開発推進)" userId="507136aa-d256-4356-96ad-f4031455413d" providerId="ADAL" clId="{B448FFF6-F616-42CD-BE9F-53FA2FF3B297}" dt="2026-02-19T06:53:10.805" v="2808" actId="1036"/>
          <ac:spMkLst>
            <pc:docMk/>
            <pc:sldMk cId="4027344980" sldId="941"/>
            <ac:spMk id="25" creationId="{4E8E743B-8B54-3181-183E-D0257E6C5B04}"/>
          </ac:spMkLst>
        </pc:spChg>
        <pc:spChg chg="mod">
          <ac:chgData name="HIRATA Ryutaro/平田龍太郎(IT戦略 アジャイル開発推進)" userId="507136aa-d256-4356-96ad-f4031455413d" providerId="ADAL" clId="{B448FFF6-F616-42CD-BE9F-53FA2FF3B297}" dt="2026-02-19T06:53:10.805" v="2808" actId="1036"/>
          <ac:spMkLst>
            <pc:docMk/>
            <pc:sldMk cId="4027344980" sldId="941"/>
            <ac:spMk id="27" creationId="{53594083-E648-E2F9-F605-1DC7BFDCED1D}"/>
          </ac:spMkLst>
        </pc:spChg>
        <pc:spChg chg="mod">
          <ac:chgData name="HIRATA Ryutaro/平田龍太郎(IT戦略 アジャイル開発推進)" userId="507136aa-d256-4356-96ad-f4031455413d" providerId="ADAL" clId="{B448FFF6-F616-42CD-BE9F-53FA2FF3B297}" dt="2026-02-19T06:54:13.518" v="2829" actId="1076"/>
          <ac:spMkLst>
            <pc:docMk/>
            <pc:sldMk cId="4027344980" sldId="941"/>
            <ac:spMk id="46" creationId="{8B41F5C5-701E-803F-9AF5-46B1868B635E}"/>
          </ac:spMkLst>
        </pc:spChg>
        <pc:spChg chg="mod">
          <ac:chgData name="HIRATA Ryutaro/平田龍太郎(IT戦略 アジャイル開発推進)" userId="507136aa-d256-4356-96ad-f4031455413d" providerId="ADAL" clId="{B448FFF6-F616-42CD-BE9F-53FA2FF3B297}" dt="2026-02-19T06:54:16.892" v="2830" actId="1076"/>
          <ac:spMkLst>
            <pc:docMk/>
            <pc:sldMk cId="4027344980" sldId="941"/>
            <ac:spMk id="47" creationId="{C9BF80D3-E63C-5A71-62AE-DE09AE4C1CA5}"/>
          </ac:spMkLst>
        </pc:spChg>
      </pc:sldChg>
      <pc:sldChg chg="modSp mod">
        <pc:chgData name="HIRATA Ryutaro/平田龍太郎(IT戦略 アジャイル開発推進)" userId="507136aa-d256-4356-96ad-f4031455413d" providerId="ADAL" clId="{B448FFF6-F616-42CD-BE9F-53FA2FF3B297}" dt="2026-02-19T06:54:42.378" v="2833" actId="1076"/>
        <pc:sldMkLst>
          <pc:docMk/>
          <pc:sldMk cId="4071650382" sldId="942"/>
        </pc:sldMkLst>
        <pc:spChg chg="mod">
          <ac:chgData name="HIRATA Ryutaro/平田龍太郎(IT戦略 アジャイル開発推進)" userId="507136aa-d256-4356-96ad-f4031455413d" providerId="ADAL" clId="{B448FFF6-F616-42CD-BE9F-53FA2FF3B297}" dt="2026-02-19T06:53:42.127" v="2816" actId="1035"/>
          <ac:spMkLst>
            <pc:docMk/>
            <pc:sldMk cId="4071650382" sldId="942"/>
            <ac:spMk id="25" creationId="{96871998-C516-B2F4-1F78-481408159400}"/>
          </ac:spMkLst>
        </pc:spChg>
        <pc:spChg chg="mod">
          <ac:chgData name="HIRATA Ryutaro/平田龍太郎(IT戦略 アジャイル開発推進)" userId="507136aa-d256-4356-96ad-f4031455413d" providerId="ADAL" clId="{B448FFF6-F616-42CD-BE9F-53FA2FF3B297}" dt="2026-02-19T06:53:23.709" v="2809" actId="12788"/>
          <ac:spMkLst>
            <pc:docMk/>
            <pc:sldMk cId="4071650382" sldId="942"/>
            <ac:spMk id="27" creationId="{E8A96837-AF1E-F505-7D11-59EAA1F0BD2D}"/>
          </ac:spMkLst>
        </pc:spChg>
        <pc:spChg chg="mod">
          <ac:chgData name="HIRATA Ryutaro/平田龍太郎(IT戦略 アジャイル開発推進)" userId="507136aa-d256-4356-96ad-f4031455413d" providerId="ADAL" clId="{B448FFF6-F616-42CD-BE9F-53FA2FF3B297}" dt="2026-02-19T06:53:34.094" v="2815" actId="1036"/>
          <ac:spMkLst>
            <pc:docMk/>
            <pc:sldMk cId="4071650382" sldId="942"/>
            <ac:spMk id="48" creationId="{8256A447-C021-69D3-F71C-8AB5665F97F7}"/>
          </ac:spMkLst>
        </pc:spChg>
        <pc:spChg chg="mod">
          <ac:chgData name="HIRATA Ryutaro/平田龍太郎(IT戦略 アジャイル開発推進)" userId="507136aa-d256-4356-96ad-f4031455413d" providerId="ADAL" clId="{B448FFF6-F616-42CD-BE9F-53FA2FF3B297}" dt="2026-02-19T06:54:22.215" v="2831" actId="1076"/>
          <ac:spMkLst>
            <pc:docMk/>
            <pc:sldMk cId="4071650382" sldId="942"/>
            <ac:spMk id="67" creationId="{4F00A25D-14CD-8435-D426-F4BB5857D4CD}"/>
          </ac:spMkLst>
        </pc:spChg>
        <pc:spChg chg="mod">
          <ac:chgData name="HIRATA Ryutaro/平田龍太郎(IT戦略 アジャイル開発推進)" userId="507136aa-d256-4356-96ad-f4031455413d" providerId="ADAL" clId="{B448FFF6-F616-42CD-BE9F-53FA2FF3B297}" dt="2026-02-19T06:54:32.364" v="2832" actId="1076"/>
          <ac:spMkLst>
            <pc:docMk/>
            <pc:sldMk cId="4071650382" sldId="942"/>
            <ac:spMk id="68" creationId="{AFF86902-B49F-5240-756D-5570A6B97FC1}"/>
          </ac:spMkLst>
        </pc:spChg>
        <pc:spChg chg="mod">
          <ac:chgData name="HIRATA Ryutaro/平田龍太郎(IT戦略 アジャイル開発推進)" userId="507136aa-d256-4356-96ad-f4031455413d" providerId="ADAL" clId="{B448FFF6-F616-42CD-BE9F-53FA2FF3B297}" dt="2026-02-19T06:54:42.378" v="2833" actId="1076"/>
          <ac:spMkLst>
            <pc:docMk/>
            <pc:sldMk cId="4071650382" sldId="942"/>
            <ac:spMk id="69" creationId="{524EC24E-648F-180E-A152-EAA3EB000A30}"/>
          </ac:spMkLst>
        </pc:spChg>
      </pc:sldChg>
      <pc:sldChg chg="modSp mod">
        <pc:chgData name="HIRATA Ryutaro/平田龍太郎(IT戦略 アジャイル開発推進)" userId="507136aa-d256-4356-96ad-f4031455413d" providerId="ADAL" clId="{B448FFF6-F616-42CD-BE9F-53FA2FF3B297}" dt="2026-02-19T06:50:43.664" v="2771" actId="20577"/>
        <pc:sldMkLst>
          <pc:docMk/>
          <pc:sldMk cId="3237694204" sldId="943"/>
        </pc:sldMkLst>
        <pc:spChg chg="mod">
          <ac:chgData name="HIRATA Ryutaro/平田龍太郎(IT戦略 アジャイル開発推進)" userId="507136aa-d256-4356-96ad-f4031455413d" providerId="ADAL" clId="{B448FFF6-F616-42CD-BE9F-53FA2FF3B297}" dt="2026-02-19T06:50:43.664" v="2771" actId="20577"/>
          <ac:spMkLst>
            <pc:docMk/>
            <pc:sldMk cId="3237694204" sldId="943"/>
            <ac:spMk id="112" creationId="{6F904C6A-F5C0-C232-BB60-54896B4E63A1}"/>
          </ac:spMkLst>
        </pc:spChg>
      </pc:sldChg>
    </pc:docChg>
  </pc:docChgLst>
  <pc:docChgLst>
    <pc:chgData name="主査　福島 直人" userId="8f548a50-3d4a-4660-b17c-82fdb2003fd5" providerId="ADAL" clId="{B988FE6D-4024-4C4B-B8B4-6EE912A9DA29}"/>
    <pc:docChg chg="custSel mod modSld">
      <pc:chgData name="主査　福島 直人" userId="8f548a50-3d4a-4660-b17c-82fdb2003fd5" providerId="ADAL" clId="{B988FE6D-4024-4C4B-B8B4-6EE912A9DA29}" dt="2026-03-04T00:43:36.771" v="44" actId="20577"/>
      <pc:docMkLst>
        <pc:docMk/>
      </pc:docMkLst>
      <pc:sldChg chg="modSp mod">
        <pc:chgData name="主査　福島 直人" userId="8f548a50-3d4a-4660-b17c-82fdb2003fd5" providerId="ADAL" clId="{B988FE6D-4024-4C4B-B8B4-6EE912A9DA29}" dt="2026-02-10T03:53:57.283" v="1" actId="113"/>
        <pc:sldMkLst>
          <pc:docMk/>
          <pc:sldMk cId="468256319" sldId="471"/>
        </pc:sldMkLst>
        <pc:graphicFrameChg chg="modGraphic">
          <ac:chgData name="主査　福島 直人" userId="8f548a50-3d4a-4660-b17c-82fdb2003fd5" providerId="ADAL" clId="{B988FE6D-4024-4C4B-B8B4-6EE912A9DA29}" dt="2026-02-10T03:53:57.283" v="1" actId="113"/>
          <ac:graphicFrameMkLst>
            <pc:docMk/>
            <pc:sldMk cId="468256319" sldId="471"/>
            <ac:graphicFrameMk id="9" creationId="{D0A2CC2F-E126-64DD-32A4-1C5F3361211B}"/>
          </ac:graphicFrameMkLst>
        </pc:graphicFrameChg>
      </pc:sldChg>
      <pc:sldChg chg="modNotesTx">
        <pc:chgData name="主査　福島 直人" userId="8f548a50-3d4a-4660-b17c-82fdb2003fd5" providerId="ADAL" clId="{B988FE6D-4024-4C4B-B8B4-6EE912A9DA29}" dt="2026-03-04T00:43:36.771" v="44" actId="20577"/>
        <pc:sldMkLst>
          <pc:docMk/>
          <pc:sldMk cId="2290740309" sldId="674"/>
        </pc:sldMkLst>
      </pc:sldChg>
      <pc:sldChg chg="modSp">
        <pc:chgData name="主査　福島 直人" userId="8f548a50-3d4a-4660-b17c-82fdb2003fd5" providerId="ADAL" clId="{B988FE6D-4024-4C4B-B8B4-6EE912A9DA29}" dt="2026-03-01T03:43:51.440" v="2" actId="14100"/>
        <pc:sldMkLst>
          <pc:docMk/>
          <pc:sldMk cId="2863164929" sldId="773"/>
        </pc:sldMkLst>
        <pc:spChg chg="mod">
          <ac:chgData name="主査　福島 直人" userId="8f548a50-3d4a-4660-b17c-82fdb2003fd5" providerId="ADAL" clId="{B988FE6D-4024-4C4B-B8B4-6EE912A9DA29}" dt="2026-03-01T03:43:51.440" v="2" actId="14100"/>
          <ac:spMkLst>
            <pc:docMk/>
            <pc:sldMk cId="2863164929" sldId="773"/>
            <ac:spMk id="11" creationId="{EAA32C65-6221-F52E-FD71-8495FDEFED2E}"/>
          </ac:spMkLst>
        </pc:spChg>
      </pc:sldChg>
      <pc:sldChg chg="modSp mod">
        <pc:chgData name="主査　福島 直人" userId="8f548a50-3d4a-4660-b17c-82fdb2003fd5" providerId="ADAL" clId="{B988FE6D-4024-4C4B-B8B4-6EE912A9DA29}" dt="2026-03-04T00:39:38.896" v="13" actId="1035"/>
        <pc:sldMkLst>
          <pc:docMk/>
          <pc:sldMk cId="4077408376" sldId="962"/>
        </pc:sldMkLst>
        <pc:spChg chg="mod">
          <ac:chgData name="主査　福島 直人" userId="8f548a50-3d4a-4660-b17c-82fdb2003fd5" providerId="ADAL" clId="{B988FE6D-4024-4C4B-B8B4-6EE912A9DA29}" dt="2026-03-04T00:39:38.896" v="13" actId="1035"/>
          <ac:spMkLst>
            <pc:docMk/>
            <pc:sldMk cId="4077408376" sldId="962"/>
            <ac:spMk id="15" creationId="{B478000A-6E70-050B-5B93-82FC537883A8}"/>
          </ac:spMkLst>
        </pc:spChg>
      </pc:sldChg>
      <pc:sldChg chg="modSp mod">
        <pc:chgData name="主査　福島 直人" userId="8f548a50-3d4a-4660-b17c-82fdb2003fd5" providerId="ADAL" clId="{B988FE6D-4024-4C4B-B8B4-6EE912A9DA29}" dt="2026-03-01T03:47:35.877" v="7" actId="14100"/>
        <pc:sldMkLst>
          <pc:docMk/>
          <pc:sldMk cId="3211560190" sldId="974"/>
        </pc:sldMkLst>
        <pc:spChg chg="mod">
          <ac:chgData name="主査　福島 直人" userId="8f548a50-3d4a-4660-b17c-82fdb2003fd5" providerId="ADAL" clId="{B988FE6D-4024-4C4B-B8B4-6EE912A9DA29}" dt="2026-03-01T03:46:57.379" v="3" actId="14100"/>
          <ac:spMkLst>
            <pc:docMk/>
            <pc:sldMk cId="3211560190" sldId="974"/>
            <ac:spMk id="14" creationId="{925E0A39-2B0E-4E9A-7CAB-9328A3044E3B}"/>
          </ac:spMkLst>
        </pc:spChg>
        <pc:spChg chg="mod">
          <ac:chgData name="主査　福島 直人" userId="8f548a50-3d4a-4660-b17c-82fdb2003fd5" providerId="ADAL" clId="{B988FE6D-4024-4C4B-B8B4-6EE912A9DA29}" dt="2026-03-01T03:47:15.308" v="5" actId="14100"/>
          <ac:spMkLst>
            <pc:docMk/>
            <pc:sldMk cId="3211560190" sldId="974"/>
            <ac:spMk id="21" creationId="{4BAA5754-32CF-2E17-52F8-9CF1A83E2217}"/>
          </ac:spMkLst>
        </pc:spChg>
        <pc:spChg chg="mod">
          <ac:chgData name="主査　福島 直人" userId="8f548a50-3d4a-4660-b17c-82fdb2003fd5" providerId="ADAL" clId="{B988FE6D-4024-4C4B-B8B4-6EE912A9DA29}" dt="2026-03-01T03:47:35.877" v="7" actId="14100"/>
          <ac:spMkLst>
            <pc:docMk/>
            <pc:sldMk cId="3211560190" sldId="974"/>
            <ac:spMk id="27" creationId="{AE7AFC06-5781-38D8-B009-470689CBC624}"/>
          </ac:spMkLst>
        </pc:spChg>
      </pc:sldChg>
      <pc:sldChg chg="modSp mod">
        <pc:chgData name="主査　福島 直人" userId="8f548a50-3d4a-4660-b17c-82fdb2003fd5" providerId="ADAL" clId="{B988FE6D-4024-4C4B-B8B4-6EE912A9DA29}" dt="2026-03-01T03:48:15.506" v="8" actId="14100"/>
        <pc:sldMkLst>
          <pc:docMk/>
          <pc:sldMk cId="426927151" sldId="994"/>
        </pc:sldMkLst>
        <pc:spChg chg="mod">
          <ac:chgData name="主査　福島 直人" userId="8f548a50-3d4a-4660-b17c-82fdb2003fd5" providerId="ADAL" clId="{B988FE6D-4024-4C4B-B8B4-6EE912A9DA29}" dt="2026-03-01T03:48:15.506" v="8" actId="14100"/>
          <ac:spMkLst>
            <pc:docMk/>
            <pc:sldMk cId="426927151" sldId="994"/>
            <ac:spMk id="49" creationId="{3A7F7F19-3D1D-0D93-259F-6F2E7CED2FE0}"/>
          </ac:spMkLst>
        </pc:spChg>
      </pc:sldChg>
    </pc:docChg>
  </pc:docChgLst>
  <pc:docChgLst>
    <pc:chgData name="主査　福島 直人" userId="S::naoto_2_fukushima@ccken.onmicrosoft.com::8f548a50-3d4a-4660-b17c-82fdb2003fd5" providerId="AD" clId="Web-{712A3E39-7633-F4A1-49E6-88E34E617239}"/>
    <pc:docChg chg="addSld modSld modSection">
      <pc:chgData name="主査　福島 直人" userId="S::naoto_2_fukushima@ccken.onmicrosoft.com::8f548a50-3d4a-4660-b17c-82fdb2003fd5" providerId="AD" clId="Web-{712A3E39-7633-F4A1-49E6-88E34E617239}" dt="2026-02-27T10:51:34.537" v="150"/>
      <pc:docMkLst>
        <pc:docMk/>
      </pc:docMkLst>
      <pc:sldChg chg="modSp">
        <pc:chgData name="主査　福島 直人" userId="S::naoto_2_fukushima@ccken.onmicrosoft.com::8f548a50-3d4a-4660-b17c-82fdb2003fd5" providerId="AD" clId="Web-{712A3E39-7633-F4A1-49E6-88E34E617239}" dt="2026-02-27T10:44:33.705" v="57"/>
        <pc:sldMkLst>
          <pc:docMk/>
          <pc:sldMk cId="468256319" sldId="471"/>
        </pc:sldMkLst>
        <pc:spChg chg="mod">
          <ac:chgData name="主査　福島 直人" userId="S::naoto_2_fukushima@ccken.onmicrosoft.com::8f548a50-3d4a-4660-b17c-82fdb2003fd5" providerId="AD" clId="Web-{712A3E39-7633-F4A1-49E6-88E34E617239}" dt="2026-02-27T10:44:33.705" v="57"/>
          <ac:spMkLst>
            <pc:docMk/>
            <pc:sldMk cId="468256319" sldId="471"/>
            <ac:spMk id="2" creationId="{ADF00D44-F96E-5F83-38CF-09389D4C8410}"/>
          </ac:spMkLst>
        </pc:spChg>
      </pc:sldChg>
      <pc:sldChg chg="modSp">
        <pc:chgData name="主査　福島 直人" userId="S::naoto_2_fukushima@ccken.onmicrosoft.com::8f548a50-3d4a-4660-b17c-82fdb2003fd5" providerId="AD" clId="Web-{712A3E39-7633-F4A1-49E6-88E34E617239}" dt="2026-02-27T10:44:39.752" v="58"/>
        <pc:sldMkLst>
          <pc:docMk/>
          <pc:sldMk cId="1392608573" sldId="727"/>
        </pc:sldMkLst>
        <pc:spChg chg="mod">
          <ac:chgData name="主査　福島 直人" userId="S::naoto_2_fukushima@ccken.onmicrosoft.com::8f548a50-3d4a-4660-b17c-82fdb2003fd5" providerId="AD" clId="Web-{712A3E39-7633-F4A1-49E6-88E34E617239}" dt="2026-02-27T10:44:39.752" v="58"/>
          <ac:spMkLst>
            <pc:docMk/>
            <pc:sldMk cId="1392608573" sldId="727"/>
            <ac:spMk id="2" creationId="{67192B83-8C50-496B-BFCB-90F00DD06133}"/>
          </ac:spMkLst>
        </pc:spChg>
      </pc:sldChg>
      <pc:sldChg chg="modSp">
        <pc:chgData name="主査　福島 直人" userId="S::naoto_2_fukushima@ccken.onmicrosoft.com::8f548a50-3d4a-4660-b17c-82fdb2003fd5" providerId="AD" clId="Web-{712A3E39-7633-F4A1-49E6-88E34E617239}" dt="2026-02-27T10:41:42.368" v="50" actId="20577"/>
        <pc:sldMkLst>
          <pc:docMk/>
          <pc:sldMk cId="2148309104" sldId="768"/>
        </pc:sldMkLst>
        <pc:spChg chg="mod">
          <ac:chgData name="主査　福島 直人" userId="S::naoto_2_fukushima@ccken.onmicrosoft.com::8f548a50-3d4a-4660-b17c-82fdb2003fd5" providerId="AD" clId="Web-{712A3E39-7633-F4A1-49E6-88E34E617239}" dt="2026-02-27T10:41:42.368" v="50" actId="20577"/>
          <ac:spMkLst>
            <pc:docMk/>
            <pc:sldMk cId="2148309104" sldId="768"/>
            <ac:spMk id="38" creationId="{11621A93-E9A9-67B7-0986-BE3B6858675C}"/>
          </ac:spMkLst>
        </pc:spChg>
      </pc:sldChg>
      <pc:sldChg chg="modSp">
        <pc:chgData name="主査　福島 直人" userId="S::naoto_2_fukushima@ccken.onmicrosoft.com::8f548a50-3d4a-4660-b17c-82fdb2003fd5" providerId="AD" clId="Web-{712A3E39-7633-F4A1-49E6-88E34E617239}" dt="2026-02-27T10:43:43.343" v="54"/>
        <pc:sldMkLst>
          <pc:docMk/>
          <pc:sldMk cId="2998734072" sldId="849"/>
        </pc:sldMkLst>
        <pc:spChg chg="mod">
          <ac:chgData name="主査　福島 直人" userId="S::naoto_2_fukushima@ccken.onmicrosoft.com::8f548a50-3d4a-4660-b17c-82fdb2003fd5" providerId="AD" clId="Web-{712A3E39-7633-F4A1-49E6-88E34E617239}" dt="2026-02-27T10:43:43.343" v="54"/>
          <ac:spMkLst>
            <pc:docMk/>
            <pc:sldMk cId="2998734072" sldId="849"/>
            <ac:spMk id="2" creationId="{6A615B8B-3019-6AF0-C8FC-52AD1503CA97}"/>
          </ac:spMkLst>
        </pc:spChg>
      </pc:sldChg>
      <pc:sldChg chg="modSp">
        <pc:chgData name="主査　福島 直人" userId="S::naoto_2_fukushima@ccken.onmicrosoft.com::8f548a50-3d4a-4660-b17c-82fdb2003fd5" providerId="AD" clId="Web-{712A3E39-7633-F4A1-49E6-88E34E617239}" dt="2026-02-27T10:44:05.469" v="55"/>
        <pc:sldMkLst>
          <pc:docMk/>
          <pc:sldMk cId="978939477" sldId="850"/>
        </pc:sldMkLst>
        <pc:spChg chg="mod">
          <ac:chgData name="主査　福島 直人" userId="S::naoto_2_fukushima@ccken.onmicrosoft.com::8f548a50-3d4a-4660-b17c-82fdb2003fd5" providerId="AD" clId="Web-{712A3E39-7633-F4A1-49E6-88E34E617239}" dt="2026-02-27T10:44:05.469" v="55"/>
          <ac:spMkLst>
            <pc:docMk/>
            <pc:sldMk cId="978939477" sldId="850"/>
            <ac:spMk id="2" creationId="{C677A0A1-754F-3CDC-9054-9C4E91020EC6}"/>
          </ac:spMkLst>
        </pc:spChg>
      </pc:sldChg>
      <pc:sldChg chg="modSp">
        <pc:chgData name="主査　福島 直人" userId="S::naoto_2_fukushima@ccken.onmicrosoft.com::8f548a50-3d4a-4660-b17c-82fdb2003fd5" providerId="AD" clId="Web-{712A3E39-7633-F4A1-49E6-88E34E617239}" dt="2026-02-27T10:44:54.972" v="59"/>
        <pc:sldMkLst>
          <pc:docMk/>
          <pc:sldMk cId="785633465" sldId="851"/>
        </pc:sldMkLst>
        <pc:spChg chg="mod">
          <ac:chgData name="主査　福島 直人" userId="S::naoto_2_fukushima@ccken.onmicrosoft.com::8f548a50-3d4a-4660-b17c-82fdb2003fd5" providerId="AD" clId="Web-{712A3E39-7633-F4A1-49E6-88E34E617239}" dt="2026-02-27T10:44:54.972" v="59"/>
          <ac:spMkLst>
            <pc:docMk/>
            <pc:sldMk cId="785633465" sldId="851"/>
            <ac:spMk id="2" creationId="{0688B9FD-6DD0-13C0-AD3F-C4FF52EFABD1}"/>
          </ac:spMkLst>
        </pc:spChg>
      </pc:sldChg>
      <pc:sldChg chg="modSp">
        <pc:chgData name="主査　福島 直人" userId="S::naoto_2_fukushima@ccken.onmicrosoft.com::8f548a50-3d4a-4660-b17c-82fdb2003fd5" providerId="AD" clId="Web-{712A3E39-7633-F4A1-49E6-88E34E617239}" dt="2026-02-27T10:45:06.503" v="60"/>
        <pc:sldMkLst>
          <pc:docMk/>
          <pc:sldMk cId="3346796719" sldId="853"/>
        </pc:sldMkLst>
        <pc:spChg chg="mod">
          <ac:chgData name="主査　福島 直人" userId="S::naoto_2_fukushima@ccken.onmicrosoft.com::8f548a50-3d4a-4660-b17c-82fdb2003fd5" providerId="AD" clId="Web-{712A3E39-7633-F4A1-49E6-88E34E617239}" dt="2026-02-27T10:45:06.503" v="60"/>
          <ac:spMkLst>
            <pc:docMk/>
            <pc:sldMk cId="3346796719" sldId="853"/>
            <ac:spMk id="2" creationId="{DF00181C-B371-21A4-29CD-0C42193C2023}"/>
          </ac:spMkLst>
        </pc:spChg>
      </pc:sldChg>
      <pc:sldChg chg="modSp">
        <pc:chgData name="主査　福島 直人" userId="S::naoto_2_fukushima@ccken.onmicrosoft.com::8f548a50-3d4a-4660-b17c-82fdb2003fd5" providerId="AD" clId="Web-{712A3E39-7633-F4A1-49E6-88E34E617239}" dt="2026-02-27T10:45:15.160" v="61"/>
        <pc:sldMkLst>
          <pc:docMk/>
          <pc:sldMk cId="741583435" sldId="854"/>
        </pc:sldMkLst>
        <pc:spChg chg="mod">
          <ac:chgData name="主査　福島 直人" userId="S::naoto_2_fukushima@ccken.onmicrosoft.com::8f548a50-3d4a-4660-b17c-82fdb2003fd5" providerId="AD" clId="Web-{712A3E39-7633-F4A1-49E6-88E34E617239}" dt="2026-02-27T10:45:15.160" v="61"/>
          <ac:spMkLst>
            <pc:docMk/>
            <pc:sldMk cId="741583435" sldId="854"/>
            <ac:spMk id="2" creationId="{B6B33FC3-62D3-F824-DBFD-AAFC9063CFAE}"/>
          </ac:spMkLst>
        </pc:spChg>
      </pc:sldChg>
      <pc:sldChg chg="modSp">
        <pc:chgData name="主査　福島 直人" userId="S::naoto_2_fukushima@ccken.onmicrosoft.com::8f548a50-3d4a-4660-b17c-82fdb2003fd5" providerId="AD" clId="Web-{712A3E39-7633-F4A1-49E6-88E34E617239}" dt="2026-02-27T10:44:17.220" v="56"/>
        <pc:sldMkLst>
          <pc:docMk/>
          <pc:sldMk cId="1039007571" sldId="855"/>
        </pc:sldMkLst>
        <pc:spChg chg="mod">
          <ac:chgData name="主査　福島 直人" userId="S::naoto_2_fukushima@ccken.onmicrosoft.com::8f548a50-3d4a-4660-b17c-82fdb2003fd5" providerId="AD" clId="Web-{712A3E39-7633-F4A1-49E6-88E34E617239}" dt="2026-02-27T10:44:17.220" v="56"/>
          <ac:spMkLst>
            <pc:docMk/>
            <pc:sldMk cId="1039007571" sldId="855"/>
            <ac:spMk id="2" creationId="{AD02D98D-8D59-EEC1-DA17-312A48FA6310}"/>
          </ac:spMkLst>
        </pc:spChg>
      </pc:sldChg>
      <pc:sldChg chg="addSp delSp modSp">
        <pc:chgData name="主査　福島 直人" userId="S::naoto_2_fukushima@ccken.onmicrosoft.com::8f548a50-3d4a-4660-b17c-82fdb2003fd5" providerId="AD" clId="Web-{712A3E39-7633-F4A1-49E6-88E34E617239}" dt="2026-02-27T10:51:34.537" v="150"/>
        <pc:sldMkLst>
          <pc:docMk/>
          <pc:sldMk cId="2104226278" sldId="925"/>
        </pc:sldMkLst>
        <pc:spChg chg="mod">
          <ac:chgData name="主査　福島 直人" userId="S::naoto_2_fukushima@ccken.onmicrosoft.com::8f548a50-3d4a-4660-b17c-82fdb2003fd5" providerId="AD" clId="Web-{712A3E39-7633-F4A1-49E6-88E34E617239}" dt="2026-02-27T10:43:38.406" v="53" actId="20577"/>
          <ac:spMkLst>
            <pc:docMk/>
            <pc:sldMk cId="2104226278" sldId="925"/>
            <ac:spMk id="3" creationId="{632A0B57-D434-686B-4A37-A4A1E064E811}"/>
          </ac:spMkLst>
        </pc:spChg>
        <pc:spChg chg="mod">
          <ac:chgData name="主査　福島 直人" userId="S::naoto_2_fukushima@ccken.onmicrosoft.com::8f548a50-3d4a-4660-b17c-82fdb2003fd5" providerId="AD" clId="Web-{712A3E39-7633-F4A1-49E6-88E34E617239}" dt="2026-02-27T10:48:56.449" v="123" actId="1076"/>
          <ac:spMkLst>
            <pc:docMk/>
            <pc:sldMk cId="2104226278" sldId="925"/>
            <ac:spMk id="8" creationId="{86440CC3-A7FA-CFCE-E7B3-E982C5743E8B}"/>
          </ac:spMkLst>
        </pc:spChg>
        <pc:spChg chg="mod">
          <ac:chgData name="主査　福島 直人" userId="S::naoto_2_fukushima@ccken.onmicrosoft.com::8f548a50-3d4a-4660-b17c-82fdb2003fd5" providerId="AD" clId="Web-{712A3E39-7633-F4A1-49E6-88E34E617239}" dt="2026-02-27T10:50:59.005" v="147" actId="20577"/>
          <ac:spMkLst>
            <pc:docMk/>
            <pc:sldMk cId="2104226278" sldId="925"/>
            <ac:spMk id="10" creationId="{3C49770F-B597-99E3-4C3F-7045D2CD7F66}"/>
          </ac:spMkLst>
        </pc:spChg>
        <pc:spChg chg="add mod">
          <ac:chgData name="主査　福島 直人" userId="S::naoto_2_fukushima@ccken.onmicrosoft.com::8f548a50-3d4a-4660-b17c-82fdb2003fd5" providerId="AD" clId="Web-{712A3E39-7633-F4A1-49E6-88E34E617239}" dt="2026-02-27T10:50:49.552" v="146" actId="20577"/>
          <ac:spMkLst>
            <pc:docMk/>
            <pc:sldMk cId="2104226278" sldId="925"/>
            <ac:spMk id="44" creationId="{4389D102-26EA-E3CF-3593-DA7EE8044BEE}"/>
          </ac:spMkLst>
        </pc:spChg>
      </pc:sldChg>
    </pc:docChg>
  </pc:docChgLst>
  <pc:docChgLst>
    <pc:chgData name="主査　福島 直人" userId="S::naoto_2_fukushima@ccken.onmicrosoft.com::8f548a50-3d4a-4660-b17c-82fdb2003fd5" providerId="AD" clId="Web-{B3B39E85-6A1F-D512-EA5E-4BE6F8A5E1A6}"/>
    <pc:docChg chg="modSld">
      <pc:chgData name="主査　福島 直人" userId="S::naoto_2_fukushima@ccken.onmicrosoft.com::8f548a50-3d4a-4660-b17c-82fdb2003fd5" providerId="AD" clId="Web-{B3B39E85-6A1F-D512-EA5E-4BE6F8A5E1A6}" dt="2026-02-27T11:04:14.357" v="0" actId="14100"/>
      <pc:docMkLst>
        <pc:docMk/>
      </pc:docMkLst>
      <pc:sldChg chg="modSp">
        <pc:chgData name="主査　福島 直人" userId="S::naoto_2_fukushima@ccken.onmicrosoft.com::8f548a50-3d4a-4660-b17c-82fdb2003fd5" providerId="AD" clId="Web-{B3B39E85-6A1F-D512-EA5E-4BE6F8A5E1A6}" dt="2026-02-27T11:04:14.357" v="0" actId="14100"/>
        <pc:sldMkLst>
          <pc:docMk/>
          <pc:sldMk cId="2863164929" sldId="773"/>
        </pc:sldMkLst>
        <pc:spChg chg="mod">
          <ac:chgData name="主査　福島 直人" userId="S::naoto_2_fukushima@ccken.onmicrosoft.com::8f548a50-3d4a-4660-b17c-82fdb2003fd5" providerId="AD" clId="Web-{B3B39E85-6A1F-D512-EA5E-4BE6F8A5E1A6}" dt="2026-02-27T11:04:14.357" v="0" actId="14100"/>
          <ac:spMkLst>
            <pc:docMk/>
            <pc:sldMk cId="2863164929" sldId="773"/>
            <ac:spMk id="11" creationId="{EAA32C65-6221-F52E-FD71-8495FDEFED2E}"/>
          </ac:spMkLst>
        </pc:spChg>
      </pc:sldChg>
    </pc:docChg>
  </pc:docChgLst>
  <pc:docChgLst>
    <pc:chgData name="東京海上日動システムズ　川又 聖史" userId="S::kawamata374512_gmail.com#ext#@ccken.onmicrosoft.com::08ddaa4a-df89-4426-a5e8-4dbd2fe77e14" providerId="AD" clId="Web-{CA150426-54F1-3860-FAE1-DF26C3D63DF4}"/>
    <pc:docChg chg="addSld modSld modSection">
      <pc:chgData name="東京海上日動システムズ　川又 聖史" userId="S::kawamata374512_gmail.com#ext#@ccken.onmicrosoft.com::08ddaa4a-df89-4426-a5e8-4dbd2fe77e14" providerId="AD" clId="Web-{CA150426-54F1-3860-FAE1-DF26C3D63DF4}" dt="2026-02-04T15:13:19.803" v="76" actId="20577"/>
      <pc:docMkLst>
        <pc:docMk/>
      </pc:docMkLst>
      <pc:sldChg chg="modSp modCm">
        <pc:chgData name="東京海上日動システムズ　川又 聖史" userId="S::kawamata374512_gmail.com#ext#@ccken.onmicrosoft.com::08ddaa4a-df89-4426-a5e8-4dbd2fe77e14" providerId="AD" clId="Web-{CA150426-54F1-3860-FAE1-DF26C3D63DF4}" dt="2026-02-04T15:13:19.803" v="76" actId="20577"/>
        <pc:sldMkLst>
          <pc:docMk/>
          <pc:sldMk cId="2585609864" sldId="805"/>
        </pc:sldMkLst>
        <pc:spChg chg="mod">
          <ac:chgData name="東京海上日動システムズ　川又 聖史" userId="S::kawamata374512_gmail.com#ext#@ccken.onmicrosoft.com::08ddaa4a-df89-4426-a5e8-4dbd2fe77e14" providerId="AD" clId="Web-{CA150426-54F1-3860-FAE1-DF26C3D63DF4}" dt="2026-02-04T15:13:19.803" v="76" actId="20577"/>
          <ac:spMkLst>
            <pc:docMk/>
            <pc:sldMk cId="2585609864" sldId="805"/>
            <ac:spMk id="33" creationId="{40BF9FC3-B5B4-3CB1-5485-A87951127908}"/>
          </ac:spMkLst>
        </pc:spChg>
        <pc:extLst>
          <p:ext xmlns:p="http://schemas.openxmlformats.org/presentationml/2006/main" uri="{D6D511B9-2390-475A-947B-AFAB55BFBCF1}">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東京海上日動システムズ　川又 聖史" userId="S::kawamata374512_gmail.com#ext#@ccken.onmicrosoft.com::08ddaa4a-df89-4426-a5e8-4dbd2fe77e14" providerId="AD" clId="Web-{CA150426-54F1-3860-FAE1-DF26C3D63DF4}" dt="2026-02-04T15:13:17.271" v="75" actId="20577"/>
              <pc2:cmMkLst xmlns:pc2="http://schemas.microsoft.com/office/powerpoint/2019/9/main/command">
                <pc:docMk/>
                <pc:sldMk cId="2585609864" sldId="805"/>
                <pc2:cmMk id="{E8C4E97F-E4E5-48FB-9525-9089D724DF4D}"/>
              </pc2:cmMkLst>
            </pc226:cmChg>
          </p:ext>
        </pc:extLst>
      </pc:sldChg>
    </pc:docChg>
  </pc:docChgLst>
  <pc:docChgLst>
    <pc:chgData name="MUIT　髙橋 博実" userId="S::hiromix222_msn.com#ext#@ccken.onmicrosoft.com::9d572560-7f87-4d11-90b9-a0fc016bcb45" providerId="AD" clId="Web-{D9985177-E39A-3E45-9555-F3C9F7A4B62C}"/>
    <pc:docChg chg="mod">
      <pc:chgData name="MUIT　髙橋 博実" userId="S::hiromix222_msn.com#ext#@ccken.onmicrosoft.com::9d572560-7f87-4d11-90b9-a0fc016bcb45" providerId="AD" clId="Web-{D9985177-E39A-3E45-9555-F3C9F7A4B62C}" dt="2026-02-04T10:08:10.797" v="0"/>
      <pc:docMkLst>
        <pc:docMk/>
      </pc:docMkLst>
    </pc:docChg>
  </pc:docChgLst>
  <pc:docChgLst>
    <pc:chgData name="主査　福島 直人" userId="S::naoto_2_fukushima@ccken.onmicrosoft.com::8f548a50-3d4a-4660-b17c-82fdb2003fd5" providerId="AD" clId="Web-{1A34AA74-0990-8481-B8CD-A9F7D781AEC8}"/>
    <pc:docChg chg="delSld modSld delSection modSection">
      <pc:chgData name="主査　福島 直人" userId="S::naoto_2_fukushima@ccken.onmicrosoft.com::8f548a50-3d4a-4660-b17c-82fdb2003fd5" providerId="AD" clId="Web-{1A34AA74-0990-8481-B8CD-A9F7D781AEC8}" dt="2026-02-12T13:04:42.063" v="145"/>
      <pc:docMkLst>
        <pc:docMk/>
      </pc:docMkLst>
    </pc:docChg>
  </pc:docChgLst>
  <pc:docChgLst>
    <pc:chgData name="東京海上日動システムズ　川又 聖史" userId="S::kawamata374512_gmail.com#ext#@ccken.onmicrosoft.com::08ddaa4a-df89-4426-a5e8-4dbd2fe77e14" providerId="AD" clId="Web-{1F9B9169-4D5C-E8E6-EED6-0B232A2172B4}"/>
    <pc:docChg chg="mod modSld">
      <pc:chgData name="東京海上日動システムズ　川又 聖史" userId="S::kawamata374512_gmail.com#ext#@ccken.onmicrosoft.com::08ddaa4a-df89-4426-a5e8-4dbd2fe77e14" providerId="AD" clId="Web-{1F9B9169-4D5C-E8E6-EED6-0B232A2172B4}" dt="2026-02-12T09:07:14.742" v="258" actId="20577"/>
      <pc:docMkLst>
        <pc:docMk/>
      </pc:docMkLst>
    </pc:docChg>
  </pc:docChgLst>
  <pc:docChgLst>
    <pc:chgData name="東京海上日動システムズ　遠藤 瞳" userId="S::totacana40_gmail.com#ext#@ccken.onmicrosoft.com::b4c57fd5-e1a5-4087-b897-60980b2db104" providerId="AD" clId="Web-{170783D1-1537-E7E1-2D4B-CA0A8EB4CCA5}"/>
    <pc:docChg chg="addSld modSld sldOrd modSection">
      <pc:chgData name="東京海上日動システムズ　遠藤 瞳" userId="S::totacana40_gmail.com#ext#@ccken.onmicrosoft.com::b4c57fd5-e1a5-4087-b897-60980b2db104" providerId="AD" clId="Web-{170783D1-1537-E7E1-2D4B-CA0A8EB4CCA5}" dt="2026-02-19T08:05:09.081" v="278"/>
      <pc:docMkLst>
        <pc:docMk/>
      </pc:docMkLst>
    </pc:docChg>
  </pc:docChgLst>
  <pc:docChgLst>
    <pc:chgData name="主査　福島 直人" userId="S::naoto_2_fukushima@ccken.onmicrosoft.com::8f548a50-3d4a-4660-b17c-82fdb2003fd5" providerId="AD" clId="Web-{EA4F2E13-CDF1-52D1-EFE5-6387EC4F0D69}"/>
    <pc:docChg chg="modSld">
      <pc:chgData name="主査　福島 直人" userId="S::naoto_2_fukushima@ccken.onmicrosoft.com::8f548a50-3d4a-4660-b17c-82fdb2003fd5" providerId="AD" clId="Web-{EA4F2E13-CDF1-52D1-EFE5-6387EC4F0D69}" dt="2026-03-01T04:29:24.355" v="8" actId="20577"/>
      <pc:docMkLst>
        <pc:docMk/>
      </pc:docMkLst>
      <pc:sldChg chg="modSp">
        <pc:chgData name="主査　福島 直人" userId="S::naoto_2_fukushima@ccken.onmicrosoft.com::8f548a50-3d4a-4660-b17c-82fdb2003fd5" providerId="AD" clId="Web-{EA4F2E13-CDF1-52D1-EFE5-6387EC4F0D69}" dt="2026-03-01T04:29:24.355" v="8" actId="20577"/>
        <pc:sldMkLst>
          <pc:docMk/>
          <pc:sldMk cId="2802704857" sldId="956"/>
        </pc:sldMkLst>
        <pc:spChg chg="mod">
          <ac:chgData name="主査　福島 直人" userId="S::naoto_2_fukushima@ccken.onmicrosoft.com::8f548a50-3d4a-4660-b17c-82fdb2003fd5" providerId="AD" clId="Web-{EA4F2E13-CDF1-52D1-EFE5-6387EC4F0D69}" dt="2026-03-01T04:29:24.355" v="8" actId="20577"/>
          <ac:spMkLst>
            <pc:docMk/>
            <pc:sldMk cId="2802704857" sldId="956"/>
            <ac:spMk id="17" creationId="{0C0DD888-EB56-B2B0-A5ED-9362C620C6AB}"/>
          </ac:spMkLst>
        </pc:spChg>
      </pc:sldChg>
      <pc:sldChg chg="modSp">
        <pc:chgData name="主査　福島 直人" userId="S::naoto_2_fukushima@ccken.onmicrosoft.com::8f548a50-3d4a-4660-b17c-82fdb2003fd5" providerId="AD" clId="Web-{EA4F2E13-CDF1-52D1-EFE5-6387EC4F0D69}" dt="2026-03-01T04:27:39.221" v="7" actId="20577"/>
        <pc:sldMkLst>
          <pc:docMk/>
          <pc:sldMk cId="490314474" sldId="961"/>
        </pc:sldMkLst>
      </pc:sldChg>
    </pc:docChg>
  </pc:docChgLst>
  <pc:docChgLst>
    <pc:chgData name="主査　福島 直人" userId="S::naoto_2_fukushima@ccken.onmicrosoft.com::8f548a50-3d4a-4660-b17c-82fdb2003fd5" providerId="AD" clId="Web-{742EC931-7F23-F540-8770-02DCB5851FA3}"/>
    <pc:docChg chg="modSld">
      <pc:chgData name="主査　福島 直人" userId="S::naoto_2_fukushima@ccken.onmicrosoft.com::8f548a50-3d4a-4660-b17c-82fdb2003fd5" providerId="AD" clId="Web-{742EC931-7F23-F540-8770-02DCB5851FA3}" dt="2026-02-28T14:10:26.525" v="10" actId="20577"/>
      <pc:docMkLst>
        <pc:docMk/>
      </pc:docMkLst>
      <pc:sldChg chg="modSp">
        <pc:chgData name="主査　福島 直人" userId="S::naoto_2_fukushima@ccken.onmicrosoft.com::8f548a50-3d4a-4660-b17c-82fdb2003fd5" providerId="AD" clId="Web-{742EC931-7F23-F540-8770-02DCB5851FA3}" dt="2026-02-28T14:10:26.525" v="10" actId="20577"/>
        <pc:sldMkLst>
          <pc:docMk/>
          <pc:sldMk cId="3851575879" sldId="988"/>
        </pc:sldMkLst>
        <pc:spChg chg="mod">
          <ac:chgData name="主査　福島 直人" userId="S::naoto_2_fukushima@ccken.onmicrosoft.com::8f548a50-3d4a-4660-b17c-82fdb2003fd5" providerId="AD" clId="Web-{742EC931-7F23-F540-8770-02DCB5851FA3}" dt="2026-02-28T14:10:26.525" v="10" actId="20577"/>
          <ac:spMkLst>
            <pc:docMk/>
            <pc:sldMk cId="3851575879" sldId="988"/>
            <ac:spMk id="5" creationId="{A2E82C1C-953C-40E1-EAE2-8EB4A0D8728D}"/>
          </ac:spMkLst>
        </pc:spChg>
      </pc:sldChg>
    </pc:docChg>
  </pc:docChgLst>
  <pc:docChgLst>
    <pc:chgData name="明治安田　荻野 純平" userId="S::jy-ogino@ccken.onmicrosoft.com::27cba3d8-e4d3-428c-9353-43187c47438c" providerId="AD" clId="Web-{29EB9731-FCF7-7CC2-3F86-218A73EBC460}"/>
    <pc:docChg chg="addSld delSld modSld modSection">
      <pc:chgData name="明治安田　荻野 純平" userId="S::jy-ogino@ccken.onmicrosoft.com::27cba3d8-e4d3-428c-9353-43187c47438c" providerId="AD" clId="Web-{29EB9731-FCF7-7CC2-3F86-218A73EBC460}" dt="2026-02-25T15:51:19.597" v="5" actId="14100"/>
      <pc:docMkLst>
        <pc:docMk/>
      </pc:docMkLst>
    </pc:docChg>
  </pc:docChgLst>
  <pc:docChgLst>
    <pc:chgData name="主査　福島 直人" userId="S::naoto_2_fukushima@ccken.onmicrosoft.com::8f548a50-3d4a-4660-b17c-82fdb2003fd5" providerId="AD" clId="Web-{BE037EAD-1EE2-A099-5001-42D080188C80}"/>
    <pc:docChg chg="modSld">
      <pc:chgData name="主査　福島 直人" userId="S::naoto_2_fukushima@ccken.onmicrosoft.com::8f548a50-3d4a-4660-b17c-82fdb2003fd5" providerId="AD" clId="Web-{BE037EAD-1EE2-A099-5001-42D080188C80}" dt="2026-02-28T13:38:13.466" v="190" actId="1076"/>
      <pc:docMkLst>
        <pc:docMk/>
      </pc:docMkLst>
      <pc:sldChg chg="modSp">
        <pc:chgData name="主査　福島 直人" userId="S::naoto_2_fukushima@ccken.onmicrosoft.com::8f548a50-3d4a-4660-b17c-82fdb2003fd5" providerId="AD" clId="Web-{BE037EAD-1EE2-A099-5001-42D080188C80}" dt="2026-02-28T13:03:25.917" v="4" actId="20577"/>
        <pc:sldMkLst>
          <pc:docMk/>
          <pc:sldMk cId="2802704857" sldId="956"/>
        </pc:sldMkLst>
        <pc:spChg chg="mod">
          <ac:chgData name="主査　福島 直人" userId="S::naoto_2_fukushima@ccken.onmicrosoft.com::8f548a50-3d4a-4660-b17c-82fdb2003fd5" providerId="AD" clId="Web-{BE037EAD-1EE2-A099-5001-42D080188C80}" dt="2026-02-28T13:03:25.917" v="4" actId="20577"/>
          <ac:spMkLst>
            <pc:docMk/>
            <pc:sldMk cId="2802704857" sldId="956"/>
            <ac:spMk id="15" creationId="{9B6757F5-7E80-840A-3F45-58AB389FFEA0}"/>
          </ac:spMkLst>
        </pc:spChg>
      </pc:sldChg>
      <pc:sldChg chg="addSp modSp">
        <pc:chgData name="主査　福島 直人" userId="S::naoto_2_fukushima@ccken.onmicrosoft.com::8f548a50-3d4a-4660-b17c-82fdb2003fd5" providerId="AD" clId="Web-{BE037EAD-1EE2-A099-5001-42D080188C80}" dt="2026-02-28T13:32:45.196" v="188"/>
        <pc:sldMkLst>
          <pc:docMk/>
          <pc:sldMk cId="3211560190" sldId="974"/>
        </pc:sldMkLst>
        <pc:spChg chg="add mod">
          <ac:chgData name="主査　福島 直人" userId="S::naoto_2_fukushima@ccken.onmicrosoft.com::8f548a50-3d4a-4660-b17c-82fdb2003fd5" providerId="AD" clId="Web-{BE037EAD-1EE2-A099-5001-42D080188C80}" dt="2026-02-28T13:30:06.205" v="173"/>
          <ac:spMkLst>
            <pc:docMk/>
            <pc:sldMk cId="3211560190" sldId="974"/>
            <ac:spMk id="4" creationId="{0ADC8310-974F-6211-52F8-344064E7ED6A}"/>
          </ac:spMkLst>
        </pc:spChg>
        <pc:spChg chg="mod">
          <ac:chgData name="主査　福島 直人" userId="S::naoto_2_fukushima@ccken.onmicrosoft.com::8f548a50-3d4a-4660-b17c-82fdb2003fd5" providerId="AD" clId="Web-{BE037EAD-1EE2-A099-5001-42D080188C80}" dt="2026-02-28T13:31:45.351" v="180" actId="20577"/>
          <ac:spMkLst>
            <pc:docMk/>
            <pc:sldMk cId="3211560190" sldId="974"/>
            <ac:spMk id="26" creationId="{37BDFC22-17F5-C34B-13D9-790848410026}"/>
          </ac:spMkLst>
        </pc:spChg>
        <pc:spChg chg="mod">
          <ac:chgData name="主査　福島 直人" userId="S::naoto_2_fukushima@ccken.onmicrosoft.com::8f548a50-3d4a-4660-b17c-82fdb2003fd5" providerId="AD" clId="Web-{BE037EAD-1EE2-A099-5001-42D080188C80}" dt="2026-02-28T13:29:37.703" v="170" actId="14100"/>
          <ac:spMkLst>
            <pc:docMk/>
            <pc:sldMk cId="3211560190" sldId="974"/>
            <ac:spMk id="33" creationId="{2A57F66B-81EC-7721-AADD-E559D4031237}"/>
          </ac:spMkLst>
        </pc:spChg>
        <pc:spChg chg="mod">
          <ac:chgData name="主査　福島 直人" userId="S::naoto_2_fukushima@ccken.onmicrosoft.com::8f548a50-3d4a-4660-b17c-82fdb2003fd5" providerId="AD" clId="Web-{BE037EAD-1EE2-A099-5001-42D080188C80}" dt="2026-02-28T13:32:22.117" v="184"/>
          <ac:spMkLst>
            <pc:docMk/>
            <pc:sldMk cId="3211560190" sldId="974"/>
            <ac:spMk id="34" creationId="{D5C1638D-3515-193E-5815-60845DC06557}"/>
          </ac:spMkLst>
        </pc:spChg>
        <pc:spChg chg="mod">
          <ac:chgData name="主査　福島 直人" userId="S::naoto_2_fukushima@ccken.onmicrosoft.com::8f548a50-3d4a-4660-b17c-82fdb2003fd5" providerId="AD" clId="Web-{BE037EAD-1EE2-A099-5001-42D080188C80}" dt="2026-02-28T13:32:45.196" v="188"/>
          <ac:spMkLst>
            <pc:docMk/>
            <pc:sldMk cId="3211560190" sldId="974"/>
            <ac:spMk id="35" creationId="{F0353F11-5C00-B855-02F0-A680239985F3}"/>
          </ac:spMkLst>
        </pc:spChg>
        <pc:spChg chg="mod">
          <ac:chgData name="主査　福島 直人" userId="S::naoto_2_fukushima@ccken.onmicrosoft.com::8f548a50-3d4a-4660-b17c-82fdb2003fd5" providerId="AD" clId="Web-{BE037EAD-1EE2-A099-5001-42D080188C80}" dt="2026-02-28T13:32:30.930" v="186"/>
          <ac:spMkLst>
            <pc:docMk/>
            <pc:sldMk cId="3211560190" sldId="974"/>
            <ac:spMk id="36" creationId="{24E300A5-2393-2C6B-48B5-3FFC1252FDD1}"/>
          </ac:spMkLst>
        </pc:spChg>
        <pc:picChg chg="mod">
          <ac:chgData name="主査　福島 直人" userId="S::naoto_2_fukushima@ccken.onmicrosoft.com::8f548a50-3d4a-4660-b17c-82fdb2003fd5" providerId="AD" clId="Web-{BE037EAD-1EE2-A099-5001-42D080188C80}" dt="2026-02-28T13:27:49.224" v="156" actId="1076"/>
          <ac:picMkLst>
            <pc:docMk/>
            <pc:sldMk cId="3211560190" sldId="974"/>
            <ac:picMk id="38" creationId="{1F592E7A-FCDF-5C0A-B7A7-1F04376CAC4B}"/>
          </ac:picMkLst>
        </pc:picChg>
        <pc:picChg chg="mod">
          <ac:chgData name="主査　福島 直人" userId="S::naoto_2_fukushima@ccken.onmicrosoft.com::8f548a50-3d4a-4660-b17c-82fdb2003fd5" providerId="AD" clId="Web-{BE037EAD-1EE2-A099-5001-42D080188C80}" dt="2026-02-28T13:27:52.850" v="157" actId="1076"/>
          <ac:picMkLst>
            <pc:docMk/>
            <pc:sldMk cId="3211560190" sldId="974"/>
            <ac:picMk id="40" creationId="{C9828109-9EB9-6A4A-8C80-A7A9A5E15BE7}"/>
          </ac:picMkLst>
        </pc:picChg>
        <pc:picChg chg="mod">
          <ac:chgData name="主査　福島 直人" userId="S::naoto_2_fukushima@ccken.onmicrosoft.com::8f548a50-3d4a-4660-b17c-82fdb2003fd5" providerId="AD" clId="Web-{BE037EAD-1EE2-A099-5001-42D080188C80}" dt="2026-02-28T13:27:56.928" v="158" actId="1076"/>
          <ac:picMkLst>
            <pc:docMk/>
            <pc:sldMk cId="3211560190" sldId="974"/>
            <ac:picMk id="42" creationId="{E2AB616B-F934-0CD1-EFF8-1766C8C2CD07}"/>
          </ac:picMkLst>
        </pc:picChg>
      </pc:sldChg>
      <pc:sldChg chg="addSp delSp modSp">
        <pc:chgData name="主査　福島 直人" userId="S::naoto_2_fukushima@ccken.onmicrosoft.com::8f548a50-3d4a-4660-b17c-82fdb2003fd5" providerId="AD" clId="Web-{BE037EAD-1EE2-A099-5001-42D080188C80}" dt="2026-02-28T13:17:36.907" v="126" actId="20577"/>
        <pc:sldMkLst>
          <pc:docMk/>
          <pc:sldMk cId="1056783319" sldId="1009"/>
        </pc:sldMkLst>
        <pc:spChg chg="add mod">
          <ac:chgData name="主査　福島 直人" userId="S::naoto_2_fukushima@ccken.onmicrosoft.com::8f548a50-3d4a-4660-b17c-82fdb2003fd5" providerId="AD" clId="Web-{BE037EAD-1EE2-A099-5001-42D080188C80}" dt="2026-02-28T13:17:36.907" v="126" actId="20577"/>
          <ac:spMkLst>
            <pc:docMk/>
            <pc:sldMk cId="1056783319" sldId="1009"/>
            <ac:spMk id="5" creationId="{F9CBEA9A-E724-04B6-2600-B2CA3200BE7B}"/>
          </ac:spMkLst>
        </pc:spChg>
      </pc:sldChg>
      <pc:sldChg chg="addSp delSp modSp">
        <pc:chgData name="主査　福島 直人" userId="S::naoto_2_fukushima@ccken.onmicrosoft.com::8f548a50-3d4a-4660-b17c-82fdb2003fd5" providerId="AD" clId="Web-{BE037EAD-1EE2-A099-5001-42D080188C80}" dt="2026-02-28T13:17:48.190" v="128" actId="14100"/>
        <pc:sldMkLst>
          <pc:docMk/>
          <pc:sldMk cId="865026807" sldId="1010"/>
        </pc:sldMkLst>
        <pc:spChg chg="add mod">
          <ac:chgData name="主査　福島 直人" userId="S::naoto_2_fukushima@ccken.onmicrosoft.com::8f548a50-3d4a-4660-b17c-82fdb2003fd5" providerId="AD" clId="Web-{BE037EAD-1EE2-A099-5001-42D080188C80}" dt="2026-02-28T13:17:48.190" v="128" actId="14100"/>
          <ac:spMkLst>
            <pc:docMk/>
            <pc:sldMk cId="865026807" sldId="1010"/>
            <ac:spMk id="5" creationId="{F1D3460F-4374-7BE1-3074-B4BE06B78F66}"/>
          </ac:spMkLst>
        </pc:spChg>
      </pc:sldChg>
      <pc:sldChg chg="addSp delSp modSp">
        <pc:chgData name="主査　福島 直人" userId="S::naoto_2_fukushima@ccken.onmicrosoft.com::8f548a50-3d4a-4660-b17c-82fdb2003fd5" providerId="AD" clId="Web-{BE037EAD-1EE2-A099-5001-42D080188C80}" dt="2026-02-28T13:17:20.156" v="121" actId="14100"/>
        <pc:sldMkLst>
          <pc:docMk/>
          <pc:sldMk cId="3418834785" sldId="1011"/>
        </pc:sldMkLst>
        <pc:spChg chg="add mod">
          <ac:chgData name="主査　福島 直人" userId="S::naoto_2_fukushima@ccken.onmicrosoft.com::8f548a50-3d4a-4660-b17c-82fdb2003fd5" providerId="AD" clId="Web-{BE037EAD-1EE2-A099-5001-42D080188C80}" dt="2026-02-28T13:17:20.156" v="121" actId="14100"/>
          <ac:spMkLst>
            <pc:docMk/>
            <pc:sldMk cId="3418834785" sldId="1011"/>
            <ac:spMk id="5" creationId="{7D334C41-1DB8-4970-E479-FBA27D63187B}"/>
          </ac:spMkLst>
        </pc:spChg>
      </pc:sldChg>
    </pc:docChg>
  </pc:docChgLst>
  <pc:docChgLst>
    <pc:chgData name="明治安田　八木 彰之" userId="S::ak-yagi@ccken.onmicrosoft.com::d1f97d3f-409d-461c-820e-b1af6ee40ad0" providerId="AD" clId="Web-{B043E974-9B3A-A5E0-DBF2-3D38E3D6F01D}"/>
    <pc:docChg chg="modSld">
      <pc:chgData name="明治安田　八木 彰之" userId="S::ak-yagi@ccken.onmicrosoft.com::d1f97d3f-409d-461c-820e-b1af6ee40ad0" providerId="AD" clId="Web-{B043E974-9B3A-A5E0-DBF2-3D38E3D6F01D}" dt="2026-02-12T03:46:44.746" v="19"/>
      <pc:docMkLst>
        <pc:docMk/>
      </pc:docMkLst>
    </pc:docChg>
  </pc:docChgLst>
  <pc:docChgLst>
    <pc:chgData name="SOTA UENO (MC-TOK/PW)" userId="1cd39bfe-2c13-4d1e-9169-059e09dcc08c" providerId="ADAL" clId="{E7F4A26F-4655-4017-9585-82B4B156769E}"/>
    <pc:docChg chg="undo redo custSel addSld delSld modSld sldOrd modMainMaster modSection">
      <pc:chgData name="SOTA UENO (MC-TOK/PW)" userId="1cd39bfe-2c13-4d1e-9169-059e09dcc08c" providerId="ADAL" clId="{E7F4A26F-4655-4017-9585-82B4B156769E}" dt="2026-03-03T02:10:12.121" v="23485" actId="20577"/>
      <pc:docMkLst>
        <pc:docMk/>
      </pc:docMkLst>
      <pc:sldChg chg="add">
        <pc:chgData name="SOTA UENO (MC-TOK/PW)" userId="1cd39bfe-2c13-4d1e-9169-059e09dcc08c" providerId="ADAL" clId="{E7F4A26F-4655-4017-9585-82B4B156769E}" dt="2026-02-12T10:28:30.277" v="15639"/>
        <pc:sldMkLst>
          <pc:docMk/>
          <pc:sldMk cId="2148309104" sldId="768"/>
        </pc:sldMkLst>
      </pc:sldChg>
      <pc:sldChg chg="addSp delSp modSp add mod ord modCm">
        <pc:chgData name="SOTA UENO (MC-TOK/PW)" userId="1cd39bfe-2c13-4d1e-9169-059e09dcc08c" providerId="ADAL" clId="{E7F4A26F-4655-4017-9585-82B4B156769E}" dt="2026-02-19T06:48:28.896" v="16082" actId="20577"/>
        <pc:sldMkLst>
          <pc:docMk/>
          <pc:sldMk cId="2863164929" sldId="773"/>
        </pc:sldMkLst>
        <pc:spChg chg="mod">
          <ac:chgData name="SOTA UENO (MC-TOK/PW)" userId="1cd39bfe-2c13-4d1e-9169-059e09dcc08c" providerId="ADAL" clId="{E7F4A26F-4655-4017-9585-82B4B156769E}" dt="2026-02-12T10:49:23.473" v="16043"/>
          <ac:spMkLst>
            <pc:docMk/>
            <pc:sldMk cId="2863164929" sldId="773"/>
            <ac:spMk id="3" creationId="{2FF11C97-A0C6-892C-4B18-E03E386E498A}"/>
          </ac:spMkLst>
        </pc:spChg>
        <pc:spChg chg="mod">
          <ac:chgData name="SOTA UENO (MC-TOK/PW)" userId="1cd39bfe-2c13-4d1e-9169-059e09dcc08c" providerId="ADAL" clId="{E7F4A26F-4655-4017-9585-82B4B156769E}" dt="2026-02-06T02:58:53.571" v="13955" actId="14100"/>
          <ac:spMkLst>
            <pc:docMk/>
            <pc:sldMk cId="2863164929" sldId="773"/>
            <ac:spMk id="4" creationId="{7FF48C40-2ACA-16A9-FA39-AA402A56C1E1}"/>
          </ac:spMkLst>
        </pc:spChg>
        <pc:spChg chg="add mod">
          <ac:chgData name="SOTA UENO (MC-TOK/PW)" userId="1cd39bfe-2c13-4d1e-9169-059e09dcc08c" providerId="ADAL" clId="{E7F4A26F-4655-4017-9585-82B4B156769E}" dt="2026-02-12T08:13:28.898" v="14348" actId="14100"/>
          <ac:spMkLst>
            <pc:docMk/>
            <pc:sldMk cId="2863164929" sldId="773"/>
            <ac:spMk id="8" creationId="{590543FC-3681-ECDB-74D6-17456524A067}"/>
          </ac:spMkLst>
        </pc:spChg>
        <pc:spChg chg="add mod">
          <ac:chgData name="SOTA UENO (MC-TOK/PW)" userId="1cd39bfe-2c13-4d1e-9169-059e09dcc08c" providerId="ADAL" clId="{E7F4A26F-4655-4017-9585-82B4B156769E}" dt="2026-02-12T10:47:01.628" v="16036" actId="20577"/>
          <ac:spMkLst>
            <pc:docMk/>
            <pc:sldMk cId="2863164929" sldId="773"/>
            <ac:spMk id="11" creationId="{EAA32C65-6221-F52E-FD71-8495FDEFED2E}"/>
          </ac:spMkLst>
        </pc:spChg>
        <pc:spChg chg="add mod">
          <ac:chgData name="SOTA UENO (MC-TOK/PW)" userId="1cd39bfe-2c13-4d1e-9169-059e09dcc08c" providerId="ADAL" clId="{E7F4A26F-4655-4017-9585-82B4B156769E}" dt="2026-02-12T10:33:56.108" v="15809" actId="20577"/>
          <ac:spMkLst>
            <pc:docMk/>
            <pc:sldMk cId="2863164929" sldId="773"/>
            <ac:spMk id="13" creationId="{F967AD52-8CCD-A45B-6CC3-8156C90EA7D9}"/>
          </ac:spMkLst>
        </pc:spChg>
        <pc:spChg chg="add mod">
          <ac:chgData name="SOTA UENO (MC-TOK/PW)" userId="1cd39bfe-2c13-4d1e-9169-059e09dcc08c" providerId="ADAL" clId="{E7F4A26F-4655-4017-9585-82B4B156769E}" dt="2026-02-19T06:48:28.896" v="16082" actId="20577"/>
          <ac:spMkLst>
            <pc:docMk/>
            <pc:sldMk cId="2863164929" sldId="773"/>
            <ac:spMk id="16" creationId="{376FFBE3-3FC4-D1DA-7323-AE428AA8AB37}"/>
          </ac:spMkLst>
        </pc:spChg>
        <pc:spChg chg="add mod">
          <ac:chgData name="SOTA UENO (MC-TOK/PW)" userId="1cd39bfe-2c13-4d1e-9169-059e09dcc08c" providerId="ADAL" clId="{E7F4A26F-4655-4017-9585-82B4B156769E}" dt="2026-02-12T10:42:10.254" v="16012" actId="20577"/>
          <ac:spMkLst>
            <pc:docMk/>
            <pc:sldMk cId="2863164929" sldId="773"/>
            <ac:spMk id="17" creationId="{67C8EBDA-33F2-D4C4-747B-0442AC70B707}"/>
          </ac:spMkLst>
        </pc:spChg>
        <pc:spChg chg="add mod">
          <ac:chgData name="SOTA UENO (MC-TOK/PW)" userId="1cd39bfe-2c13-4d1e-9169-059e09dcc08c" providerId="ADAL" clId="{E7F4A26F-4655-4017-9585-82B4B156769E}" dt="2026-02-12T08:10:09.673" v="14247" actId="14100"/>
          <ac:spMkLst>
            <pc:docMk/>
            <pc:sldMk cId="2863164929" sldId="773"/>
            <ac:spMk id="18" creationId="{ADDF69F5-F394-A87F-ABDA-900938B99B1A}"/>
          </ac:spMkLst>
        </pc:spChg>
        <pc:spChg chg="add mod">
          <ac:chgData name="SOTA UENO (MC-TOK/PW)" userId="1cd39bfe-2c13-4d1e-9169-059e09dcc08c" providerId="ADAL" clId="{E7F4A26F-4655-4017-9585-82B4B156769E}" dt="2026-02-12T08:10:14.059" v="14248" actId="14100"/>
          <ac:spMkLst>
            <pc:docMk/>
            <pc:sldMk cId="2863164929" sldId="773"/>
            <ac:spMk id="19" creationId="{6688EC11-1273-B668-EF15-0F8223BE3F9A}"/>
          </ac:spMkLst>
        </pc:spChg>
        <pc:spChg chg="add mod">
          <ac:chgData name="SOTA UENO (MC-TOK/PW)" userId="1cd39bfe-2c13-4d1e-9169-059e09dcc08c" providerId="ADAL" clId="{E7F4A26F-4655-4017-9585-82B4B156769E}" dt="2026-02-12T10:40:47.938" v="16000" actId="20577"/>
          <ac:spMkLst>
            <pc:docMk/>
            <pc:sldMk cId="2863164929" sldId="773"/>
            <ac:spMk id="20" creationId="{5CF8CD79-B058-5A4A-076D-A2CCB4C0DE3E}"/>
          </ac:spMkLst>
        </pc:spChg>
        <pc:spChg chg="add mod">
          <ac:chgData name="SOTA UENO (MC-TOK/PW)" userId="1cd39bfe-2c13-4d1e-9169-059e09dcc08c" providerId="ADAL" clId="{E7F4A26F-4655-4017-9585-82B4B156769E}" dt="2026-02-06T02:58:41.612" v="13954" actId="1076"/>
          <ac:spMkLst>
            <pc:docMk/>
            <pc:sldMk cId="2863164929" sldId="773"/>
            <ac:spMk id="24" creationId="{5B03ED13-78C3-4E63-9B8A-60EDE21F5CFD}"/>
          </ac:spMkLst>
        </pc:spChg>
        <pc:grpChg chg="add mod">
          <ac:chgData name="SOTA UENO (MC-TOK/PW)" userId="1cd39bfe-2c13-4d1e-9169-059e09dcc08c" providerId="ADAL" clId="{E7F4A26F-4655-4017-9585-82B4B156769E}" dt="2026-02-12T08:10:09.673" v="14247" actId="14100"/>
          <ac:grpSpMkLst>
            <pc:docMk/>
            <pc:sldMk cId="2863164929" sldId="773"/>
            <ac:grpSpMk id="21" creationId="{9DC49EE3-E6C6-E6CA-CF58-07CFF641F675}"/>
          </ac:grpSpMkLst>
        </pc:grpChg>
        <pc:grpChg chg="add mod">
          <ac:chgData name="SOTA UENO (MC-TOK/PW)" userId="1cd39bfe-2c13-4d1e-9169-059e09dcc08c" providerId="ADAL" clId="{E7F4A26F-4655-4017-9585-82B4B156769E}" dt="2026-02-12T08:10:14.059" v="14248" actId="14100"/>
          <ac:grpSpMkLst>
            <pc:docMk/>
            <pc:sldMk cId="2863164929" sldId="773"/>
            <ac:grpSpMk id="22" creationId="{D6D446C0-EE4B-CE5C-103C-1F1123F51E9C}"/>
          </ac:grpSpMkLst>
        </pc:grpChg>
        <pc:grpChg chg="add mod">
          <ac:chgData name="SOTA UENO (MC-TOK/PW)" userId="1cd39bfe-2c13-4d1e-9169-059e09dcc08c" providerId="ADAL" clId="{E7F4A26F-4655-4017-9585-82B4B156769E}" dt="2026-02-12T08:10:19.234" v="14249" actId="14100"/>
          <ac:grpSpMkLst>
            <pc:docMk/>
            <pc:sldMk cId="2863164929" sldId="773"/>
            <ac:grpSpMk id="23" creationId="{14D48F7E-3530-07A3-FD72-AA4DE05942D6}"/>
          </ac:grpSpMkLst>
        </pc:grpChg>
        <pc:graphicFrameChg chg="add mod ord modVis">
          <ac:chgData name="SOTA UENO (MC-TOK/PW)" userId="1cd39bfe-2c13-4d1e-9169-059e09dcc08c" providerId="ADAL" clId="{E7F4A26F-4655-4017-9585-82B4B156769E}" dt="2026-02-12T10:49:23.566" v="16057"/>
          <ac:graphicFrameMkLst>
            <pc:docMk/>
            <pc:sldMk cId="2863164929" sldId="773"/>
            <ac:graphicFrameMk id="5" creationId="{02B56DFF-F25A-E067-55A6-D1FE4E9450A8}"/>
          </ac:graphicFrameMkLst>
        </pc:graphicFrameChg>
        <pc:extLst>
          <p:ext xmlns:p="http://schemas.openxmlformats.org/presentationml/2006/main" uri="{D6D511B9-2390-475A-947B-AFAB55BFBCF1}">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4ED0C621-314D-46C0-9704-B6D7D0A3DD87}"/>
              </pc2:cmMkLst>
            </pc226:cmChg>
            <pc226:cmChg xmlns:pc226="http://schemas.microsoft.com/office/powerpoint/2022/06/main/command" chg="mod">
              <pc226:chgData name="SOTA UENO (MC-TOK/PW)" userId="1cd39bfe-2c13-4d1e-9169-059e09dcc08c" providerId="ADAL" clId="{E7F4A26F-4655-4017-9585-82B4B156769E}" dt="2026-02-12T10:47:01.628" v="16036" actId="20577"/>
              <pc2:cmMkLst xmlns:pc2="http://schemas.microsoft.com/office/powerpoint/2019/9/main/command">
                <pc:docMk/>
                <pc:sldMk cId="2863164929" sldId="773"/>
                <pc2:cmMk id="{3E7CD682-986C-4930-9359-D442E3578B9F}"/>
              </pc2:cmMkLst>
            </pc226:cmChg>
          </p:ext>
        </pc:extLst>
      </pc:sldChg>
      <pc:sldChg chg="add">
        <pc:chgData name="SOTA UENO (MC-TOK/PW)" userId="1cd39bfe-2c13-4d1e-9169-059e09dcc08c" providerId="ADAL" clId="{E7F4A26F-4655-4017-9585-82B4B156769E}" dt="2026-02-12T10:28:30.277" v="15639"/>
        <pc:sldMkLst>
          <pc:docMk/>
          <pc:sldMk cId="65644837" sldId="799"/>
        </pc:sldMkLst>
      </pc:sldChg>
      <pc:sldChg chg="addSp delSp modSp add mod">
        <pc:chgData name="SOTA UENO (MC-TOK/PW)" userId="1cd39bfe-2c13-4d1e-9169-059e09dcc08c" providerId="ADAL" clId="{E7F4A26F-4655-4017-9585-82B4B156769E}" dt="2026-02-25T04:55:07.095" v="18563" actId="478"/>
        <pc:sldMkLst>
          <pc:docMk/>
          <pc:sldMk cId="2104226278" sldId="925"/>
        </pc:sldMkLst>
        <pc:spChg chg="mod">
          <ac:chgData name="SOTA UENO (MC-TOK/PW)" userId="1cd39bfe-2c13-4d1e-9169-059e09dcc08c" providerId="ADAL" clId="{E7F4A26F-4655-4017-9585-82B4B156769E}" dt="2026-02-12T10:05:31.828" v="15154"/>
          <ac:spMkLst>
            <pc:docMk/>
            <pc:sldMk cId="2104226278" sldId="925"/>
            <ac:spMk id="2" creationId="{D702103C-912C-B7C0-B3CC-35BABB6224E6}"/>
          </ac:spMkLst>
        </pc:spChg>
        <pc:spChg chg="mod">
          <ac:chgData name="SOTA UENO (MC-TOK/PW)" userId="1cd39bfe-2c13-4d1e-9169-059e09dcc08c" providerId="ADAL" clId="{E7F4A26F-4655-4017-9585-82B4B156769E}" dt="2026-02-12T10:05:31.830" v="15155"/>
          <ac:spMkLst>
            <pc:docMk/>
            <pc:sldMk cId="2104226278" sldId="925"/>
            <ac:spMk id="3" creationId="{632A0B57-D434-686B-4A37-A4A1E064E811}"/>
          </ac:spMkLst>
        </pc:spChg>
        <pc:spChg chg="mod ord">
          <ac:chgData name="SOTA UENO (MC-TOK/PW)" userId="1cd39bfe-2c13-4d1e-9169-059e09dcc08c" providerId="ADAL" clId="{E7F4A26F-4655-4017-9585-82B4B156769E}" dt="2026-02-12T10:05:31.831" v="15157"/>
          <ac:spMkLst>
            <pc:docMk/>
            <pc:sldMk cId="2104226278" sldId="925"/>
            <ac:spMk id="4" creationId="{38AF7428-4374-5A78-5C06-9D6202138608}"/>
          </ac:spMkLst>
        </pc:spChg>
        <pc:spChg chg="mod">
          <ac:chgData name="SOTA UENO (MC-TOK/PW)" userId="1cd39bfe-2c13-4d1e-9169-059e09dcc08c" providerId="ADAL" clId="{E7F4A26F-4655-4017-9585-82B4B156769E}" dt="2026-02-12T10:05:31.821" v="15153"/>
          <ac:spMkLst>
            <pc:docMk/>
            <pc:sldMk cId="2104226278" sldId="925"/>
            <ac:spMk id="8" creationId="{86440CC3-A7FA-CFCE-E7B3-E982C5743E8B}"/>
          </ac:spMkLst>
        </pc:spChg>
        <pc:spChg chg="mod ord">
          <ac:chgData name="SOTA UENO (MC-TOK/PW)" userId="1cd39bfe-2c13-4d1e-9169-059e09dcc08c" providerId="ADAL" clId="{E7F4A26F-4655-4017-9585-82B4B156769E}" dt="2026-02-12T10:05:31.834" v="15163"/>
          <ac:spMkLst>
            <pc:docMk/>
            <pc:sldMk cId="2104226278" sldId="925"/>
            <ac:spMk id="10" creationId="{3C49770F-B597-99E3-4C3F-7045D2CD7F66}"/>
          </ac:spMkLst>
        </pc:spChg>
        <pc:spChg chg="mod ord">
          <ac:chgData name="SOTA UENO (MC-TOK/PW)" userId="1cd39bfe-2c13-4d1e-9169-059e09dcc08c" providerId="ADAL" clId="{E7F4A26F-4655-4017-9585-82B4B156769E}" dt="2026-02-12T10:10:56.342" v="15302" actId="121"/>
          <ac:spMkLst>
            <pc:docMk/>
            <pc:sldMk cId="2104226278" sldId="925"/>
            <ac:spMk id="13" creationId="{9B5B5492-8B1D-8981-592B-5C34DC95A388}"/>
          </ac:spMkLst>
        </pc:spChg>
        <pc:spChg chg="add mod">
          <ac:chgData name="SOTA UENO (MC-TOK/PW)" userId="1cd39bfe-2c13-4d1e-9169-059e09dcc08c" providerId="ADAL" clId="{E7F4A26F-4655-4017-9585-82B4B156769E}" dt="2026-02-12T10:05:51.120" v="15184" actId="14100"/>
          <ac:spMkLst>
            <pc:docMk/>
            <pc:sldMk cId="2104226278" sldId="925"/>
            <ac:spMk id="18" creationId="{CE2AF48B-40E2-F093-AF17-23E521A77004}"/>
          </ac:spMkLst>
        </pc:spChg>
        <pc:spChg chg="add mod">
          <ac:chgData name="SOTA UENO (MC-TOK/PW)" userId="1cd39bfe-2c13-4d1e-9169-059e09dcc08c" providerId="ADAL" clId="{E7F4A26F-4655-4017-9585-82B4B156769E}" dt="2026-02-12T10:07:31.204" v="15230" actId="1036"/>
          <ac:spMkLst>
            <pc:docMk/>
            <pc:sldMk cId="2104226278" sldId="925"/>
            <ac:spMk id="23" creationId="{130D5950-AD91-727F-1D71-7978D671ECA8}"/>
          </ac:spMkLst>
        </pc:spChg>
        <pc:spChg chg="mod ord">
          <ac:chgData name="SOTA UENO (MC-TOK/PW)" userId="1cd39bfe-2c13-4d1e-9169-059e09dcc08c" providerId="ADAL" clId="{E7F4A26F-4655-4017-9585-82B4B156769E}" dt="2026-02-12T10:07:31.204" v="15230" actId="1036"/>
          <ac:spMkLst>
            <pc:docMk/>
            <pc:sldMk cId="2104226278" sldId="925"/>
            <ac:spMk id="27" creationId="{29BECF08-C23E-5469-FAE7-0FB685F038AA}"/>
          </ac:spMkLst>
        </pc:spChg>
        <pc:spChg chg="mod ord">
          <ac:chgData name="SOTA UENO (MC-TOK/PW)" userId="1cd39bfe-2c13-4d1e-9169-059e09dcc08c" providerId="ADAL" clId="{E7F4A26F-4655-4017-9585-82B4B156769E}" dt="2026-02-12T10:07:31.204" v="15230" actId="1036"/>
          <ac:spMkLst>
            <pc:docMk/>
            <pc:sldMk cId="2104226278" sldId="925"/>
            <ac:spMk id="28" creationId="{FDF36592-FFBE-FCC7-7C00-26E072EB4E45}"/>
          </ac:spMkLst>
        </pc:spChg>
        <pc:spChg chg="mod ord">
          <ac:chgData name="SOTA UENO (MC-TOK/PW)" userId="1cd39bfe-2c13-4d1e-9169-059e09dcc08c" providerId="ADAL" clId="{E7F4A26F-4655-4017-9585-82B4B156769E}" dt="2026-02-12T10:07:31.204" v="15230" actId="1036"/>
          <ac:spMkLst>
            <pc:docMk/>
            <pc:sldMk cId="2104226278" sldId="925"/>
            <ac:spMk id="29" creationId="{40710AEF-4167-314C-94F0-F945231B42AA}"/>
          </ac:spMkLst>
        </pc:spChg>
        <pc:spChg chg="add mod">
          <ac:chgData name="SOTA UENO (MC-TOK/PW)" userId="1cd39bfe-2c13-4d1e-9169-059e09dcc08c" providerId="ADAL" clId="{E7F4A26F-4655-4017-9585-82B4B156769E}" dt="2026-02-12T10:09:42.236" v="15259" actId="1035"/>
          <ac:spMkLst>
            <pc:docMk/>
            <pc:sldMk cId="2104226278" sldId="925"/>
            <ac:spMk id="39" creationId="{85EF354C-28D5-A152-9881-D5488B2305DE}"/>
          </ac:spMkLst>
        </pc:spChg>
        <pc:graphicFrameChg chg="mod ord">
          <ac:chgData name="SOTA UENO (MC-TOK/PW)" userId="1cd39bfe-2c13-4d1e-9169-059e09dcc08c" providerId="ADAL" clId="{E7F4A26F-4655-4017-9585-82B4B156769E}" dt="2026-02-12T10:07:31.204" v="15230" actId="1036"/>
          <ac:graphicFrameMkLst>
            <pc:docMk/>
            <pc:sldMk cId="2104226278" sldId="925"/>
            <ac:graphicFrameMk id="5" creationId="{568C2EC1-2D54-2A06-DA9B-C53499D00601}"/>
          </ac:graphicFrameMkLst>
        </pc:graphicFrameChg>
        <pc:graphicFrameChg chg="mod">
          <ac:chgData name="SOTA UENO (MC-TOK/PW)" userId="1cd39bfe-2c13-4d1e-9169-059e09dcc08c" providerId="ADAL" clId="{E7F4A26F-4655-4017-9585-82B4B156769E}" dt="2026-02-12T10:05:31.843" v="15179"/>
          <ac:graphicFrameMkLst>
            <pc:docMk/>
            <pc:sldMk cId="2104226278" sldId="925"/>
            <ac:graphicFrameMk id="12" creationId="{9DAEB6B3-C89D-4B9B-81CC-75EFB89EF557}"/>
          </ac:graphicFrameMkLst>
        </pc:graphicFrameChg>
        <pc:cxnChg chg="add mod">
          <ac:chgData name="SOTA UENO (MC-TOK/PW)" userId="1cd39bfe-2c13-4d1e-9169-059e09dcc08c" providerId="ADAL" clId="{E7F4A26F-4655-4017-9585-82B4B156769E}" dt="2026-02-12T10:07:36.563" v="15231" actId="14100"/>
          <ac:cxnSpMkLst>
            <pc:docMk/>
            <pc:sldMk cId="2104226278" sldId="925"/>
            <ac:cxnSpMk id="14" creationId="{8634F549-62ED-3B1A-84CD-903513DEB9DA}"/>
          </ac:cxnSpMkLst>
        </pc:cxnChg>
      </pc:sldChg>
      <pc:sldChg chg="addSp delSp modSp mod">
        <pc:chgData name="SOTA UENO (MC-TOK/PW)" userId="1cd39bfe-2c13-4d1e-9169-059e09dcc08c" providerId="ADAL" clId="{E7F4A26F-4655-4017-9585-82B4B156769E}" dt="2026-02-26T05:56:41.559" v="21420" actId="20577"/>
        <pc:sldMkLst>
          <pc:docMk/>
          <pc:sldMk cId="3546692421" sldId="980"/>
        </pc:sldMkLst>
        <pc:spChg chg="mod">
          <ac:chgData name="SOTA UENO (MC-TOK/PW)" userId="1cd39bfe-2c13-4d1e-9169-059e09dcc08c" providerId="ADAL" clId="{E7F4A26F-4655-4017-9585-82B4B156769E}" dt="2026-02-26T05:53:05.352" v="21312" actId="1076"/>
          <ac:spMkLst>
            <pc:docMk/>
            <pc:sldMk cId="3546692421" sldId="980"/>
            <ac:spMk id="5" creationId="{BAAF9625-22AB-A318-2CBB-596A0CA3A0A4}"/>
          </ac:spMkLst>
        </pc:spChg>
        <pc:spChg chg="mod">
          <ac:chgData name="SOTA UENO (MC-TOK/PW)" userId="1cd39bfe-2c13-4d1e-9169-059e09dcc08c" providerId="ADAL" clId="{E7F4A26F-4655-4017-9585-82B4B156769E}" dt="2026-02-26T05:39:45.358" v="20977" actId="115"/>
          <ac:spMkLst>
            <pc:docMk/>
            <pc:sldMk cId="3546692421" sldId="980"/>
            <ac:spMk id="7" creationId="{73C9CC36-5106-FA6E-D7D0-6E8085975EA5}"/>
          </ac:spMkLst>
        </pc:spChg>
        <pc:spChg chg="mod">
          <ac:chgData name="SOTA UENO (MC-TOK/PW)" userId="1cd39bfe-2c13-4d1e-9169-059e09dcc08c" providerId="ADAL" clId="{E7F4A26F-4655-4017-9585-82B4B156769E}" dt="2026-02-26T05:50:19.971" v="21278" actId="14100"/>
          <ac:spMkLst>
            <pc:docMk/>
            <pc:sldMk cId="3546692421" sldId="980"/>
            <ac:spMk id="28" creationId="{DB427BBD-C582-B64A-FB03-104781F2E6FD}"/>
          </ac:spMkLst>
        </pc:spChg>
        <pc:spChg chg="mod">
          <ac:chgData name="SOTA UENO (MC-TOK/PW)" userId="1cd39bfe-2c13-4d1e-9169-059e09dcc08c" providerId="ADAL" clId="{E7F4A26F-4655-4017-9585-82B4B156769E}" dt="2026-02-26T05:50:36.210" v="21281" actId="1076"/>
          <ac:spMkLst>
            <pc:docMk/>
            <pc:sldMk cId="3546692421" sldId="980"/>
            <ac:spMk id="29" creationId="{48C7ED7E-40F9-379E-B4FF-9A2ECAB2A5A5}"/>
          </ac:spMkLst>
        </pc:spChg>
        <pc:spChg chg="mod">
          <ac:chgData name="SOTA UENO (MC-TOK/PW)" userId="1cd39bfe-2c13-4d1e-9169-059e09dcc08c" providerId="ADAL" clId="{E7F4A26F-4655-4017-9585-82B4B156769E}" dt="2026-02-26T05:50:36.210" v="21281" actId="1076"/>
          <ac:spMkLst>
            <pc:docMk/>
            <pc:sldMk cId="3546692421" sldId="980"/>
            <ac:spMk id="30" creationId="{0266B2B0-8CE3-6E93-4290-1F99B3FD4060}"/>
          </ac:spMkLst>
        </pc:spChg>
        <pc:spChg chg="mod">
          <ac:chgData name="SOTA UENO (MC-TOK/PW)" userId="1cd39bfe-2c13-4d1e-9169-059e09dcc08c" providerId="ADAL" clId="{E7F4A26F-4655-4017-9585-82B4B156769E}" dt="2026-02-26T05:50:52.621" v="21283" actId="122"/>
          <ac:spMkLst>
            <pc:docMk/>
            <pc:sldMk cId="3546692421" sldId="980"/>
            <ac:spMk id="48" creationId="{0A0B5312-1131-3B4E-8877-D319C2D6D2D3}"/>
          </ac:spMkLst>
        </pc:spChg>
        <pc:spChg chg="mod">
          <ac:chgData name="SOTA UENO (MC-TOK/PW)" userId="1cd39bfe-2c13-4d1e-9169-059e09dcc08c" providerId="ADAL" clId="{E7F4A26F-4655-4017-9585-82B4B156769E}" dt="2026-02-26T05:50:52.621" v="21283" actId="122"/>
          <ac:spMkLst>
            <pc:docMk/>
            <pc:sldMk cId="3546692421" sldId="980"/>
            <ac:spMk id="50" creationId="{CDF8C38B-D8B2-DC12-EC1A-81F1B5ADDDE0}"/>
          </ac:spMkLst>
        </pc:spChg>
        <pc:spChg chg="mod">
          <ac:chgData name="SOTA UENO (MC-TOK/PW)" userId="1cd39bfe-2c13-4d1e-9169-059e09dcc08c" providerId="ADAL" clId="{E7F4A26F-4655-4017-9585-82B4B156769E}" dt="2026-02-26T05:56:21.108" v="21391" actId="1076"/>
          <ac:spMkLst>
            <pc:docMk/>
            <pc:sldMk cId="3546692421" sldId="980"/>
            <ac:spMk id="52" creationId="{87674BF5-3598-C3E5-386F-222C566EBCA9}"/>
          </ac:spMkLst>
        </pc:spChg>
        <pc:spChg chg="mod">
          <ac:chgData name="SOTA UENO (MC-TOK/PW)" userId="1cd39bfe-2c13-4d1e-9169-059e09dcc08c" providerId="ADAL" clId="{E7F4A26F-4655-4017-9585-82B4B156769E}" dt="2026-02-26T05:56:41.559" v="21420" actId="20577"/>
          <ac:spMkLst>
            <pc:docMk/>
            <pc:sldMk cId="3546692421" sldId="980"/>
            <ac:spMk id="54" creationId="{9F85AE0A-D3CB-1B39-85FE-A396889AA4D0}"/>
          </ac:spMkLst>
        </pc:spChg>
        <pc:grpChg chg="mod">
          <ac:chgData name="SOTA UENO (MC-TOK/PW)" userId="1cd39bfe-2c13-4d1e-9169-059e09dcc08c" providerId="ADAL" clId="{E7F4A26F-4655-4017-9585-82B4B156769E}" dt="2026-02-26T05:53:05.352" v="21312" actId="1076"/>
          <ac:grpSpMkLst>
            <pc:docMk/>
            <pc:sldMk cId="3546692421" sldId="980"/>
            <ac:grpSpMk id="11" creationId="{B3CD69B5-E321-0F94-EF8A-C3D87A87F73C}"/>
          </ac:grpSpMkLst>
        </pc:grpChg>
        <pc:grpChg chg="mod">
          <ac:chgData name="SOTA UENO (MC-TOK/PW)" userId="1cd39bfe-2c13-4d1e-9169-059e09dcc08c" providerId="ADAL" clId="{E7F4A26F-4655-4017-9585-82B4B156769E}" dt="2026-02-26T05:53:05.352" v="21312" actId="1076"/>
          <ac:grpSpMkLst>
            <pc:docMk/>
            <pc:sldMk cId="3546692421" sldId="980"/>
            <ac:grpSpMk id="21" creationId="{67CA80E3-BF01-579F-DD5E-6426C6FF929F}"/>
          </ac:grpSpMkLst>
        </pc:grpChg>
        <pc:picChg chg="mod">
          <ac:chgData name="SOTA UENO (MC-TOK/PW)" userId="1cd39bfe-2c13-4d1e-9169-059e09dcc08c" providerId="ADAL" clId="{E7F4A26F-4655-4017-9585-82B4B156769E}" dt="2026-02-26T05:53:55.771" v="21328" actId="1076"/>
          <ac:picMkLst>
            <pc:docMk/>
            <pc:sldMk cId="3546692421" sldId="980"/>
            <ac:picMk id="39" creationId="{1B46F7BB-47CE-BF2B-E0A5-A29B9B35A759}"/>
          </ac:picMkLst>
        </pc:picChg>
      </pc:sldChg>
      <pc:sldChg chg="modSp mod">
        <pc:chgData name="SOTA UENO (MC-TOK/PW)" userId="1cd39bfe-2c13-4d1e-9169-059e09dcc08c" providerId="ADAL" clId="{E7F4A26F-4655-4017-9585-82B4B156769E}" dt="2026-02-26T06:43:22.519" v="22882" actId="20577"/>
        <pc:sldMkLst>
          <pc:docMk/>
          <pc:sldMk cId="2912982522" sldId="983"/>
        </pc:sldMkLst>
        <pc:spChg chg="mod">
          <ac:chgData name="SOTA UENO (MC-TOK/PW)" userId="1cd39bfe-2c13-4d1e-9169-059e09dcc08c" providerId="ADAL" clId="{E7F4A26F-4655-4017-9585-82B4B156769E}" dt="2026-02-26T06:33:30.845" v="22377" actId="20577"/>
          <ac:spMkLst>
            <pc:docMk/>
            <pc:sldMk cId="2912982522" sldId="983"/>
            <ac:spMk id="6" creationId="{5861E616-B896-8AA8-8EB5-FD4FDA0AD0F6}"/>
          </ac:spMkLst>
        </pc:spChg>
        <pc:spChg chg="mod">
          <ac:chgData name="SOTA UENO (MC-TOK/PW)" userId="1cd39bfe-2c13-4d1e-9169-059e09dcc08c" providerId="ADAL" clId="{E7F4A26F-4655-4017-9585-82B4B156769E}" dt="2026-02-26T06:24:31.219" v="21919" actId="20577"/>
          <ac:spMkLst>
            <pc:docMk/>
            <pc:sldMk cId="2912982522" sldId="983"/>
            <ac:spMk id="10" creationId="{761471CE-6714-758F-D829-29B22D9F7663}"/>
          </ac:spMkLst>
        </pc:spChg>
        <pc:spChg chg="mod">
          <ac:chgData name="SOTA UENO (MC-TOK/PW)" userId="1cd39bfe-2c13-4d1e-9169-059e09dcc08c" providerId="ADAL" clId="{E7F4A26F-4655-4017-9585-82B4B156769E}" dt="2026-02-26T06:32:24.345" v="22317" actId="20577"/>
          <ac:spMkLst>
            <pc:docMk/>
            <pc:sldMk cId="2912982522" sldId="983"/>
            <ac:spMk id="30" creationId="{C1B39B77-FBD9-C481-BDB8-3FD440FBEB56}"/>
          </ac:spMkLst>
        </pc:spChg>
        <pc:spChg chg="mod">
          <ac:chgData name="SOTA UENO (MC-TOK/PW)" userId="1cd39bfe-2c13-4d1e-9169-059e09dcc08c" providerId="ADAL" clId="{E7F4A26F-4655-4017-9585-82B4B156769E}" dt="2026-02-26T06:38:45.734" v="22641" actId="20577"/>
          <ac:spMkLst>
            <pc:docMk/>
            <pc:sldMk cId="2912982522" sldId="983"/>
            <ac:spMk id="1025" creationId="{1FA3DB33-9C82-17CD-1DC8-07B1C679B30D}"/>
          </ac:spMkLst>
        </pc:spChg>
      </pc:sldChg>
      <pc:sldChg chg="addSp delSp modSp add mod modNotesTx">
        <pc:chgData name="SOTA UENO (MC-TOK/PW)" userId="1cd39bfe-2c13-4d1e-9169-059e09dcc08c" providerId="ADAL" clId="{E7F4A26F-4655-4017-9585-82B4B156769E}" dt="2026-03-03T02:06:12.476" v="23483" actId="115"/>
        <pc:sldMkLst>
          <pc:docMk/>
          <pc:sldMk cId="995557494" sldId="986"/>
        </pc:sldMkLst>
        <pc:spChg chg="mod">
          <ac:chgData name="SOTA UENO (MC-TOK/PW)" userId="1cd39bfe-2c13-4d1e-9169-059e09dcc08c" providerId="ADAL" clId="{E7F4A26F-4655-4017-9585-82B4B156769E}" dt="2026-02-25T04:27:10.445" v="17863"/>
          <ac:spMkLst>
            <pc:docMk/>
            <pc:sldMk cId="995557494" sldId="986"/>
            <ac:spMk id="2" creationId="{D77B26BC-CE8F-1714-B3BF-DDB5FC9F5F1D}"/>
          </ac:spMkLst>
        </pc:spChg>
        <pc:spChg chg="mod">
          <ac:chgData name="SOTA UENO (MC-TOK/PW)" userId="1cd39bfe-2c13-4d1e-9169-059e09dcc08c" providerId="ADAL" clId="{E7F4A26F-4655-4017-9585-82B4B156769E}" dt="2026-02-26T07:01:02.392" v="23251"/>
          <ac:spMkLst>
            <pc:docMk/>
            <pc:sldMk cId="995557494" sldId="986"/>
            <ac:spMk id="3" creationId="{2F2C9117-6473-7FC4-264C-1477DEA57164}"/>
          </ac:spMkLst>
        </pc:spChg>
        <pc:spChg chg="add mod">
          <ac:chgData name="SOTA UENO (MC-TOK/PW)" userId="1cd39bfe-2c13-4d1e-9169-059e09dcc08c" providerId="ADAL" clId="{E7F4A26F-4655-4017-9585-82B4B156769E}" dt="2026-02-26T07:00:39.009" v="23234" actId="1076"/>
          <ac:spMkLst>
            <pc:docMk/>
            <pc:sldMk cId="995557494" sldId="986"/>
            <ac:spMk id="5" creationId="{2FAB660F-1A7F-D186-8FDC-910FCFA26B5A}"/>
          </ac:spMkLst>
        </pc:spChg>
        <pc:spChg chg="add mod">
          <ac:chgData name="SOTA UENO (MC-TOK/PW)" userId="1cd39bfe-2c13-4d1e-9169-059e09dcc08c" providerId="ADAL" clId="{E7F4A26F-4655-4017-9585-82B4B156769E}" dt="2026-03-03T02:03:22.498" v="23466" actId="1076"/>
          <ac:spMkLst>
            <pc:docMk/>
            <pc:sldMk cId="995557494" sldId="986"/>
            <ac:spMk id="6" creationId="{DEFBAD36-8240-99E6-090F-F31F9DA3170F}"/>
          </ac:spMkLst>
        </pc:spChg>
        <pc:spChg chg="mod topLvl">
          <ac:chgData name="SOTA UENO (MC-TOK/PW)" userId="1cd39bfe-2c13-4d1e-9169-059e09dcc08c" providerId="ADAL" clId="{E7F4A26F-4655-4017-9585-82B4B156769E}" dt="2026-03-03T02:01:56.893" v="23336" actId="12788"/>
          <ac:spMkLst>
            <pc:docMk/>
            <pc:sldMk cId="995557494" sldId="986"/>
            <ac:spMk id="10" creationId="{7BD4509F-31AC-605B-E9EB-DAF28E2EB816}"/>
          </ac:spMkLst>
        </pc:spChg>
        <pc:spChg chg="mod ord topLvl">
          <ac:chgData name="SOTA UENO (MC-TOK/PW)" userId="1cd39bfe-2c13-4d1e-9169-059e09dcc08c" providerId="ADAL" clId="{E7F4A26F-4655-4017-9585-82B4B156769E}" dt="2026-03-03T02:01:56.893" v="23336" actId="12788"/>
          <ac:spMkLst>
            <pc:docMk/>
            <pc:sldMk cId="995557494" sldId="986"/>
            <ac:spMk id="11" creationId="{DFD1D4B4-6171-52D2-7239-74957C9C018A}"/>
          </ac:spMkLst>
        </pc:spChg>
        <pc:spChg chg="add mod topLvl">
          <ac:chgData name="SOTA UENO (MC-TOK/PW)" userId="1cd39bfe-2c13-4d1e-9169-059e09dcc08c" providerId="ADAL" clId="{E7F4A26F-4655-4017-9585-82B4B156769E}" dt="2026-03-03T02:01:56.893" v="23336" actId="12788"/>
          <ac:spMkLst>
            <pc:docMk/>
            <pc:sldMk cId="995557494" sldId="986"/>
            <ac:spMk id="15" creationId="{0231106D-00AC-045A-06E9-A593D65CE9C7}"/>
          </ac:spMkLst>
        </pc:spChg>
        <pc:spChg chg="add mod ord">
          <ac:chgData name="SOTA UENO (MC-TOK/PW)" userId="1cd39bfe-2c13-4d1e-9169-059e09dcc08c" providerId="ADAL" clId="{E7F4A26F-4655-4017-9585-82B4B156769E}" dt="2026-03-03T02:02:55.538" v="23463" actId="554"/>
          <ac:spMkLst>
            <pc:docMk/>
            <pc:sldMk cId="995557494" sldId="986"/>
            <ac:spMk id="18" creationId="{FFB20BA6-8427-77DD-6D44-568C8247F6C4}"/>
          </ac:spMkLst>
        </pc:spChg>
        <pc:spChg chg="add mod">
          <ac:chgData name="SOTA UENO (MC-TOK/PW)" userId="1cd39bfe-2c13-4d1e-9169-059e09dcc08c" providerId="ADAL" clId="{E7F4A26F-4655-4017-9585-82B4B156769E}" dt="2026-03-03T02:06:12.476" v="23483" actId="115"/>
          <ac:spMkLst>
            <pc:docMk/>
            <pc:sldMk cId="995557494" sldId="986"/>
            <ac:spMk id="24" creationId="{C32220FF-DC4C-4A1F-314F-8E1621E9D7E5}"/>
          </ac:spMkLst>
        </pc:spChg>
        <pc:spChg chg="add mod">
          <ac:chgData name="SOTA UENO (MC-TOK/PW)" userId="1cd39bfe-2c13-4d1e-9169-059e09dcc08c" providerId="ADAL" clId="{E7F4A26F-4655-4017-9585-82B4B156769E}" dt="2026-03-03T02:02:39.125" v="23460" actId="12788"/>
          <ac:spMkLst>
            <pc:docMk/>
            <pc:sldMk cId="995557494" sldId="986"/>
            <ac:spMk id="26" creationId="{7B27B64E-66C4-F75C-018D-0E339221E2B1}"/>
          </ac:spMkLst>
        </pc:spChg>
        <pc:spChg chg="add mod">
          <ac:chgData name="SOTA UENO (MC-TOK/PW)" userId="1cd39bfe-2c13-4d1e-9169-059e09dcc08c" providerId="ADAL" clId="{E7F4A26F-4655-4017-9585-82B4B156769E}" dt="2026-03-03T02:02:39.125" v="23460" actId="12788"/>
          <ac:spMkLst>
            <pc:docMk/>
            <pc:sldMk cId="995557494" sldId="986"/>
            <ac:spMk id="27" creationId="{2AC87F8B-1B43-2B7A-B354-52FFA8ED8A16}"/>
          </ac:spMkLst>
        </pc:spChg>
        <pc:spChg chg="add mod">
          <ac:chgData name="SOTA UENO (MC-TOK/PW)" userId="1cd39bfe-2c13-4d1e-9169-059e09dcc08c" providerId="ADAL" clId="{E7F4A26F-4655-4017-9585-82B4B156769E}" dt="2026-03-03T02:02:39.125" v="23460" actId="12788"/>
          <ac:spMkLst>
            <pc:docMk/>
            <pc:sldMk cId="995557494" sldId="986"/>
            <ac:spMk id="28" creationId="{F164D19F-B270-00FA-1AEB-2F7DAA34CEF1}"/>
          </ac:spMkLst>
        </pc:spChg>
        <pc:spChg chg="add mod">
          <ac:chgData name="SOTA UENO (MC-TOK/PW)" userId="1cd39bfe-2c13-4d1e-9169-059e09dcc08c" providerId="ADAL" clId="{E7F4A26F-4655-4017-9585-82B4B156769E}" dt="2026-03-03T02:02:39.125" v="23460" actId="12788"/>
          <ac:spMkLst>
            <pc:docMk/>
            <pc:sldMk cId="995557494" sldId="986"/>
            <ac:spMk id="29" creationId="{DDA5F333-2B34-5B86-9802-0A3465FDE923}"/>
          </ac:spMkLst>
        </pc:spChg>
        <pc:spChg chg="add mod">
          <ac:chgData name="SOTA UENO (MC-TOK/PW)" userId="1cd39bfe-2c13-4d1e-9169-059e09dcc08c" providerId="ADAL" clId="{E7F4A26F-4655-4017-9585-82B4B156769E}" dt="2026-03-03T02:02:55.538" v="23463" actId="554"/>
          <ac:spMkLst>
            <pc:docMk/>
            <pc:sldMk cId="995557494" sldId="986"/>
            <ac:spMk id="30" creationId="{82364136-24CB-2598-E0A8-E71389895AF1}"/>
          </ac:spMkLst>
        </pc:spChg>
        <pc:graphicFrameChg chg="add mod ord modVis">
          <ac:chgData name="SOTA UENO (MC-TOK/PW)" userId="1cd39bfe-2c13-4d1e-9169-059e09dcc08c" providerId="ADAL" clId="{E7F4A26F-4655-4017-9585-82B4B156769E}" dt="2026-02-25T04:27:10.464" v="17883"/>
          <ac:graphicFrameMkLst>
            <pc:docMk/>
            <pc:sldMk cId="995557494" sldId="986"/>
            <ac:graphicFrameMk id="4" creationId="{520E4AC8-C200-E0A3-3386-ED8F03653BB7}"/>
          </ac:graphicFrameMkLst>
        </pc:graphicFrameChg>
      </pc:sldChg>
      <pc:sldChg chg="addSp delSp modSp add mod ord">
        <pc:chgData name="SOTA UENO (MC-TOK/PW)" userId="1cd39bfe-2c13-4d1e-9169-059e09dcc08c" providerId="ADAL" clId="{E7F4A26F-4655-4017-9585-82B4B156769E}" dt="2026-03-03T02:05:21.528" v="23480" actId="20577"/>
        <pc:sldMkLst>
          <pc:docMk/>
          <pc:sldMk cId="3851575879" sldId="988"/>
        </pc:sldMkLst>
        <pc:spChg chg="mod">
          <ac:chgData name="SOTA UENO (MC-TOK/PW)" userId="1cd39bfe-2c13-4d1e-9169-059e09dcc08c" providerId="ADAL" clId="{E7F4A26F-4655-4017-9585-82B4B156769E}" dt="2026-02-25T05:42:55.179" v="19386"/>
          <ac:spMkLst>
            <pc:docMk/>
            <pc:sldMk cId="3851575879" sldId="988"/>
            <ac:spMk id="2" creationId="{AD9B6340-4736-4EF5-1261-9A9E40F70A50}"/>
          </ac:spMkLst>
        </pc:spChg>
        <pc:spChg chg="mod">
          <ac:chgData name="SOTA UENO (MC-TOK/PW)" userId="1cd39bfe-2c13-4d1e-9169-059e09dcc08c" providerId="ADAL" clId="{E7F4A26F-4655-4017-9585-82B4B156769E}" dt="2026-02-25T05:42:55.183" v="19387"/>
          <ac:spMkLst>
            <pc:docMk/>
            <pc:sldMk cId="3851575879" sldId="988"/>
            <ac:spMk id="3" creationId="{D9986CD0-D81F-B996-B67C-8D5BDD358913}"/>
          </ac:spMkLst>
        </pc:spChg>
        <pc:spChg chg="add mod ord topLvl">
          <ac:chgData name="SOTA UENO (MC-TOK/PW)" userId="1cd39bfe-2c13-4d1e-9169-059e09dcc08c" providerId="ADAL" clId="{E7F4A26F-4655-4017-9585-82B4B156769E}" dt="2026-03-03T02:04:39.810" v="23476" actId="20577"/>
          <ac:spMkLst>
            <pc:docMk/>
            <pc:sldMk cId="3851575879" sldId="988"/>
            <ac:spMk id="5" creationId="{A2E82C1C-953C-40E1-EAE2-8EB4A0D8728D}"/>
          </ac:spMkLst>
        </pc:spChg>
        <pc:spChg chg="add mod ord topLvl">
          <ac:chgData name="SOTA UENO (MC-TOK/PW)" userId="1cd39bfe-2c13-4d1e-9169-059e09dcc08c" providerId="ADAL" clId="{E7F4A26F-4655-4017-9585-82B4B156769E}" dt="2026-02-26T07:03:05.894" v="23261" actId="1076"/>
          <ac:spMkLst>
            <pc:docMk/>
            <pc:sldMk cId="3851575879" sldId="988"/>
            <ac:spMk id="8" creationId="{A2E2823B-B096-6B40-B923-38BFAED2E23F}"/>
          </ac:spMkLst>
        </pc:spChg>
        <pc:spChg chg="add mod ord topLvl">
          <ac:chgData name="SOTA UENO (MC-TOK/PW)" userId="1cd39bfe-2c13-4d1e-9169-059e09dcc08c" providerId="ADAL" clId="{E7F4A26F-4655-4017-9585-82B4B156769E}" dt="2026-03-03T02:05:11.852" v="23478" actId="20577"/>
          <ac:spMkLst>
            <pc:docMk/>
            <pc:sldMk cId="3851575879" sldId="988"/>
            <ac:spMk id="9" creationId="{81FD2B04-D004-3EBD-7AF2-372A54CC4340}"/>
          </ac:spMkLst>
        </pc:spChg>
        <pc:spChg chg="add mod ord">
          <ac:chgData name="SOTA UENO (MC-TOK/PW)" userId="1cd39bfe-2c13-4d1e-9169-059e09dcc08c" providerId="ADAL" clId="{E7F4A26F-4655-4017-9585-82B4B156769E}" dt="2026-02-26T07:03:05.894" v="23261" actId="1076"/>
          <ac:spMkLst>
            <pc:docMk/>
            <pc:sldMk cId="3851575879" sldId="988"/>
            <ac:spMk id="12" creationId="{93D2E3B0-8A23-BEE8-F6BC-B57FF0514E24}"/>
          </ac:spMkLst>
        </pc:spChg>
        <pc:spChg chg="add mod ord">
          <ac:chgData name="SOTA UENO (MC-TOK/PW)" userId="1cd39bfe-2c13-4d1e-9169-059e09dcc08c" providerId="ADAL" clId="{E7F4A26F-4655-4017-9585-82B4B156769E}" dt="2026-03-03T02:05:21.528" v="23480" actId="20577"/>
          <ac:spMkLst>
            <pc:docMk/>
            <pc:sldMk cId="3851575879" sldId="988"/>
            <ac:spMk id="13" creationId="{9CBAB614-E0AE-3EE6-9488-F8D0A72191F5}"/>
          </ac:spMkLst>
        </pc:spChg>
        <pc:spChg chg="mod ord topLvl">
          <ac:chgData name="SOTA UENO (MC-TOK/PW)" userId="1cd39bfe-2c13-4d1e-9169-059e09dcc08c" providerId="ADAL" clId="{E7F4A26F-4655-4017-9585-82B4B156769E}" dt="2026-02-26T07:03:05.894" v="23261" actId="1076"/>
          <ac:spMkLst>
            <pc:docMk/>
            <pc:sldMk cId="3851575879" sldId="988"/>
            <ac:spMk id="35" creationId="{FD264DFC-0B73-339C-C696-9E97D32D7313}"/>
          </ac:spMkLst>
        </pc:spChg>
        <pc:graphicFrameChg chg="mod">
          <ac:chgData name="SOTA UENO (MC-TOK/PW)" userId="1cd39bfe-2c13-4d1e-9169-059e09dcc08c" providerId="ADAL" clId="{E7F4A26F-4655-4017-9585-82B4B156769E}" dt="2026-02-25T05:42:55.195" v="19406"/>
          <ac:graphicFrameMkLst>
            <pc:docMk/>
            <pc:sldMk cId="3851575879" sldId="988"/>
            <ac:graphicFrameMk id="4" creationId="{EE57DB3A-07B2-F82F-0573-23918E7ACDE1}"/>
          </ac:graphicFrameMkLst>
        </pc:graphicFrameChg>
      </pc:sldChg>
      <pc:sldChg chg="delSp modSp add mod">
        <pc:chgData name="SOTA UENO (MC-TOK/PW)" userId="1cd39bfe-2c13-4d1e-9169-059e09dcc08c" providerId="ADAL" clId="{E7F4A26F-4655-4017-9585-82B4B156769E}" dt="2026-02-26T06:54:53.588" v="23226" actId="1076"/>
        <pc:sldMkLst>
          <pc:docMk/>
          <pc:sldMk cId="426927151" sldId="994"/>
        </pc:sldMkLst>
        <pc:spChg chg="mod">
          <ac:chgData name="SOTA UENO (MC-TOK/PW)" userId="1cd39bfe-2c13-4d1e-9169-059e09dcc08c" providerId="ADAL" clId="{E7F4A26F-4655-4017-9585-82B4B156769E}" dt="2026-02-26T06:51:18.599" v="23163" actId="113"/>
          <ac:spMkLst>
            <pc:docMk/>
            <pc:sldMk cId="426927151" sldId="994"/>
            <ac:spMk id="7" creationId="{6E64AC3F-3438-DD13-A95F-325BD896BF3E}"/>
          </ac:spMkLst>
        </pc:spChg>
        <pc:spChg chg="mod">
          <ac:chgData name="SOTA UENO (MC-TOK/PW)" userId="1cd39bfe-2c13-4d1e-9169-059e09dcc08c" providerId="ADAL" clId="{E7F4A26F-4655-4017-9585-82B4B156769E}" dt="2026-02-26T06:53:02.497" v="23166" actId="207"/>
          <ac:spMkLst>
            <pc:docMk/>
            <pc:sldMk cId="426927151" sldId="994"/>
            <ac:spMk id="8" creationId="{C43B855E-EB9C-1CA5-CB59-7F2F308903B7}"/>
          </ac:spMkLst>
        </pc:spChg>
        <pc:spChg chg="mod">
          <ac:chgData name="SOTA UENO (MC-TOK/PW)" userId="1cd39bfe-2c13-4d1e-9169-059e09dcc08c" providerId="ADAL" clId="{E7F4A26F-4655-4017-9585-82B4B156769E}" dt="2026-02-26T06:54:53.588" v="23226" actId="1076"/>
          <ac:spMkLst>
            <pc:docMk/>
            <pc:sldMk cId="426927151" sldId="994"/>
            <ac:spMk id="11" creationId="{3134F107-5509-FAAE-3328-BAEA7AC18C8B}"/>
          </ac:spMkLst>
        </pc:spChg>
        <pc:spChg chg="mod">
          <ac:chgData name="SOTA UENO (MC-TOK/PW)" userId="1cd39bfe-2c13-4d1e-9169-059e09dcc08c" providerId="ADAL" clId="{E7F4A26F-4655-4017-9585-82B4B156769E}" dt="2026-02-26T06:54:53.588" v="23226" actId="1076"/>
          <ac:spMkLst>
            <pc:docMk/>
            <pc:sldMk cId="426927151" sldId="994"/>
            <ac:spMk id="12" creationId="{352C1BA3-1C8C-1BBB-4346-8CFA309AEF9A}"/>
          </ac:spMkLst>
        </pc:spChg>
        <pc:spChg chg="mod">
          <ac:chgData name="SOTA UENO (MC-TOK/PW)" userId="1cd39bfe-2c13-4d1e-9169-059e09dcc08c" providerId="ADAL" clId="{E7F4A26F-4655-4017-9585-82B4B156769E}" dt="2026-02-26T06:54:53.588" v="23226" actId="1076"/>
          <ac:spMkLst>
            <pc:docMk/>
            <pc:sldMk cId="426927151" sldId="994"/>
            <ac:spMk id="14" creationId="{44F1A212-AA7A-895A-543A-4E1E9382ADDD}"/>
          </ac:spMkLst>
        </pc:spChg>
        <pc:spChg chg="mod">
          <ac:chgData name="SOTA UENO (MC-TOK/PW)" userId="1cd39bfe-2c13-4d1e-9169-059e09dcc08c" providerId="ADAL" clId="{E7F4A26F-4655-4017-9585-82B4B156769E}" dt="2026-02-26T06:54:53.588" v="23226" actId="1076"/>
          <ac:spMkLst>
            <pc:docMk/>
            <pc:sldMk cId="426927151" sldId="994"/>
            <ac:spMk id="15" creationId="{FCA9A3A2-8A79-ECD8-6406-6B145738BA2F}"/>
          </ac:spMkLst>
        </pc:spChg>
        <pc:spChg chg="mod">
          <ac:chgData name="SOTA UENO (MC-TOK/PW)" userId="1cd39bfe-2c13-4d1e-9169-059e09dcc08c" providerId="ADAL" clId="{E7F4A26F-4655-4017-9585-82B4B156769E}" dt="2026-02-26T06:54:53.588" v="23226" actId="1076"/>
          <ac:spMkLst>
            <pc:docMk/>
            <pc:sldMk cId="426927151" sldId="994"/>
            <ac:spMk id="16" creationId="{0BA5E8E3-2BA5-FA18-B013-4F2F547DEB41}"/>
          </ac:spMkLst>
        </pc:spChg>
        <pc:spChg chg="mod">
          <ac:chgData name="SOTA UENO (MC-TOK/PW)" userId="1cd39bfe-2c13-4d1e-9169-059e09dcc08c" providerId="ADAL" clId="{E7F4A26F-4655-4017-9585-82B4B156769E}" dt="2026-02-26T06:54:53.588" v="23226" actId="1076"/>
          <ac:spMkLst>
            <pc:docMk/>
            <pc:sldMk cId="426927151" sldId="994"/>
            <ac:spMk id="17" creationId="{59FB0804-E414-C1DE-E694-BDEBB480E10B}"/>
          </ac:spMkLst>
        </pc:spChg>
        <pc:spChg chg="mod">
          <ac:chgData name="SOTA UENO (MC-TOK/PW)" userId="1cd39bfe-2c13-4d1e-9169-059e09dcc08c" providerId="ADAL" clId="{E7F4A26F-4655-4017-9585-82B4B156769E}" dt="2026-02-26T06:54:53.588" v="23226" actId="1076"/>
          <ac:spMkLst>
            <pc:docMk/>
            <pc:sldMk cId="426927151" sldId="994"/>
            <ac:spMk id="19" creationId="{535F66BF-CD1C-1489-9209-EC946BE93EB0}"/>
          </ac:spMkLst>
        </pc:spChg>
        <pc:spChg chg="mod">
          <ac:chgData name="SOTA UENO (MC-TOK/PW)" userId="1cd39bfe-2c13-4d1e-9169-059e09dcc08c" providerId="ADAL" clId="{E7F4A26F-4655-4017-9585-82B4B156769E}" dt="2026-02-26T06:54:53.588" v="23226" actId="1076"/>
          <ac:spMkLst>
            <pc:docMk/>
            <pc:sldMk cId="426927151" sldId="994"/>
            <ac:spMk id="22" creationId="{9B66A0FA-980B-E050-52E1-0C11A3F6E54B}"/>
          </ac:spMkLst>
        </pc:spChg>
        <pc:spChg chg="mod">
          <ac:chgData name="SOTA UENO (MC-TOK/PW)" userId="1cd39bfe-2c13-4d1e-9169-059e09dcc08c" providerId="ADAL" clId="{E7F4A26F-4655-4017-9585-82B4B156769E}" dt="2026-02-26T06:54:37.772" v="23225" actId="1076"/>
          <ac:spMkLst>
            <pc:docMk/>
            <pc:sldMk cId="426927151" sldId="994"/>
            <ac:spMk id="23" creationId="{11B526AC-9C4F-C28E-6AF5-4903CE9E3071}"/>
          </ac:spMkLst>
        </pc:spChg>
        <pc:spChg chg="mod">
          <ac:chgData name="SOTA UENO (MC-TOK/PW)" userId="1cd39bfe-2c13-4d1e-9169-059e09dcc08c" providerId="ADAL" clId="{E7F4A26F-4655-4017-9585-82B4B156769E}" dt="2026-02-26T06:54:53.588" v="23226" actId="1076"/>
          <ac:spMkLst>
            <pc:docMk/>
            <pc:sldMk cId="426927151" sldId="994"/>
            <ac:spMk id="44" creationId="{65BAB673-727C-32F2-9548-AFD4ECAA9128}"/>
          </ac:spMkLst>
        </pc:spChg>
        <pc:spChg chg="mod">
          <ac:chgData name="SOTA UENO (MC-TOK/PW)" userId="1cd39bfe-2c13-4d1e-9169-059e09dcc08c" providerId="ADAL" clId="{E7F4A26F-4655-4017-9585-82B4B156769E}" dt="2026-02-26T06:54:53.588" v="23226" actId="1076"/>
          <ac:spMkLst>
            <pc:docMk/>
            <pc:sldMk cId="426927151" sldId="994"/>
            <ac:spMk id="45" creationId="{5F64B271-9E85-F227-7568-B51D2BD05163}"/>
          </ac:spMkLst>
        </pc:spChg>
        <pc:spChg chg="mod">
          <ac:chgData name="SOTA UENO (MC-TOK/PW)" userId="1cd39bfe-2c13-4d1e-9169-059e09dcc08c" providerId="ADAL" clId="{E7F4A26F-4655-4017-9585-82B4B156769E}" dt="2026-02-26T06:54:33.265" v="23224" actId="1076"/>
          <ac:spMkLst>
            <pc:docMk/>
            <pc:sldMk cId="426927151" sldId="994"/>
            <ac:spMk id="61" creationId="{A75AD835-0083-F39C-C0DF-55554504F3EE}"/>
          </ac:spMkLst>
        </pc:spChg>
      </pc:sldChg>
      <pc:sldChg chg="modSp add mod modNotesTx">
        <pc:chgData name="SOTA UENO (MC-TOK/PW)" userId="1cd39bfe-2c13-4d1e-9169-059e09dcc08c" providerId="ADAL" clId="{E7F4A26F-4655-4017-9585-82B4B156769E}" dt="2026-03-03T02:10:12.121" v="23485" actId="20577"/>
        <pc:sldMkLst>
          <pc:docMk/>
          <pc:sldMk cId="113524776" sldId="1013"/>
        </pc:sldMkLst>
        <pc:spChg chg="mod">
          <ac:chgData name="SOTA UENO (MC-TOK/PW)" userId="1cd39bfe-2c13-4d1e-9169-059e09dcc08c" providerId="ADAL" clId="{E7F4A26F-4655-4017-9585-82B4B156769E}" dt="2026-03-03T02:09:56.120" v="23484" actId="113"/>
          <ac:spMkLst>
            <pc:docMk/>
            <pc:sldMk cId="113524776" sldId="1013"/>
            <ac:spMk id="6" creationId="{E314DCEB-A654-8183-930A-316F64CA135C}"/>
          </ac:spMkLst>
        </pc:spChg>
      </pc:sldChg>
      <pc:sldMasterChg chg="addSp modSp mod">
        <pc:chgData name="SOTA UENO (MC-TOK/PW)" userId="1cd39bfe-2c13-4d1e-9169-059e09dcc08c" providerId="ADAL" clId="{E7F4A26F-4655-4017-9585-82B4B156769E}" dt="2026-02-05T04:56:40.388" v="11102"/>
        <pc:sldMasterMkLst>
          <pc:docMk/>
          <pc:sldMasterMk cId="3933015037" sldId="2147483684"/>
        </pc:sldMasterMkLst>
        <pc:spChg chg="mod">
          <ac:chgData name="SOTA UENO (MC-TOK/PW)" userId="1cd39bfe-2c13-4d1e-9169-059e09dcc08c" providerId="ADAL" clId="{E7F4A26F-4655-4017-9585-82B4B156769E}" dt="2026-02-05T04:56:40.194" v="11085"/>
          <ac:spMkLst>
            <pc:docMk/>
            <pc:sldMasterMk cId="3933015037" sldId="2147483684"/>
            <ac:spMk id="1491977" creationId="{00000000-0000-0000-0000-000000000000}"/>
          </ac:spMkLst>
        </pc:spChg>
        <pc:graphicFrameChg chg="add mod ord modVis">
          <ac:chgData name="SOTA UENO (MC-TOK/PW)" userId="1cd39bfe-2c13-4d1e-9169-059e09dcc08c" providerId="ADAL" clId="{E7F4A26F-4655-4017-9585-82B4B156769E}" dt="2026-02-05T04:56:40.388" v="11102"/>
          <ac:graphicFrameMkLst>
            <pc:docMk/>
            <pc:sldMasterMk cId="3933015037" sldId="2147483684"/>
            <ac:graphicFrameMk id="5" creationId="{E4433A3B-7100-B6A7-795D-4ADB208076BD}"/>
          </ac:graphicFrameMkLst>
        </pc:graphicFrameChg>
      </pc:sldMasterChg>
    </pc:docChg>
  </pc:docChgLst>
  <pc:docChgLst>
    <pc:chgData name="主査　福島 直人" userId="S::naoto_2_fukushima@ccken.onmicrosoft.com::8f548a50-3d4a-4660-b17c-82fdb2003fd5" providerId="AD" clId="Web-{52230B4B-5799-03E5-2B82-E551676EEF9C}"/>
    <pc:docChg chg="modSld">
      <pc:chgData name="主査　福島 直人" userId="S::naoto_2_fukushima@ccken.onmicrosoft.com::8f548a50-3d4a-4660-b17c-82fdb2003fd5" providerId="AD" clId="Web-{52230B4B-5799-03E5-2B82-E551676EEF9C}" dt="2026-03-02T06:18:32.881" v="1" actId="20577"/>
      <pc:docMkLst>
        <pc:docMk/>
      </pc:docMkLst>
      <pc:sldChg chg="modSp">
        <pc:chgData name="主査　福島 直人" userId="S::naoto_2_fukushima@ccken.onmicrosoft.com::8f548a50-3d4a-4660-b17c-82fdb2003fd5" providerId="AD" clId="Web-{52230B4B-5799-03E5-2B82-E551676EEF9C}" dt="2026-03-02T06:18:32.881" v="1" actId="20577"/>
        <pc:sldMkLst>
          <pc:docMk/>
          <pc:sldMk cId="3141537626" sldId="1012"/>
        </pc:sldMkLst>
        <pc:spChg chg="mod">
          <ac:chgData name="主査　福島 直人" userId="S::naoto_2_fukushima@ccken.onmicrosoft.com::8f548a50-3d4a-4660-b17c-82fdb2003fd5" providerId="AD" clId="Web-{52230B4B-5799-03E5-2B82-E551676EEF9C}" dt="2026-03-02T06:18:32.881" v="1" actId="20577"/>
          <ac:spMkLst>
            <pc:docMk/>
            <pc:sldMk cId="3141537626" sldId="1012"/>
            <ac:spMk id="4" creationId="{A55EE8E6-A0F1-94E7-6613-C9140D81E01A}"/>
          </ac:spMkLst>
        </pc:spChg>
      </pc:sldChg>
    </pc:docChg>
  </pc:docChgLst>
  <pc:docChgLst>
    <pc:chgData name="主査　福島 直人" userId="S::naoto_2_fukushima@ccken.onmicrosoft.com::8f548a50-3d4a-4660-b17c-82fdb2003fd5" providerId="AD" clId="Web-{6B536209-0E9F-F7F0-66CF-C0AB56366964}"/>
    <pc:docChg chg="modSld">
      <pc:chgData name="主査　福島 直人" userId="S::naoto_2_fukushima@ccken.onmicrosoft.com::8f548a50-3d4a-4660-b17c-82fdb2003fd5" providerId="AD" clId="Web-{6B536209-0E9F-F7F0-66CF-C0AB56366964}" dt="2026-03-03T11:27:02.622" v="7" actId="20577"/>
      <pc:docMkLst>
        <pc:docMk/>
      </pc:docMkLst>
      <pc:sldChg chg="modSp">
        <pc:chgData name="主査　福島 直人" userId="S::naoto_2_fukushima@ccken.onmicrosoft.com::8f548a50-3d4a-4660-b17c-82fdb2003fd5" providerId="AD" clId="Web-{6B536209-0E9F-F7F0-66CF-C0AB56366964}" dt="2026-03-03T11:26:33.573" v="4" actId="20577"/>
        <pc:sldMkLst>
          <pc:docMk/>
          <pc:sldMk cId="2863164929" sldId="773"/>
        </pc:sldMkLst>
        <pc:spChg chg="mod">
          <ac:chgData name="主査　福島 直人" userId="S::naoto_2_fukushima@ccken.onmicrosoft.com::8f548a50-3d4a-4660-b17c-82fdb2003fd5" providerId="AD" clId="Web-{6B536209-0E9F-F7F0-66CF-C0AB56366964}" dt="2026-03-03T11:26:33.573" v="4" actId="20577"/>
          <ac:spMkLst>
            <pc:docMk/>
            <pc:sldMk cId="2863164929" sldId="773"/>
            <ac:spMk id="11" creationId="{EAA32C65-6221-F52E-FD71-8495FDEFED2E}"/>
          </ac:spMkLst>
        </pc:spChg>
      </pc:sldChg>
      <pc:sldChg chg="modSp">
        <pc:chgData name="主査　福島 直人" userId="S::naoto_2_fukushima@ccken.onmicrosoft.com::8f548a50-3d4a-4660-b17c-82fdb2003fd5" providerId="AD" clId="Web-{6B536209-0E9F-F7F0-66CF-C0AB56366964}" dt="2026-03-03T11:24:12.907" v="3" actId="20577"/>
        <pc:sldMkLst>
          <pc:docMk/>
          <pc:sldMk cId="2912982522" sldId="983"/>
        </pc:sldMkLst>
        <pc:spChg chg="mod">
          <ac:chgData name="主査　福島 直人" userId="S::naoto_2_fukushima@ccken.onmicrosoft.com::8f548a50-3d4a-4660-b17c-82fdb2003fd5" providerId="AD" clId="Web-{6B536209-0E9F-F7F0-66CF-C0AB56366964}" dt="2026-03-03T11:24:12.907" v="3" actId="20577"/>
          <ac:spMkLst>
            <pc:docMk/>
            <pc:sldMk cId="2912982522" sldId="983"/>
            <ac:spMk id="10" creationId="{761471CE-6714-758F-D829-29B22D9F7663}"/>
          </ac:spMkLst>
        </pc:spChg>
      </pc:sldChg>
      <pc:sldChg chg="modSp">
        <pc:chgData name="主査　福島 直人" userId="S::naoto_2_fukushima@ccken.onmicrosoft.com::8f548a50-3d4a-4660-b17c-82fdb2003fd5" providerId="AD" clId="Web-{6B536209-0E9F-F7F0-66CF-C0AB56366964}" dt="2026-03-03T11:27:02.622" v="7" actId="20577"/>
        <pc:sldMkLst>
          <pc:docMk/>
          <pc:sldMk cId="995557494" sldId="986"/>
        </pc:sldMkLst>
        <pc:spChg chg="mod">
          <ac:chgData name="主査　福島 直人" userId="S::naoto_2_fukushima@ccken.onmicrosoft.com::8f548a50-3d4a-4660-b17c-82fdb2003fd5" providerId="AD" clId="Web-{6B536209-0E9F-F7F0-66CF-C0AB56366964}" dt="2026-03-03T11:27:02.622" v="7" actId="20577"/>
          <ac:spMkLst>
            <pc:docMk/>
            <pc:sldMk cId="995557494" sldId="986"/>
            <ac:spMk id="15" creationId="{0231106D-00AC-045A-06E9-A593D65CE9C7}"/>
          </ac:spMkLst>
        </pc:spChg>
      </pc:sldChg>
    </pc:docChg>
  </pc:docChgLst>
  <pc:docChgLst>
    <pc:chgData name="明治安田　荻野 純平" userId="S::jy-ogino@ccken.onmicrosoft.com::27cba3d8-e4d3-428c-9353-43187c47438c" providerId="AD" clId="Web-{C9CD1186-4A2D-DB1F-647E-38F8D4DD1E2B}"/>
    <pc:docChg chg="addSld modSld modSection">
      <pc:chgData name="明治安田　荻野 純平" userId="S::jy-ogino@ccken.onmicrosoft.com::27cba3d8-e4d3-428c-9353-43187c47438c" providerId="AD" clId="Web-{C9CD1186-4A2D-DB1F-647E-38F8D4DD1E2B}" dt="2026-02-26T06:02:30.414" v="296" actId="1076"/>
      <pc:docMkLst>
        <pc:docMk/>
      </pc:docMkLst>
    </pc:docChg>
  </pc:docChgLst>
  <pc:docChgLst>
    <pc:chgData name="主査　福島 直人" userId="S::naoto_2_fukushima@ccken.onmicrosoft.com::8f548a50-3d4a-4660-b17c-82fdb2003fd5" providerId="AD" clId="Web-{C48CC299-9486-75A4-4C8D-E1D0FC68487B}"/>
    <pc:docChg chg="delSld modSld modSection">
      <pc:chgData name="主査　福島 直人" userId="S::naoto_2_fukushima@ccken.onmicrosoft.com::8f548a50-3d4a-4660-b17c-82fdb2003fd5" providerId="AD" clId="Web-{C48CC299-9486-75A4-4C8D-E1D0FC68487B}" dt="2026-02-19T16:10:22.198" v="66" actId="20577"/>
      <pc:docMkLst>
        <pc:docMk/>
      </pc:docMkLst>
      <pc:sldChg chg="modSp">
        <pc:chgData name="主査　福島 直人" userId="S::naoto_2_fukushima@ccken.onmicrosoft.com::8f548a50-3d4a-4660-b17c-82fdb2003fd5" providerId="AD" clId="Web-{C48CC299-9486-75A4-4C8D-E1D0FC68487B}" dt="2026-02-19T15:58:24.566" v="5"/>
        <pc:sldMkLst>
          <pc:docMk/>
          <pc:sldMk cId="468256319" sldId="471"/>
        </pc:sldMkLst>
        <pc:graphicFrameChg chg="mod modGraphic">
          <ac:chgData name="主査　福島 直人" userId="S::naoto_2_fukushima@ccken.onmicrosoft.com::8f548a50-3d4a-4660-b17c-82fdb2003fd5" providerId="AD" clId="Web-{C48CC299-9486-75A4-4C8D-E1D0FC68487B}" dt="2026-02-19T15:58:24.566" v="5"/>
          <ac:graphicFrameMkLst>
            <pc:docMk/>
            <pc:sldMk cId="468256319" sldId="471"/>
            <ac:graphicFrameMk id="14" creationId="{81CF28A4-EEDB-E592-71A3-5D2C5757D04E}"/>
          </ac:graphicFrameMkLst>
        </pc:graphicFrameChg>
      </pc:sldChg>
      <pc:sldChg chg="delSp modSp">
        <pc:chgData name="主査　福島 直人" userId="S::naoto_2_fukushima@ccken.onmicrosoft.com::8f548a50-3d4a-4660-b17c-82fdb2003fd5" providerId="AD" clId="Web-{C48CC299-9486-75A4-4C8D-E1D0FC68487B}" dt="2026-02-19T15:59:23.238" v="16"/>
        <pc:sldMkLst>
          <pc:docMk/>
          <pc:sldMk cId="4049209207" sldId="636"/>
        </pc:sldMkLst>
        <pc:spChg chg="mod">
          <ac:chgData name="主査　福島 直人" userId="S::naoto_2_fukushima@ccken.onmicrosoft.com::8f548a50-3d4a-4660-b17c-82fdb2003fd5" providerId="AD" clId="Web-{C48CC299-9486-75A4-4C8D-E1D0FC68487B}" dt="2026-02-19T15:57:58.410" v="0" actId="20577"/>
          <ac:spMkLst>
            <pc:docMk/>
            <pc:sldMk cId="4049209207" sldId="636"/>
            <ac:spMk id="8" creationId="{2C2EB76A-7420-5F31-1301-953C21D57E89}"/>
          </ac:spMkLst>
        </pc:spChg>
      </pc:sldChg>
      <pc:sldChg chg="modSp">
        <pc:chgData name="主査　福島 直人" userId="S::naoto_2_fukushima@ccken.onmicrosoft.com::8f548a50-3d4a-4660-b17c-82fdb2003fd5" providerId="AD" clId="Web-{C48CC299-9486-75A4-4C8D-E1D0FC68487B}" dt="2026-02-19T15:58:25.582" v="7"/>
        <pc:sldMkLst>
          <pc:docMk/>
          <pc:sldMk cId="1392608573" sldId="727"/>
        </pc:sldMkLst>
        <pc:graphicFrameChg chg="mod modGraphic">
          <ac:chgData name="主査　福島 直人" userId="S::naoto_2_fukushima@ccken.onmicrosoft.com::8f548a50-3d4a-4660-b17c-82fdb2003fd5" providerId="AD" clId="Web-{C48CC299-9486-75A4-4C8D-E1D0FC68487B}" dt="2026-02-19T15:58:25.582" v="7"/>
          <ac:graphicFrameMkLst>
            <pc:docMk/>
            <pc:sldMk cId="1392608573" sldId="727"/>
            <ac:graphicFrameMk id="24" creationId="{63EF7961-CB2C-FA8E-B7EF-9A5009CA7C46}"/>
          </ac:graphicFrameMkLst>
        </pc:graphicFrameChg>
      </pc:sldChg>
      <pc:sldChg chg="modSp">
        <pc:chgData name="主査　福島 直人" userId="S::naoto_2_fukushima@ccken.onmicrosoft.com::8f548a50-3d4a-4660-b17c-82fdb2003fd5" providerId="AD" clId="Web-{C48CC299-9486-75A4-4C8D-E1D0FC68487B}" dt="2026-02-19T15:58:03.253" v="1" actId="20577"/>
        <pc:sldMkLst>
          <pc:docMk/>
          <pc:sldMk cId="2998734072" sldId="849"/>
        </pc:sldMkLst>
        <pc:spChg chg="mod">
          <ac:chgData name="主査　福島 直人" userId="S::naoto_2_fukushima@ccken.onmicrosoft.com::8f548a50-3d4a-4660-b17c-82fdb2003fd5" providerId="AD" clId="Web-{C48CC299-9486-75A4-4C8D-E1D0FC68487B}" dt="2026-02-19T15:58:03.253" v="1" actId="20577"/>
          <ac:spMkLst>
            <pc:docMk/>
            <pc:sldMk cId="2998734072" sldId="849"/>
            <ac:spMk id="8" creationId="{CA09F482-EBFB-878A-2FE4-0C9D284D3F6E}"/>
          </ac:spMkLst>
        </pc:spChg>
      </pc:sldChg>
      <pc:sldChg chg="modSp">
        <pc:chgData name="主査　福島 直人" userId="S::naoto_2_fukushima@ccken.onmicrosoft.com::8f548a50-3d4a-4660-b17c-82fdb2003fd5" providerId="AD" clId="Web-{C48CC299-9486-75A4-4C8D-E1D0FC68487B}" dt="2026-02-19T15:58:17.738" v="2" actId="20577"/>
        <pc:sldMkLst>
          <pc:docMk/>
          <pc:sldMk cId="978939477" sldId="850"/>
        </pc:sldMkLst>
        <pc:spChg chg="mod">
          <ac:chgData name="主査　福島 直人" userId="S::naoto_2_fukushima@ccken.onmicrosoft.com::8f548a50-3d4a-4660-b17c-82fdb2003fd5" providerId="AD" clId="Web-{C48CC299-9486-75A4-4C8D-E1D0FC68487B}" dt="2026-02-19T15:58:17.738" v="2" actId="20577"/>
          <ac:spMkLst>
            <pc:docMk/>
            <pc:sldMk cId="978939477" sldId="850"/>
            <ac:spMk id="8" creationId="{0B6CB4C3-6DB6-BDFB-CA8D-9539D82FF7C1}"/>
          </ac:spMkLst>
        </pc:spChg>
      </pc:sldChg>
      <pc:sldChg chg="modSp">
        <pc:chgData name="主査　福島 直人" userId="S::naoto_2_fukushima@ccken.onmicrosoft.com::8f548a50-3d4a-4660-b17c-82fdb2003fd5" providerId="AD" clId="Web-{C48CC299-9486-75A4-4C8D-E1D0FC68487B}" dt="2026-02-19T15:58:27.582" v="9" actId="20577"/>
        <pc:sldMkLst>
          <pc:docMk/>
          <pc:sldMk cId="785633465" sldId="851"/>
        </pc:sldMkLst>
        <pc:spChg chg="mod">
          <ac:chgData name="主査　福島 直人" userId="S::naoto_2_fukushima@ccken.onmicrosoft.com::8f548a50-3d4a-4660-b17c-82fdb2003fd5" providerId="AD" clId="Web-{C48CC299-9486-75A4-4C8D-E1D0FC68487B}" dt="2026-02-19T15:58:27.582" v="9" actId="20577"/>
          <ac:spMkLst>
            <pc:docMk/>
            <pc:sldMk cId="785633465" sldId="851"/>
            <ac:spMk id="8" creationId="{501000AF-F897-B4DD-1580-70745F13E0F9}"/>
          </ac:spMkLst>
        </pc:spChg>
      </pc:sldChg>
      <pc:sldChg chg="modSp">
        <pc:chgData name="主査　福島 直人" userId="S::naoto_2_fukushima@ccken.onmicrosoft.com::8f548a50-3d4a-4660-b17c-82fdb2003fd5" providerId="AD" clId="Web-{C48CC299-9486-75A4-4C8D-E1D0FC68487B}" dt="2026-02-19T15:58:28.644" v="10" actId="20577"/>
        <pc:sldMkLst>
          <pc:docMk/>
          <pc:sldMk cId="3346796719" sldId="853"/>
        </pc:sldMkLst>
        <pc:spChg chg="mod">
          <ac:chgData name="主査　福島 直人" userId="S::naoto_2_fukushima@ccken.onmicrosoft.com::8f548a50-3d4a-4660-b17c-82fdb2003fd5" providerId="AD" clId="Web-{C48CC299-9486-75A4-4C8D-E1D0FC68487B}" dt="2026-02-19T15:58:28.644" v="10" actId="20577"/>
          <ac:spMkLst>
            <pc:docMk/>
            <pc:sldMk cId="3346796719" sldId="853"/>
            <ac:spMk id="8" creationId="{DA787D85-76B5-87D9-9536-34471566DC72}"/>
          </ac:spMkLst>
        </pc:spChg>
      </pc:sldChg>
      <pc:sldChg chg="modSp">
        <pc:chgData name="主査　福島 直人" userId="S::naoto_2_fukushima@ccken.onmicrosoft.com::8f548a50-3d4a-4660-b17c-82fdb2003fd5" providerId="AD" clId="Web-{C48CC299-9486-75A4-4C8D-E1D0FC68487B}" dt="2026-02-19T15:58:41.332" v="11" actId="20577"/>
        <pc:sldMkLst>
          <pc:docMk/>
          <pc:sldMk cId="741583435" sldId="854"/>
        </pc:sldMkLst>
        <pc:spChg chg="mod">
          <ac:chgData name="主査　福島 直人" userId="S::naoto_2_fukushima@ccken.onmicrosoft.com::8f548a50-3d4a-4660-b17c-82fdb2003fd5" providerId="AD" clId="Web-{C48CC299-9486-75A4-4C8D-E1D0FC68487B}" dt="2026-02-19T15:58:41.332" v="11" actId="20577"/>
          <ac:spMkLst>
            <pc:docMk/>
            <pc:sldMk cId="741583435" sldId="854"/>
            <ac:spMk id="8" creationId="{34EC64F1-9178-B55C-0195-07077E06DFC9}"/>
          </ac:spMkLst>
        </pc:spChg>
      </pc:sldChg>
      <pc:sldChg chg="modSp">
        <pc:chgData name="主査　福島 直人" userId="S::naoto_2_fukushima@ccken.onmicrosoft.com::8f548a50-3d4a-4660-b17c-82fdb2003fd5" providerId="AD" clId="Web-{C48CC299-9486-75A4-4C8D-E1D0FC68487B}" dt="2026-02-19T15:58:22.519" v="3" actId="20577"/>
        <pc:sldMkLst>
          <pc:docMk/>
          <pc:sldMk cId="1039007571" sldId="855"/>
        </pc:sldMkLst>
        <pc:spChg chg="mod">
          <ac:chgData name="主査　福島 直人" userId="S::naoto_2_fukushima@ccken.onmicrosoft.com::8f548a50-3d4a-4660-b17c-82fdb2003fd5" providerId="AD" clId="Web-{C48CC299-9486-75A4-4C8D-E1D0FC68487B}" dt="2026-02-19T15:58:22.519" v="3" actId="20577"/>
          <ac:spMkLst>
            <pc:docMk/>
            <pc:sldMk cId="1039007571" sldId="855"/>
            <ac:spMk id="8" creationId="{1C523931-E41F-A957-9DED-16CDEAE6E404}"/>
          </ac:spMkLst>
        </pc:spChg>
      </pc:sldChg>
      <pc:sldChg chg="modSp">
        <pc:chgData name="主査　福島 直人" userId="S::naoto_2_fukushima@ccken.onmicrosoft.com::8f548a50-3d4a-4660-b17c-82fdb2003fd5" providerId="AD" clId="Web-{C48CC299-9486-75A4-4C8D-E1D0FC68487B}" dt="2026-02-19T15:58:26.863" v="8" actId="20577"/>
        <pc:sldMkLst>
          <pc:docMk/>
          <pc:sldMk cId="490314474" sldId="961"/>
        </pc:sldMkLst>
        <pc:spChg chg="mod">
          <ac:chgData name="主査　福島 直人" userId="S::naoto_2_fukushima@ccken.onmicrosoft.com::8f548a50-3d4a-4660-b17c-82fdb2003fd5" providerId="AD" clId="Web-{C48CC299-9486-75A4-4C8D-E1D0FC68487B}" dt="2026-02-19T15:58:26.863" v="8" actId="20577"/>
          <ac:spMkLst>
            <pc:docMk/>
            <pc:sldMk cId="490314474" sldId="961"/>
            <ac:spMk id="8" creationId="{E901DBD4-5D92-F6DA-1842-EA2372F80B25}"/>
          </ac:spMkLst>
        </pc:spChg>
      </pc:sldChg>
    </pc:docChg>
  </pc:docChgLst>
  <pc:docChgLst>
    <pc:chgData name="主査　福島 直人" userId="S::naoto_2_fukushima@ccken.onmicrosoft.com::8f548a50-3d4a-4660-b17c-82fdb2003fd5" providerId="AD" clId="Web-{126A0584-A36B-B145-77AF-0054740975FB}"/>
    <pc:docChg chg="modSld sldOrd modSection">
      <pc:chgData name="主査　福島 直人" userId="S::naoto_2_fukushima@ccken.onmicrosoft.com::8f548a50-3d4a-4660-b17c-82fdb2003fd5" providerId="AD" clId="Web-{126A0584-A36B-B145-77AF-0054740975FB}" dt="2026-02-18T08:48:27.405" v="89" actId="20577"/>
      <pc:docMkLst>
        <pc:docMk/>
      </pc:docMkLst>
      <pc:sldChg chg="modSp">
        <pc:chgData name="主査　福島 直人" userId="S::naoto_2_fukushima@ccken.onmicrosoft.com::8f548a50-3d4a-4660-b17c-82fdb2003fd5" providerId="AD" clId="Web-{126A0584-A36B-B145-77AF-0054740975FB}" dt="2026-02-18T08:18:21.256" v="11" actId="20577"/>
        <pc:sldMkLst>
          <pc:docMk/>
          <pc:sldMk cId="2863164929" sldId="773"/>
        </pc:sldMkLst>
        <pc:spChg chg="mod">
          <ac:chgData name="主査　福島 直人" userId="S::naoto_2_fukushima@ccken.onmicrosoft.com::8f548a50-3d4a-4660-b17c-82fdb2003fd5" providerId="AD" clId="Web-{126A0584-A36B-B145-77AF-0054740975FB}" dt="2026-02-18T08:18:21.256" v="11" actId="20577"/>
          <ac:spMkLst>
            <pc:docMk/>
            <pc:sldMk cId="2863164929" sldId="773"/>
            <ac:spMk id="17" creationId="{67C8EBDA-33F2-D4C4-747B-0442AC70B707}"/>
          </ac:spMkLst>
        </pc:spChg>
      </pc:sldChg>
      <pc:sldChg chg="modSp">
        <pc:chgData name="主査　福島 直人" userId="S::naoto_2_fukushima@ccken.onmicrosoft.com::8f548a50-3d4a-4660-b17c-82fdb2003fd5" providerId="AD" clId="Web-{126A0584-A36B-B145-77AF-0054740975FB}" dt="2026-02-18T08:48:27.405" v="89" actId="20577"/>
        <pc:sldMkLst>
          <pc:docMk/>
          <pc:sldMk cId="2575810299" sldId="958"/>
        </pc:sldMkLst>
        <pc:spChg chg="mod">
          <ac:chgData name="主査　福島 直人" userId="S::naoto_2_fukushima@ccken.onmicrosoft.com::8f548a50-3d4a-4660-b17c-82fdb2003fd5" providerId="AD" clId="Web-{126A0584-A36B-B145-77AF-0054740975FB}" dt="2026-02-18T08:48:27.405" v="89" actId="20577"/>
          <ac:spMkLst>
            <pc:docMk/>
            <pc:sldMk cId="2575810299" sldId="958"/>
            <ac:spMk id="3" creationId="{309EA843-8EB0-DEFE-3D01-4D8DF23D26A2}"/>
          </ac:spMkLst>
        </pc:spChg>
        <pc:spChg chg="mod">
          <ac:chgData name="主査　福島 直人" userId="S::naoto_2_fukushima@ccken.onmicrosoft.com::8f548a50-3d4a-4660-b17c-82fdb2003fd5" providerId="AD" clId="Web-{126A0584-A36B-B145-77AF-0054740975FB}" dt="2026-02-18T08:41:17.131" v="60" actId="20577"/>
          <ac:spMkLst>
            <pc:docMk/>
            <pc:sldMk cId="2575810299" sldId="958"/>
            <ac:spMk id="6" creationId="{568A092F-4BCD-F497-D8D3-73DA53EAE208}"/>
          </ac:spMkLst>
        </pc:spChg>
        <pc:spChg chg="mod">
          <ac:chgData name="主査　福島 直人" userId="S::naoto_2_fukushima@ccken.onmicrosoft.com::8f548a50-3d4a-4660-b17c-82fdb2003fd5" providerId="AD" clId="Web-{126A0584-A36B-B145-77AF-0054740975FB}" dt="2026-02-18T08:45:30.871" v="70" actId="1076"/>
          <ac:spMkLst>
            <pc:docMk/>
            <pc:sldMk cId="2575810299" sldId="958"/>
            <ac:spMk id="7" creationId="{77B1510E-D32B-59E6-7807-D1ADD4826386}"/>
          </ac:spMkLst>
        </pc:spChg>
        <pc:spChg chg="mod">
          <ac:chgData name="主査　福島 直人" userId="S::naoto_2_fukushima@ccken.onmicrosoft.com::8f548a50-3d4a-4660-b17c-82fdb2003fd5" providerId="AD" clId="Web-{126A0584-A36B-B145-77AF-0054740975FB}" dt="2026-02-18T08:46:14.887" v="73" actId="20577"/>
          <ac:spMkLst>
            <pc:docMk/>
            <pc:sldMk cId="2575810299" sldId="958"/>
            <ac:spMk id="9" creationId="{122BDB4F-8DDA-79B4-79E8-139B7EB54958}"/>
          </ac:spMkLst>
        </pc:spChg>
        <pc:spChg chg="mod">
          <ac:chgData name="主査　福島 直人" userId="S::naoto_2_fukushima@ccken.onmicrosoft.com::8f548a50-3d4a-4660-b17c-82fdb2003fd5" providerId="AD" clId="Web-{126A0584-A36B-B145-77AF-0054740975FB}" dt="2026-02-18T08:46:19.106" v="74" actId="20577"/>
          <ac:spMkLst>
            <pc:docMk/>
            <pc:sldMk cId="2575810299" sldId="958"/>
            <ac:spMk id="12" creationId="{CD67A43E-2129-F49F-AC21-CA15C1F34676}"/>
          </ac:spMkLst>
        </pc:spChg>
      </pc:sldChg>
    </pc:docChg>
  </pc:docChgLst>
  <pc:docChgLst>
    <pc:chgData name="明治安田　荻野 純平" userId="S::jy-ogino@ccken.onmicrosoft.com::27cba3d8-e4d3-428c-9353-43187c47438c" providerId="AD" clId="Web-{0FE1EDEB-DFC0-4413-D264-0946BB7EE639}"/>
    <pc:docChg chg="modSld sldOrd">
      <pc:chgData name="明治安田　荻野 純平" userId="S::jy-ogino@ccken.onmicrosoft.com::27cba3d8-e4d3-428c-9353-43187c47438c" providerId="AD" clId="Web-{0FE1EDEB-DFC0-4413-D264-0946BB7EE639}" dt="2026-02-05T07:02:31.191" v="3"/>
      <pc:docMkLst>
        <pc:docMk/>
      </pc:docMkLst>
    </pc:docChg>
  </pc:docChgLst>
  <pc:docChgLst>
    <pc:chgData name="MUIT　髙橋 博実" userId="S::hiromix222_msn.com#ext#@ccken.onmicrosoft.com::9d572560-7f87-4d11-90b9-a0fc016bcb45" providerId="AD" clId="Web-{DD1143C6-E25A-8FE2-7D20-B4A1FDB6CA8E}"/>
    <pc:docChg chg="modSld sldOrd">
      <pc:chgData name="MUIT　髙橋 博実" userId="S::hiromix222_msn.com#ext#@ccken.onmicrosoft.com::9d572560-7f87-4d11-90b9-a0fc016bcb45" providerId="AD" clId="Web-{DD1143C6-E25A-8FE2-7D20-B4A1FDB6CA8E}" dt="2026-02-16T12:01:10.085" v="46"/>
      <pc:docMkLst>
        <pc:docMk/>
      </pc:docMkLst>
      <pc:sldChg chg="modSp">
        <pc:chgData name="MUIT　髙橋 博実" userId="S::hiromix222_msn.com#ext#@ccken.onmicrosoft.com::9d572560-7f87-4d11-90b9-a0fc016bcb45" providerId="AD" clId="Web-{DD1143C6-E25A-8FE2-7D20-B4A1FDB6CA8E}" dt="2026-02-12T06:19:45.547" v="0" actId="14100"/>
        <pc:sldMkLst>
          <pc:docMk/>
          <pc:sldMk cId="1392608573" sldId="727"/>
        </pc:sldMkLst>
        <pc:spChg chg="mod">
          <ac:chgData name="MUIT　髙橋 博実" userId="S::hiromix222_msn.com#ext#@ccken.onmicrosoft.com::9d572560-7f87-4d11-90b9-a0fc016bcb45" providerId="AD" clId="Web-{DD1143C6-E25A-8FE2-7D20-B4A1FDB6CA8E}" dt="2026-02-12T06:19:45.547" v="0" actId="14100"/>
          <ac:spMkLst>
            <pc:docMk/>
            <pc:sldMk cId="1392608573" sldId="727"/>
            <ac:spMk id="37" creationId="{69049471-B8EE-A563-1587-01F325C549CF}"/>
          </ac:spMkLst>
        </pc:spChg>
      </pc:sldChg>
    </pc:docChg>
  </pc:docChgLst>
  <pc:docChgLst>
    <pc:chgData name="主査　福島 直人" userId="S::naoto_2_fukushima@ccken.onmicrosoft.com::8f548a50-3d4a-4660-b17c-82fdb2003fd5" providerId="AD" clId="Web-{51628E4F-9C99-67F2-30BF-C531776C3725}"/>
    <pc:docChg chg="delSld modSld modSection">
      <pc:chgData name="主査　福島 直人" userId="S::naoto_2_fukushima@ccken.onmicrosoft.com::8f548a50-3d4a-4660-b17c-82fdb2003fd5" providerId="AD" clId="Web-{51628E4F-9C99-67F2-30BF-C531776C3725}" dt="2026-02-04T13:10:52.662" v="847" actId="20577"/>
      <pc:docMkLst>
        <pc:docMk/>
      </pc:docMkLst>
      <pc:sldChg chg="addSp delSp modSp">
        <pc:chgData name="主査　福島 直人" userId="S::naoto_2_fukushima@ccken.onmicrosoft.com::8f548a50-3d4a-4660-b17c-82fdb2003fd5" providerId="AD" clId="Web-{51628E4F-9C99-67F2-30BF-C531776C3725}" dt="2026-02-04T10:58:50.846" v="47" actId="1076"/>
        <pc:sldMkLst>
          <pc:docMk/>
          <pc:sldMk cId="2863164929" sldId="773"/>
        </pc:sldMkLst>
        <pc:spChg chg="mod">
          <ac:chgData name="主査　福島 直人" userId="S::naoto_2_fukushima@ccken.onmicrosoft.com::8f548a50-3d4a-4660-b17c-82fdb2003fd5" providerId="AD" clId="Web-{51628E4F-9C99-67F2-30BF-C531776C3725}" dt="2026-02-04T10:58:41.095" v="41" actId="1076"/>
          <ac:spMkLst>
            <pc:docMk/>
            <pc:sldMk cId="2863164929" sldId="773"/>
            <ac:spMk id="13" creationId="{F967AD52-8CCD-A45B-6CC3-8156C90EA7D9}"/>
          </ac:spMkLst>
        </pc:spChg>
        <pc:spChg chg="mod">
          <ac:chgData name="主査　福島 直人" userId="S::naoto_2_fukushima@ccken.onmicrosoft.com::8f548a50-3d4a-4660-b17c-82fdb2003fd5" providerId="AD" clId="Web-{51628E4F-9C99-67F2-30BF-C531776C3725}" dt="2026-02-04T10:58:41.111" v="42" actId="1076"/>
          <ac:spMkLst>
            <pc:docMk/>
            <pc:sldMk cId="2863164929" sldId="773"/>
            <ac:spMk id="16" creationId="{376FFBE3-3FC4-D1DA-7323-AE428AA8AB37}"/>
          </ac:spMkLst>
        </pc:spChg>
        <pc:spChg chg="mod">
          <ac:chgData name="主査　福島 直人" userId="S::naoto_2_fukushima@ccken.onmicrosoft.com::8f548a50-3d4a-4660-b17c-82fdb2003fd5" providerId="AD" clId="Web-{51628E4F-9C99-67F2-30BF-C531776C3725}" dt="2026-02-04T10:58:41.127" v="43" actId="1076"/>
          <ac:spMkLst>
            <pc:docMk/>
            <pc:sldMk cId="2863164929" sldId="773"/>
            <ac:spMk id="17" creationId="{67C8EBDA-33F2-D4C4-747B-0442AC70B707}"/>
          </ac:spMkLst>
        </pc:spChg>
      </pc:sldChg>
    </pc:docChg>
  </pc:docChgLst>
  <pc:docChgLst>
    <pc:chgData name="masazaki yoshihiro/6201258/昌崎　良浩" userId="0c7474cb-3660-4f05-80b1-7e093c724de8" providerId="ADAL" clId="{3014E939-FBF6-5C63-877C-1708B5EB6ECE}"/>
    <pc:docChg chg="undo custSel modSld">
      <pc:chgData name="masazaki yoshihiro/6201258/昌崎　良浩" userId="0c7474cb-3660-4f05-80b1-7e093c724de8" providerId="ADAL" clId="{3014E939-FBF6-5C63-877C-1708B5EB6ECE}" dt="2026-02-23T23:57:29.920" v="2232" actId="208"/>
      <pc:docMkLst>
        <pc:docMk/>
      </pc:docMkLst>
    </pc:docChg>
  </pc:docChgLst>
  <pc:docChgLst>
    <pc:chgData name="masazaki yoshihiro/6201258/昌崎　良浩" userId="S::yoshihiro.masazaki.mk_mcgc.com#ext#@ccken.onmicrosoft.com::338b9127-7fcd-4e96-b095-c08a802489d5" providerId="AD" clId="Web-{9AB253B2-CD01-CC49-58A7-3401390A37DB}"/>
    <pc:docChg chg="modSld">
      <pc:chgData name="masazaki yoshihiro/6201258/昌崎　良浩" userId="S::yoshihiro.masazaki.mk_mcgc.com#ext#@ccken.onmicrosoft.com::338b9127-7fcd-4e96-b095-c08a802489d5" providerId="AD" clId="Web-{9AB253B2-CD01-CC49-58A7-3401390A37DB}" dt="2026-02-20T06:05:40.149" v="434" actId="20577"/>
      <pc:docMkLst>
        <pc:docMk/>
      </pc:docMkLst>
    </pc:docChg>
  </pc:docChgLst>
  <pc:docChgLst>
    <pc:chgData name="主査　福島 直人" userId="S::naoto_2_fukushima@ccken.onmicrosoft.com::8f548a50-3d4a-4660-b17c-82fdb2003fd5" providerId="AD" clId="Web-{F03B18E8-374F-47FF-4373-0855A1B87225}"/>
    <pc:docChg chg="addSld modSld modSection">
      <pc:chgData name="主査　福島 直人" userId="S::naoto_2_fukushima@ccken.onmicrosoft.com::8f548a50-3d4a-4660-b17c-82fdb2003fd5" providerId="AD" clId="Web-{F03B18E8-374F-47FF-4373-0855A1B87225}" dt="2026-02-26T05:46:33.904" v="37" actId="20577"/>
      <pc:docMkLst>
        <pc:docMk/>
      </pc:docMkLst>
      <pc:sldChg chg="delSp">
        <pc:chgData name="主査　福島 直人" userId="S::naoto_2_fukushima@ccken.onmicrosoft.com::8f548a50-3d4a-4660-b17c-82fdb2003fd5" providerId="AD" clId="Web-{F03B18E8-374F-47FF-4373-0855A1B87225}" dt="2026-02-25T10:32:00.214" v="0"/>
        <pc:sldMkLst>
          <pc:docMk/>
          <pc:sldMk cId="3496318797" sldId="954"/>
        </pc:sldMkLst>
      </pc:sldChg>
    </pc:docChg>
  </pc:docChgLst>
  <pc:docChgLst>
    <pc:chgData name="三菱UFJ信託銀行　網野 智仁" userId="S::tomohito_amino@ccken.onmicrosoft.com::f8474316-ab6c-4136-bc0a-a68b4c48cb80" providerId="AD" clId="Web-{79F5BC3D-CE17-914E-B7AE-85F4F96984A1}"/>
    <pc:docChg chg="addSld delSld modSld modSection">
      <pc:chgData name="三菱UFJ信託銀行　網野 智仁" userId="S::tomohito_amino@ccken.onmicrosoft.com::f8474316-ab6c-4136-bc0a-a68b4c48cb80" providerId="AD" clId="Web-{79F5BC3D-CE17-914E-B7AE-85F4F96984A1}" dt="2026-02-05T07:38:57.721" v="329" actId="1076"/>
      <pc:docMkLst>
        <pc:docMk/>
      </pc:docMkLst>
    </pc:docChg>
  </pc:docChgLst>
  <pc:docChgLst>
    <pc:chgData name="明治安田　荻野 純平" userId="S::jy-ogino@ccken.onmicrosoft.com::27cba3d8-e4d3-428c-9353-43187c47438c" providerId="AD" clId="Web-{8867B5F1-3B97-C419-0D0E-F260279D75CF}"/>
    <pc:docChg chg="modSld">
      <pc:chgData name="明治安田　荻野 純平" userId="S::jy-ogino@ccken.onmicrosoft.com::27cba3d8-e4d3-428c-9353-43187c47438c" providerId="AD" clId="Web-{8867B5F1-3B97-C419-0D0E-F260279D75CF}" dt="2026-02-26T14:48:07.618" v="160" actId="20577"/>
      <pc:docMkLst>
        <pc:docMk/>
      </pc:docMkLst>
      <pc:sldChg chg="modSp">
        <pc:chgData name="明治安田　荻野 純平" userId="S::jy-ogino@ccken.onmicrosoft.com::27cba3d8-e4d3-428c-9353-43187c47438c" providerId="AD" clId="Web-{8867B5F1-3B97-C419-0D0E-F260279D75CF}" dt="2026-02-26T14:42:08.991" v="98" actId="20577"/>
        <pc:sldMkLst>
          <pc:docMk/>
          <pc:sldMk cId="3546692421" sldId="980"/>
        </pc:sldMkLst>
        <pc:spChg chg="mod">
          <ac:chgData name="明治安田　荻野 純平" userId="S::jy-ogino@ccken.onmicrosoft.com::27cba3d8-e4d3-428c-9353-43187c47438c" providerId="AD" clId="Web-{8867B5F1-3B97-C419-0D0E-F260279D75CF}" dt="2026-02-26T14:40:41.331" v="90" actId="14100"/>
          <ac:spMkLst>
            <pc:docMk/>
            <pc:sldMk cId="3546692421" sldId="980"/>
            <ac:spMk id="52" creationId="{87674BF5-3598-C3E5-386F-222C566EBCA9}"/>
          </ac:spMkLst>
        </pc:spChg>
        <pc:spChg chg="mod">
          <ac:chgData name="明治安田　荻野 純平" userId="S::jy-ogino@ccken.onmicrosoft.com::27cba3d8-e4d3-428c-9353-43187c47438c" providerId="AD" clId="Web-{8867B5F1-3B97-C419-0D0E-F260279D75CF}" dt="2026-02-26T14:42:08.991" v="98" actId="20577"/>
          <ac:spMkLst>
            <pc:docMk/>
            <pc:sldMk cId="3546692421" sldId="980"/>
            <ac:spMk id="54" creationId="{9F85AE0A-D3CB-1B39-85FE-A396889AA4D0}"/>
          </ac:spMkLst>
        </pc:spChg>
      </pc:sldChg>
      <pc:sldChg chg="modSp">
        <pc:chgData name="明治安田　荻野 純平" userId="S::jy-ogino@ccken.onmicrosoft.com::27cba3d8-e4d3-428c-9353-43187c47438c" providerId="AD" clId="Web-{8867B5F1-3B97-C419-0D0E-F260279D75CF}" dt="2026-02-26T14:38:03.305" v="43" actId="14100"/>
        <pc:sldMkLst>
          <pc:docMk/>
          <pc:sldMk cId="426927151" sldId="994"/>
        </pc:sldMkLst>
        <pc:spChg chg="mod">
          <ac:chgData name="明治安田　荻野 純平" userId="S::jy-ogino@ccken.onmicrosoft.com::27cba3d8-e4d3-428c-9353-43187c47438c" providerId="AD" clId="Web-{8867B5F1-3B97-C419-0D0E-F260279D75CF}" dt="2026-02-26T14:36:45.398" v="40" actId="20577"/>
          <ac:spMkLst>
            <pc:docMk/>
            <pc:sldMk cId="426927151" sldId="994"/>
            <ac:spMk id="3" creationId="{C24114A6-8D1A-5788-F398-37B65FCD299E}"/>
          </ac:spMkLst>
        </pc:spChg>
        <pc:spChg chg="mod">
          <ac:chgData name="明治安田　荻野 純平" userId="S::jy-ogino@ccken.onmicrosoft.com::27cba3d8-e4d3-428c-9353-43187c47438c" providerId="AD" clId="Web-{8867B5F1-3B97-C419-0D0E-F260279D75CF}" dt="2026-02-26T14:38:03.305" v="43" actId="14100"/>
          <ac:spMkLst>
            <pc:docMk/>
            <pc:sldMk cId="426927151" sldId="994"/>
            <ac:spMk id="8" creationId="{C43B855E-EB9C-1CA5-CB59-7F2F308903B7}"/>
          </ac:spMkLst>
        </pc:spChg>
        <pc:spChg chg="mod">
          <ac:chgData name="明治安田　荻野 純平" userId="S::jy-ogino@ccken.onmicrosoft.com::27cba3d8-e4d3-428c-9353-43187c47438c" providerId="AD" clId="Web-{8867B5F1-3B97-C419-0D0E-F260279D75CF}" dt="2026-02-26T14:35:59.429" v="39" actId="20577"/>
          <ac:spMkLst>
            <pc:docMk/>
            <pc:sldMk cId="426927151" sldId="994"/>
            <ac:spMk id="12" creationId="{352C1BA3-1C8C-1BBB-4346-8CFA309AEF9A}"/>
          </ac:spMkLst>
        </pc:spChg>
        <pc:spChg chg="mod">
          <ac:chgData name="明治安田　荻野 純平" userId="S::jy-ogino@ccken.onmicrosoft.com::27cba3d8-e4d3-428c-9353-43187c47438c" providerId="AD" clId="Web-{8867B5F1-3B97-C419-0D0E-F260279D75CF}" dt="2026-02-26T14:35:51.726" v="37" actId="20577"/>
          <ac:spMkLst>
            <pc:docMk/>
            <pc:sldMk cId="426927151" sldId="994"/>
            <ac:spMk id="17" creationId="{59FB0804-E414-C1DE-E694-BDEBB480E10B}"/>
          </ac:spMkLst>
        </pc:spChg>
      </pc:sldChg>
      <pc:sldChg chg="modSp">
        <pc:chgData name="明治安田　荻野 純平" userId="S::jy-ogino@ccken.onmicrosoft.com::27cba3d8-e4d3-428c-9353-43187c47438c" providerId="AD" clId="Web-{8867B5F1-3B97-C419-0D0E-F260279D75CF}" dt="2026-02-26T14:39:05.822" v="65" actId="20577"/>
        <pc:sldMkLst>
          <pc:docMk/>
          <pc:sldMk cId="1557085014" sldId="1005"/>
        </pc:sldMkLst>
        <pc:spChg chg="mod">
          <ac:chgData name="明治安田　荻野 純平" userId="S::jy-ogino@ccken.onmicrosoft.com::27cba3d8-e4d3-428c-9353-43187c47438c" providerId="AD" clId="Web-{8867B5F1-3B97-C419-0D0E-F260279D75CF}" dt="2026-02-26T14:39:00.837" v="60" actId="20577"/>
          <ac:spMkLst>
            <pc:docMk/>
            <pc:sldMk cId="1557085014" sldId="1005"/>
            <ac:spMk id="12" creationId="{0E173D1D-BB62-54CB-AB4B-C633F7A15517}"/>
          </ac:spMkLst>
        </pc:spChg>
        <pc:spChg chg="mod">
          <ac:chgData name="明治安田　荻野 純平" userId="S::jy-ogino@ccken.onmicrosoft.com::27cba3d8-e4d3-428c-9353-43187c47438c" providerId="AD" clId="Web-{8867B5F1-3B97-C419-0D0E-F260279D75CF}" dt="2026-02-26T14:39:05.822" v="65" actId="20577"/>
          <ac:spMkLst>
            <pc:docMk/>
            <pc:sldMk cId="1557085014" sldId="1005"/>
            <ac:spMk id="17" creationId="{34B9CE4E-7850-82F4-6128-825C6D4BBFDD}"/>
          </ac:spMkLst>
        </pc:spChg>
        <pc:spChg chg="mod">
          <ac:chgData name="明治安田　荻野 純平" userId="S::jy-ogino@ccken.onmicrosoft.com::27cba3d8-e4d3-428c-9353-43187c47438c" providerId="AD" clId="Web-{8867B5F1-3B97-C419-0D0E-F260279D75CF}" dt="2026-02-26T14:38:46.790" v="56" actId="20577"/>
          <ac:spMkLst>
            <pc:docMk/>
            <pc:sldMk cId="1557085014" sldId="1005"/>
            <ac:spMk id="26" creationId="{B124331C-3A53-238D-959D-FB97D2880ECD}"/>
          </ac:spMkLst>
        </pc:spChg>
      </pc:sldChg>
      <pc:sldChg chg="modSp">
        <pc:chgData name="明治安田　荻野 純平" userId="S::jy-ogino@ccken.onmicrosoft.com::27cba3d8-e4d3-428c-9353-43187c47438c" providerId="AD" clId="Web-{8867B5F1-3B97-C419-0D0E-F260279D75CF}" dt="2026-02-26T14:40:01.029" v="87" actId="20577"/>
        <pc:sldMkLst>
          <pc:docMk/>
          <pc:sldMk cId="433359686" sldId="1008"/>
        </pc:sldMkLst>
        <pc:spChg chg="mod">
          <ac:chgData name="明治安田　荻野 純平" userId="S::jy-ogino@ccken.onmicrosoft.com::27cba3d8-e4d3-428c-9353-43187c47438c" providerId="AD" clId="Web-{8867B5F1-3B97-C419-0D0E-F260279D75CF}" dt="2026-02-26T14:39:44.900" v="79" actId="20577"/>
          <ac:spMkLst>
            <pc:docMk/>
            <pc:sldMk cId="433359686" sldId="1008"/>
            <ac:spMk id="7" creationId="{2982206F-0657-4D05-EFEC-DEFB72D781B0}"/>
          </ac:spMkLst>
        </pc:spChg>
        <pc:spChg chg="mod">
          <ac:chgData name="明治安田　荻野 純平" userId="S::jy-ogino@ccken.onmicrosoft.com::27cba3d8-e4d3-428c-9353-43187c47438c" providerId="AD" clId="Web-{8867B5F1-3B97-C419-0D0E-F260279D75CF}" dt="2026-02-26T14:39:39.072" v="75" actId="20577"/>
          <ac:spMkLst>
            <pc:docMk/>
            <pc:sldMk cId="433359686" sldId="1008"/>
            <ac:spMk id="56" creationId="{FBE47691-5267-1458-7B44-9D755962C2A6}"/>
          </ac:spMkLst>
        </pc:spChg>
        <pc:spChg chg="mod">
          <ac:chgData name="明治安田　荻野 純平" userId="S::jy-ogino@ccken.onmicrosoft.com::27cba3d8-e4d3-428c-9353-43187c47438c" providerId="AD" clId="Web-{8867B5F1-3B97-C419-0D0E-F260279D75CF}" dt="2026-02-26T14:40:01.029" v="87" actId="20577"/>
          <ac:spMkLst>
            <pc:docMk/>
            <pc:sldMk cId="433359686" sldId="1008"/>
            <ac:spMk id="102" creationId="{0DB7154A-9423-8777-3CA7-F333C5E91EFC}"/>
          </ac:spMkLst>
        </pc:spChg>
      </pc:sldChg>
    </pc:docChg>
  </pc:docChgLst>
  <pc:docChgLst>
    <pc:chgData name="主査　福島 直人" userId="S::naoto_2_fukushima@ccken.onmicrosoft.com::8f548a50-3d4a-4660-b17c-82fdb2003fd5" providerId="AD" clId="Web-{690779BD-0B15-35F5-5F4F-A1DADDD34FDA}"/>
    <pc:docChg chg="modSld">
      <pc:chgData name="主査　福島 直人" userId="S::naoto_2_fukushima@ccken.onmicrosoft.com::8f548a50-3d4a-4660-b17c-82fdb2003fd5" providerId="AD" clId="Web-{690779BD-0B15-35F5-5F4F-A1DADDD34FDA}" dt="2026-02-10T01:10:53.530" v="2" actId="1076"/>
      <pc:docMkLst>
        <pc:docMk/>
      </pc:docMkLst>
      <pc:sldChg chg="modSp">
        <pc:chgData name="主査　福島 直人" userId="S::naoto_2_fukushima@ccken.onmicrosoft.com::8f548a50-3d4a-4660-b17c-82fdb2003fd5" providerId="AD" clId="Web-{690779BD-0B15-35F5-5F4F-A1DADDD34FDA}" dt="2026-02-10T01:10:53.530" v="2" actId="1076"/>
        <pc:sldMkLst>
          <pc:docMk/>
          <pc:sldMk cId="468256319" sldId="471"/>
        </pc:sldMkLst>
      </pc:sldChg>
    </pc:docChg>
  </pc:docChgLst>
  <pc:docChgLst>
    <pc:chgData name="主査　福島 直人" userId="S::naoto_2_fukushima@ccken.onmicrosoft.com::8f548a50-3d4a-4660-b17c-82fdb2003fd5" providerId="AD" clId="Web-{0F787F82-2155-4640-356A-503C17CAEB0F}"/>
    <pc:docChg chg="modSld">
      <pc:chgData name="主査　福島 直人" userId="S::naoto_2_fukushima@ccken.onmicrosoft.com::8f548a50-3d4a-4660-b17c-82fdb2003fd5" providerId="AD" clId="Web-{0F787F82-2155-4640-356A-503C17CAEB0F}" dt="2026-03-02T01:02:12.805" v="5" actId="20577"/>
      <pc:docMkLst>
        <pc:docMk/>
      </pc:docMkLst>
      <pc:sldChg chg="modSp">
        <pc:chgData name="主査　福島 直人" userId="S::naoto_2_fukushima@ccken.onmicrosoft.com::8f548a50-3d4a-4660-b17c-82fdb2003fd5" providerId="AD" clId="Web-{0F787F82-2155-4640-356A-503C17CAEB0F}" dt="2026-03-02T01:02:12.805" v="5" actId="20577"/>
        <pc:sldMkLst>
          <pc:docMk/>
          <pc:sldMk cId="490314474" sldId="961"/>
        </pc:sldMkLst>
      </pc:sldChg>
    </pc:docChg>
  </pc:docChgLst>
  <pc:docChgLst>
    <pc:chgData name="三菱UFJ信託銀行　網野 智仁" userId="S::tomohito_amino@ccken.onmicrosoft.com::f8474316-ab6c-4136-bc0a-a68b4c48cb80" providerId="AD" clId="Web-{99699E77-2B92-AC73-5F20-D2CDFB803DAD}"/>
    <pc:docChg chg="delSld modSld sldOrd modSection">
      <pc:chgData name="三菱UFJ信託銀行　網野 智仁" userId="S::tomohito_amino@ccken.onmicrosoft.com::f8474316-ab6c-4136-bc0a-a68b4c48cb80" providerId="AD" clId="Web-{99699E77-2B92-AC73-5F20-D2CDFB803DAD}" dt="2026-02-26T14:47:23.233" v="226"/>
      <pc:docMkLst>
        <pc:docMk/>
      </pc:docMkLst>
      <pc:sldChg chg="modSp">
        <pc:chgData name="三菱UFJ信託銀行　網野 智仁" userId="S::tomohito_amino@ccken.onmicrosoft.com::f8474316-ab6c-4136-bc0a-a68b4c48cb80" providerId="AD" clId="Web-{99699E77-2B92-AC73-5F20-D2CDFB803DAD}" dt="2026-02-26T14:30:49.637" v="133" actId="20577"/>
        <pc:sldMkLst>
          <pc:docMk/>
          <pc:sldMk cId="3740400021" sldId="808"/>
        </pc:sldMkLst>
        <pc:spChg chg="mod">
          <ac:chgData name="三菱UFJ信託銀行　網野 智仁" userId="S::tomohito_amino@ccken.onmicrosoft.com::f8474316-ab6c-4136-bc0a-a68b4c48cb80" providerId="AD" clId="Web-{99699E77-2B92-AC73-5F20-D2CDFB803DAD}" dt="2026-02-26T14:30:49.637" v="133" actId="20577"/>
          <ac:spMkLst>
            <pc:docMk/>
            <pc:sldMk cId="3740400021" sldId="808"/>
            <ac:spMk id="7" creationId="{3E73ECD1-EE70-F57D-5BEB-684D4D488BC8}"/>
          </ac:spMkLst>
        </pc:spChg>
        <pc:graphicFrameChg chg="mod">
          <ac:chgData name="三菱UFJ信託銀行　網野 智仁" userId="S::tomohito_amino@ccken.onmicrosoft.com::f8474316-ab6c-4136-bc0a-a68b4c48cb80" providerId="AD" clId="Web-{99699E77-2B92-AC73-5F20-D2CDFB803DAD}" dt="2026-02-26T14:30:09.226" v="124" actId="1076"/>
          <ac:graphicFrameMkLst>
            <pc:docMk/>
            <pc:sldMk cId="3740400021" sldId="808"/>
            <ac:graphicFrameMk id="9" creationId="{B52BE3F1-7E2C-458C-B1E6-150E3C9D8028}"/>
          </ac:graphicFrameMkLst>
        </pc:graphicFrameChg>
        <pc:graphicFrameChg chg="mod modGraphic">
          <ac:chgData name="三菱UFJ信託銀行　網野 智仁" userId="S::tomohito_amino@ccken.onmicrosoft.com::f8474316-ab6c-4136-bc0a-a68b4c48cb80" providerId="AD" clId="Web-{99699E77-2B92-AC73-5F20-D2CDFB803DAD}" dt="2026-02-26T14:30:09.258" v="125" actId="1076"/>
          <ac:graphicFrameMkLst>
            <pc:docMk/>
            <pc:sldMk cId="3740400021" sldId="808"/>
            <ac:graphicFrameMk id="13" creationId="{E49B29B1-EAF1-BDDE-111D-9019A3CA58FF}"/>
          </ac:graphicFrameMkLst>
        </pc:graphicFrameChg>
      </pc:sldChg>
      <pc:sldChg chg="modSp">
        <pc:chgData name="三菱UFJ信託銀行　網野 智仁" userId="S::tomohito_amino@ccken.onmicrosoft.com::f8474316-ab6c-4136-bc0a-a68b4c48cb80" providerId="AD" clId="Web-{99699E77-2B92-AC73-5F20-D2CDFB803DAD}" dt="2026-02-26T14:27:45.911" v="107"/>
        <pc:sldMkLst>
          <pc:docMk/>
          <pc:sldMk cId="2863564126" sldId="809"/>
        </pc:sldMkLst>
        <pc:graphicFrameChg chg="mod modGraphic">
          <ac:chgData name="三菱UFJ信託銀行　網野 智仁" userId="S::tomohito_amino@ccken.onmicrosoft.com::f8474316-ab6c-4136-bc0a-a68b4c48cb80" providerId="AD" clId="Web-{99699E77-2B92-AC73-5F20-D2CDFB803DAD}" dt="2026-02-26T14:27:44.411" v="105"/>
          <ac:graphicFrameMkLst>
            <pc:docMk/>
            <pc:sldMk cId="2863564126" sldId="809"/>
            <ac:graphicFrameMk id="5" creationId="{FD63A822-5B26-65A1-59E7-DEFF86BACD14}"/>
          </ac:graphicFrameMkLst>
        </pc:graphicFrameChg>
        <pc:graphicFrameChg chg="mod modGraphic">
          <ac:chgData name="三菱UFJ信託銀行　網野 智仁" userId="S::tomohito_amino@ccken.onmicrosoft.com::f8474316-ab6c-4136-bc0a-a68b4c48cb80" providerId="AD" clId="Web-{99699E77-2B92-AC73-5F20-D2CDFB803DAD}" dt="2026-02-26T14:27:45.911" v="107"/>
          <ac:graphicFrameMkLst>
            <pc:docMk/>
            <pc:sldMk cId="2863564126" sldId="809"/>
            <ac:graphicFrameMk id="6" creationId="{A96560D9-9B7B-C267-61CE-69EC58D75A04}"/>
          </ac:graphicFrameMkLst>
        </pc:graphicFrameChg>
      </pc:sldChg>
      <pc:sldChg chg="modSp">
        <pc:chgData name="三菱UFJ信託銀行　網野 智仁" userId="S::tomohito_amino@ccken.onmicrosoft.com::f8474316-ab6c-4136-bc0a-a68b4c48cb80" providerId="AD" clId="Web-{99699E77-2B92-AC73-5F20-D2CDFB803DAD}" dt="2026-02-26T14:27:50.192" v="111"/>
        <pc:sldMkLst>
          <pc:docMk/>
          <pc:sldMk cId="4048481670" sldId="810"/>
        </pc:sldMkLst>
        <pc:graphicFrameChg chg="mod modGraphic">
          <ac:chgData name="三菱UFJ信託銀行　網野 智仁" userId="S::tomohito_amino@ccken.onmicrosoft.com::f8474316-ab6c-4136-bc0a-a68b4c48cb80" providerId="AD" clId="Web-{99699E77-2B92-AC73-5F20-D2CDFB803DAD}" dt="2026-02-26T14:27:48.380" v="109"/>
          <ac:graphicFrameMkLst>
            <pc:docMk/>
            <pc:sldMk cId="4048481670" sldId="810"/>
            <ac:graphicFrameMk id="6" creationId="{E852BA61-0444-8E8E-FB67-6169CAC8673A}"/>
          </ac:graphicFrameMkLst>
        </pc:graphicFrameChg>
        <pc:graphicFrameChg chg="mod modGraphic">
          <ac:chgData name="三菱UFJ信託銀行　網野 智仁" userId="S::tomohito_amino@ccken.onmicrosoft.com::f8474316-ab6c-4136-bc0a-a68b4c48cb80" providerId="AD" clId="Web-{99699E77-2B92-AC73-5F20-D2CDFB803DAD}" dt="2026-02-26T14:27:50.192" v="111"/>
          <ac:graphicFrameMkLst>
            <pc:docMk/>
            <pc:sldMk cId="4048481670" sldId="810"/>
            <ac:graphicFrameMk id="7" creationId="{F5C2A429-2D4C-49F1-E37F-A009531F8C67}"/>
          </ac:graphicFrameMkLst>
        </pc:graphicFrameChg>
      </pc:sldChg>
      <pc:sldChg chg="modSp ord">
        <pc:chgData name="三菱UFJ信託銀行　網野 智仁" userId="S::tomohito_amino@ccken.onmicrosoft.com::f8474316-ab6c-4136-bc0a-a68b4c48cb80" providerId="AD" clId="Web-{99699E77-2B92-AC73-5F20-D2CDFB803DAD}" dt="2026-02-26T14:47:23.233" v="226"/>
        <pc:sldMkLst>
          <pc:docMk/>
          <pc:sldMk cId="656133690" sldId="811"/>
        </pc:sldMkLst>
        <pc:graphicFrameChg chg="mod modGraphic">
          <ac:chgData name="三菱UFJ信託銀行　網野 智仁" userId="S::tomohito_amino@ccken.onmicrosoft.com::f8474316-ab6c-4136-bc0a-a68b4c48cb80" providerId="AD" clId="Web-{99699E77-2B92-AC73-5F20-D2CDFB803DAD}" dt="2026-02-26T14:27:53.723" v="113"/>
          <ac:graphicFrameMkLst>
            <pc:docMk/>
            <pc:sldMk cId="656133690" sldId="811"/>
            <ac:graphicFrameMk id="4" creationId="{6AB771B0-FEEF-1484-D4B9-6E7084EA28E6}"/>
          </ac:graphicFrameMkLst>
        </pc:graphicFrameChg>
      </pc:sldChg>
      <pc:sldChg chg="modSp">
        <pc:chgData name="三菱UFJ信託銀行　網野 智仁" userId="S::tomohito_amino@ccken.onmicrosoft.com::f8474316-ab6c-4136-bc0a-a68b4c48cb80" providerId="AD" clId="Web-{99699E77-2B92-AC73-5F20-D2CDFB803DAD}" dt="2026-02-26T14:28:06.114" v="121"/>
        <pc:sldMkLst>
          <pc:docMk/>
          <pc:sldMk cId="3784166746" sldId="812"/>
        </pc:sldMkLst>
        <pc:graphicFrameChg chg="mod modGraphic">
          <ac:chgData name="三菱UFJ信託銀行　網野 智仁" userId="S::tomohito_amino@ccken.onmicrosoft.com::f8474316-ab6c-4136-bc0a-a68b4c48cb80" providerId="AD" clId="Web-{99699E77-2B92-AC73-5F20-D2CDFB803DAD}" dt="2026-02-26T14:28:02.927" v="117"/>
          <ac:graphicFrameMkLst>
            <pc:docMk/>
            <pc:sldMk cId="3784166746" sldId="812"/>
            <ac:graphicFrameMk id="4" creationId="{0595A386-EC60-5C78-CDC4-89F032B930F7}"/>
          </ac:graphicFrameMkLst>
        </pc:graphicFrameChg>
        <pc:graphicFrameChg chg="mod modGraphic">
          <ac:chgData name="三菱UFJ信託銀行　網野 智仁" userId="S::tomohito_amino@ccken.onmicrosoft.com::f8474316-ab6c-4136-bc0a-a68b4c48cb80" providerId="AD" clId="Web-{99699E77-2B92-AC73-5F20-D2CDFB803DAD}" dt="2026-02-26T14:28:03.099" v="119"/>
          <ac:graphicFrameMkLst>
            <pc:docMk/>
            <pc:sldMk cId="3784166746" sldId="812"/>
            <ac:graphicFrameMk id="5" creationId="{507477FE-0B4E-3085-FF73-DF617CF7736C}"/>
          </ac:graphicFrameMkLst>
        </pc:graphicFrameChg>
        <pc:graphicFrameChg chg="mod modGraphic">
          <ac:chgData name="三菱UFJ信託銀行　網野 智仁" userId="S::tomohito_amino@ccken.onmicrosoft.com::f8474316-ab6c-4136-bc0a-a68b4c48cb80" providerId="AD" clId="Web-{99699E77-2B92-AC73-5F20-D2CDFB803DAD}" dt="2026-02-26T14:28:06.114" v="121"/>
          <ac:graphicFrameMkLst>
            <pc:docMk/>
            <pc:sldMk cId="3784166746" sldId="812"/>
            <ac:graphicFrameMk id="7" creationId="{17B6D5D2-357C-BE29-940E-AB62644F3873}"/>
          </ac:graphicFrameMkLst>
        </pc:graphicFrameChg>
      </pc:sldChg>
      <pc:sldChg chg="modSp">
        <pc:chgData name="三菱UFJ信託銀行　網野 智仁" userId="S::tomohito_amino@ccken.onmicrosoft.com::f8474316-ab6c-4136-bc0a-a68b4c48cb80" providerId="AD" clId="Web-{99699E77-2B92-AC73-5F20-D2CDFB803DAD}" dt="2026-02-26T14:27:59.864" v="115"/>
        <pc:sldMkLst>
          <pc:docMk/>
          <pc:sldMk cId="1689093626" sldId="838"/>
        </pc:sldMkLst>
        <pc:graphicFrameChg chg="mod modGraphic">
          <ac:chgData name="三菱UFJ信託銀行　網野 智仁" userId="S::tomohito_amino@ccken.onmicrosoft.com::f8474316-ab6c-4136-bc0a-a68b4c48cb80" providerId="AD" clId="Web-{99699E77-2B92-AC73-5F20-D2CDFB803DAD}" dt="2026-02-26T14:27:59.864" v="115"/>
          <ac:graphicFrameMkLst>
            <pc:docMk/>
            <pc:sldMk cId="1689093626" sldId="838"/>
            <ac:graphicFrameMk id="3" creationId="{51351D9B-EF6B-5B6B-AB95-57DF5FF96891}"/>
          </ac:graphicFrameMkLst>
        </pc:graphicFrameChg>
      </pc:sldChg>
      <pc:sldChg chg="modSp">
        <pc:chgData name="三菱UFJ信託銀行　網野 智仁" userId="S::tomohito_amino@ccken.onmicrosoft.com::f8474316-ab6c-4136-bc0a-a68b4c48cb80" providerId="AD" clId="Web-{99699E77-2B92-AC73-5F20-D2CDFB803DAD}" dt="2026-02-26T14:15:58.279" v="5" actId="20577"/>
        <pc:sldMkLst>
          <pc:docMk/>
          <pc:sldMk cId="4077408376" sldId="962"/>
        </pc:sldMkLst>
        <pc:spChg chg="mod">
          <ac:chgData name="三菱UFJ信託銀行　網野 智仁" userId="S::tomohito_amino@ccken.onmicrosoft.com::f8474316-ab6c-4136-bc0a-a68b4c48cb80" providerId="AD" clId="Web-{99699E77-2B92-AC73-5F20-D2CDFB803DAD}" dt="2026-02-26T14:15:58.279" v="5" actId="20577"/>
          <ac:spMkLst>
            <pc:docMk/>
            <pc:sldMk cId="4077408376" sldId="962"/>
            <ac:spMk id="9" creationId="{54DDE1CC-0568-EF6F-FE9D-3552007C535E}"/>
          </ac:spMkLst>
        </pc:spChg>
      </pc:sldChg>
      <pc:sldChg chg="addSp delSp modSp">
        <pc:chgData name="三菱UFJ信託銀行　網野 智仁" userId="S::tomohito_amino@ccken.onmicrosoft.com::f8474316-ab6c-4136-bc0a-a68b4c48cb80" providerId="AD" clId="Web-{99699E77-2B92-AC73-5F20-D2CDFB803DAD}" dt="2026-02-26T14:38:56.037" v="186" actId="1076"/>
        <pc:sldMkLst>
          <pc:docMk/>
          <pc:sldMk cId="3913572286" sldId="963"/>
        </pc:sldMkLst>
        <pc:spChg chg="mod">
          <ac:chgData name="三菱UFJ信託銀行　網野 智仁" userId="S::tomohito_amino@ccken.onmicrosoft.com::f8474316-ab6c-4136-bc0a-a68b4c48cb80" providerId="AD" clId="Web-{99699E77-2B92-AC73-5F20-D2CDFB803DAD}" dt="2026-02-26T14:38:47.209" v="184" actId="1076"/>
          <ac:spMkLst>
            <pc:docMk/>
            <pc:sldMk cId="3913572286" sldId="963"/>
            <ac:spMk id="4" creationId="{7620D1D4-3C19-7AFB-29D1-A5875FB24387}"/>
          </ac:spMkLst>
        </pc:spChg>
        <pc:spChg chg="mod">
          <ac:chgData name="三菱UFJ信託銀行　網野 智仁" userId="S::tomohito_amino@ccken.onmicrosoft.com::f8474316-ab6c-4136-bc0a-a68b4c48cb80" providerId="AD" clId="Web-{99699E77-2B92-AC73-5F20-D2CDFB803DAD}" dt="2026-02-26T14:38:51.771" v="185" actId="1076"/>
          <ac:spMkLst>
            <pc:docMk/>
            <pc:sldMk cId="3913572286" sldId="963"/>
            <ac:spMk id="5" creationId="{AC3DE9BA-634B-AF73-92AE-5059797484AD}"/>
          </ac:spMkLst>
        </pc:spChg>
        <pc:spChg chg="add mod">
          <ac:chgData name="三菱UFJ信託銀行　網野 智仁" userId="S::tomohito_amino@ccken.onmicrosoft.com::f8474316-ab6c-4136-bc0a-a68b4c48cb80" providerId="AD" clId="Web-{99699E77-2B92-AC73-5F20-D2CDFB803DAD}" dt="2026-02-26T14:35:10.139" v="181" actId="20577"/>
          <ac:spMkLst>
            <pc:docMk/>
            <pc:sldMk cId="3913572286" sldId="963"/>
            <ac:spMk id="6" creationId="{EBBA6372-2C91-AF48-8951-CB78365F5572}"/>
          </ac:spMkLst>
        </pc:spChg>
        <pc:spChg chg="mod">
          <ac:chgData name="三菱UFJ信託銀行　網野 智仁" userId="S::tomohito_amino@ccken.onmicrosoft.com::f8474316-ab6c-4136-bc0a-a68b4c48cb80" providerId="AD" clId="Web-{99699E77-2B92-AC73-5F20-D2CDFB803DAD}" dt="2026-02-26T14:19:19.696" v="43" actId="14100"/>
          <ac:spMkLst>
            <pc:docMk/>
            <pc:sldMk cId="3913572286" sldId="963"/>
            <ac:spMk id="7" creationId="{E39F57E1-2631-9C69-0B6B-A19304FA8C47}"/>
          </ac:spMkLst>
        </pc:spChg>
        <pc:spChg chg="mod">
          <ac:chgData name="三菱UFJ信託銀行　網野 智仁" userId="S::tomohito_amino@ccken.onmicrosoft.com::f8474316-ab6c-4136-bc0a-a68b4c48cb80" providerId="AD" clId="Web-{99699E77-2B92-AC73-5F20-D2CDFB803DAD}" dt="2026-02-26T14:20:28.886" v="68" actId="14100"/>
          <ac:spMkLst>
            <pc:docMk/>
            <pc:sldMk cId="3913572286" sldId="963"/>
            <ac:spMk id="9" creationId="{BB51E254-81C4-42C6-E58A-5950996ABADA}"/>
          </ac:spMkLst>
        </pc:spChg>
        <pc:spChg chg="mod">
          <ac:chgData name="三菱UFJ信託銀行　網野 智仁" userId="S::tomohito_amino@ccken.onmicrosoft.com::f8474316-ab6c-4136-bc0a-a68b4c48cb80" providerId="AD" clId="Web-{99699E77-2B92-AC73-5F20-D2CDFB803DAD}" dt="2026-02-26T14:34:06.839" v="166" actId="20577"/>
          <ac:spMkLst>
            <pc:docMk/>
            <pc:sldMk cId="3913572286" sldId="963"/>
            <ac:spMk id="10" creationId="{DC55178E-5128-52D5-AB2D-4C5DCBB21AD3}"/>
          </ac:spMkLst>
        </pc:spChg>
        <pc:spChg chg="mod">
          <ac:chgData name="三菱UFJ信託銀行　網野 智仁" userId="S::tomohito_amino@ccken.onmicrosoft.com::f8474316-ab6c-4136-bc0a-a68b4c48cb80" providerId="AD" clId="Web-{99699E77-2B92-AC73-5F20-D2CDFB803DAD}" dt="2026-02-26T14:20:10.244" v="55" actId="14100"/>
          <ac:spMkLst>
            <pc:docMk/>
            <pc:sldMk cId="3913572286" sldId="963"/>
            <ac:spMk id="11" creationId="{75CF3661-0390-5272-526C-44710B2B8CBB}"/>
          </ac:spMkLst>
        </pc:spChg>
        <pc:spChg chg="mod">
          <ac:chgData name="三菱UFJ信託銀行　網野 智仁" userId="S::tomohito_amino@ccken.onmicrosoft.com::f8474316-ab6c-4136-bc0a-a68b4c48cb80" providerId="AD" clId="Web-{99699E77-2B92-AC73-5F20-D2CDFB803DAD}" dt="2026-02-26T14:20:28.917" v="69" actId="14100"/>
          <ac:spMkLst>
            <pc:docMk/>
            <pc:sldMk cId="3913572286" sldId="963"/>
            <ac:spMk id="14" creationId="{43F5DB69-9519-BFF4-6E50-F72F2C905C21}"/>
          </ac:spMkLst>
        </pc:spChg>
        <pc:spChg chg="mod">
          <ac:chgData name="三菱UFJ信託銀行　網野 智仁" userId="S::tomohito_amino@ccken.onmicrosoft.com::f8474316-ab6c-4136-bc0a-a68b4c48cb80" providerId="AD" clId="Web-{99699E77-2B92-AC73-5F20-D2CDFB803DAD}" dt="2026-02-26T14:20:28.948" v="70" actId="14100"/>
          <ac:spMkLst>
            <pc:docMk/>
            <pc:sldMk cId="3913572286" sldId="963"/>
            <ac:spMk id="16" creationId="{71F6C996-AFE4-75C0-E47A-70D2660F0D94}"/>
          </ac:spMkLst>
        </pc:spChg>
        <pc:spChg chg="mod">
          <ac:chgData name="三菱UFJ信託銀行　網野 智仁" userId="S::tomohito_amino@ccken.onmicrosoft.com::f8474316-ab6c-4136-bc0a-a68b4c48cb80" providerId="AD" clId="Web-{99699E77-2B92-AC73-5F20-D2CDFB803DAD}" dt="2026-02-26T14:20:19.229" v="61" actId="1076"/>
          <ac:spMkLst>
            <pc:docMk/>
            <pc:sldMk cId="3913572286" sldId="963"/>
            <ac:spMk id="20" creationId="{EF8082AC-394C-5197-FA2C-5462D45EF3D1}"/>
          </ac:spMkLst>
        </pc:spChg>
        <pc:spChg chg="mod">
          <ac:chgData name="三菱UFJ信託銀行　網野 智仁" userId="S::tomohito_amino@ccken.onmicrosoft.com::f8474316-ab6c-4136-bc0a-a68b4c48cb80" providerId="AD" clId="Web-{99699E77-2B92-AC73-5F20-D2CDFB803DAD}" dt="2026-02-26T14:20:15.104" v="59" actId="1076"/>
          <ac:spMkLst>
            <pc:docMk/>
            <pc:sldMk cId="3913572286" sldId="963"/>
            <ac:spMk id="21" creationId="{29D9BAEB-FA1C-DE0F-8619-253AE5F5D04F}"/>
          </ac:spMkLst>
        </pc:spChg>
        <pc:spChg chg="mod">
          <ac:chgData name="三菱UFJ信託銀行　網野 智仁" userId="S::tomohito_amino@ccken.onmicrosoft.com::f8474316-ab6c-4136-bc0a-a68b4c48cb80" providerId="AD" clId="Web-{99699E77-2B92-AC73-5F20-D2CDFB803DAD}" dt="2026-02-26T14:20:17.323" v="60" actId="1076"/>
          <ac:spMkLst>
            <pc:docMk/>
            <pc:sldMk cId="3913572286" sldId="963"/>
            <ac:spMk id="30" creationId="{525B9DD4-7C74-9A88-28A8-0942EAE828DD}"/>
          </ac:spMkLst>
        </pc:spChg>
        <pc:grpChg chg="mod">
          <ac:chgData name="三菱UFJ信託銀行　網野 智仁" userId="S::tomohito_amino@ccken.onmicrosoft.com::f8474316-ab6c-4136-bc0a-a68b4c48cb80" providerId="AD" clId="Web-{99699E77-2B92-AC73-5F20-D2CDFB803DAD}" dt="2026-02-26T14:34:39.137" v="169" actId="1076"/>
          <ac:grpSpMkLst>
            <pc:docMk/>
            <pc:sldMk cId="3913572286" sldId="963"/>
            <ac:grpSpMk id="22" creationId="{F5DB6571-11BB-AA15-2778-376FFA5464EB}"/>
          </ac:grpSpMkLst>
        </pc:grpChg>
        <pc:grpChg chg="mod">
          <ac:chgData name="三菱UFJ信託銀行　網野 智仁" userId="S::tomohito_amino@ccken.onmicrosoft.com::f8474316-ab6c-4136-bc0a-a68b4c48cb80" providerId="AD" clId="Web-{99699E77-2B92-AC73-5F20-D2CDFB803DAD}" dt="2026-02-26T14:38:56.037" v="186" actId="1076"/>
          <ac:grpSpMkLst>
            <pc:docMk/>
            <pc:sldMk cId="3913572286" sldId="963"/>
            <ac:grpSpMk id="23" creationId="{3BABA799-2690-5092-42A9-80C55A81B682}"/>
          </ac:grpSpMkLst>
        </pc:grpChg>
      </pc:sldChg>
      <pc:sldChg chg="delSp modSp modCm">
        <pc:chgData name="三菱UFJ信託銀行　網野 智仁" userId="S::tomohito_amino@ccken.onmicrosoft.com::f8474316-ab6c-4136-bc0a-a68b4c48cb80" providerId="AD" clId="Web-{99699E77-2B92-AC73-5F20-D2CDFB803DAD}" dt="2026-02-26T14:35:26.108" v="182" actId="1076"/>
        <pc:sldMkLst>
          <pc:docMk/>
          <pc:sldMk cId="3211560190" sldId="974"/>
        </pc:sldMkLst>
        <pc:spChg chg="mod">
          <ac:chgData name="三菱UFJ信託銀行　網野 智仁" userId="S::tomohito_amino@ccken.onmicrosoft.com::f8474316-ab6c-4136-bc0a-a68b4c48cb80" providerId="AD" clId="Web-{99699E77-2B92-AC73-5F20-D2CDFB803DAD}" dt="2026-02-26T14:33:55.682" v="151" actId="20577"/>
          <ac:spMkLst>
            <pc:docMk/>
            <pc:sldMk cId="3211560190" sldId="974"/>
            <ac:spMk id="26" creationId="{37BDFC22-17F5-C34B-13D9-790848410026}"/>
          </ac:spMkLst>
        </pc:spChg>
        <pc:spChg chg="mod">
          <ac:chgData name="三菱UFJ信託銀行　網野 智仁" userId="S::tomohito_amino@ccken.onmicrosoft.com::f8474316-ab6c-4136-bc0a-a68b4c48cb80" providerId="AD" clId="Web-{99699E77-2B92-AC73-5F20-D2CDFB803DAD}" dt="2026-02-26T14:35:26.108" v="182" actId="1076"/>
          <ac:spMkLst>
            <pc:docMk/>
            <pc:sldMk cId="3211560190" sldId="974"/>
            <ac:spMk id="33" creationId="{2A57F66B-81EC-7721-AADD-E559D4031237}"/>
          </ac:spMkLst>
        </pc:spChg>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S::tomohito_amino@ccken.onmicrosoft.com::f8474316-ab6c-4136-bc0a-a68b4c48cb80" providerId="AD" clId="Web-{99699E77-2B92-AC73-5F20-D2CDFB803DAD}" dt="2026-02-26T14:33:52.307" v="150" actId="20577"/>
              <pc2:cmMkLst xmlns:pc2="http://schemas.microsoft.com/office/powerpoint/2019/9/main/command">
                <pc:docMk/>
                <pc:sldMk cId="3211560190" sldId="974"/>
                <pc2:cmMk id="{E25B2D68-FBC4-442B-A1A5-8AA2661529F2}"/>
              </pc2:cmMkLst>
            </pc226:cmChg>
          </p:ext>
        </pc:extLst>
      </pc:sldChg>
    </pc:docChg>
  </pc:docChgLst>
  <pc:docChgLst>
    <pc:chgData name="主査　福島 直人" userId="S::naoto_2_fukushima@ccken.onmicrosoft.com::8f548a50-3d4a-4660-b17c-82fdb2003fd5" providerId="AD" clId="Web-{10165FA0-138F-75AF-974D-8EADED0149E9}"/>
    <pc:docChg chg="modSld">
      <pc:chgData name="主査　福島 直人" userId="S::naoto_2_fukushima@ccken.onmicrosoft.com::8f548a50-3d4a-4660-b17c-82fdb2003fd5" providerId="AD" clId="Web-{10165FA0-138F-75AF-974D-8EADED0149E9}" dt="2026-03-02T06:17:31.453" v="322" actId="20577"/>
      <pc:docMkLst>
        <pc:docMk/>
      </pc:docMkLst>
      <pc:sldChg chg="modSp">
        <pc:chgData name="主査　福島 直人" userId="S::naoto_2_fukushima@ccken.onmicrosoft.com::8f548a50-3d4a-4660-b17c-82fdb2003fd5" providerId="AD" clId="Web-{10165FA0-138F-75AF-974D-8EADED0149E9}" dt="2026-03-02T05:34:16.458" v="159" actId="20577"/>
        <pc:sldMkLst>
          <pc:docMk/>
          <pc:sldMk cId="3546692421" sldId="980"/>
        </pc:sldMkLst>
        <pc:spChg chg="mod">
          <ac:chgData name="主査　福島 直人" userId="S::naoto_2_fukushima@ccken.onmicrosoft.com::8f548a50-3d4a-4660-b17c-82fdb2003fd5" providerId="AD" clId="Web-{10165FA0-138F-75AF-974D-8EADED0149E9}" dt="2026-03-02T05:34:16.458" v="159" actId="20577"/>
          <ac:spMkLst>
            <pc:docMk/>
            <pc:sldMk cId="3546692421" sldId="980"/>
            <ac:spMk id="54" creationId="{9F85AE0A-D3CB-1B39-85FE-A396889AA4D0}"/>
          </ac:spMkLst>
        </pc:spChg>
      </pc:sldChg>
      <pc:sldChg chg="addSp modSp">
        <pc:chgData name="主査　福島 直人" userId="S::naoto_2_fukushima@ccken.onmicrosoft.com::8f548a50-3d4a-4660-b17c-82fdb2003fd5" providerId="AD" clId="Web-{10165FA0-138F-75AF-974D-8EADED0149E9}" dt="2026-03-02T06:16:34.124" v="320" actId="20577"/>
        <pc:sldMkLst>
          <pc:docMk/>
          <pc:sldMk cId="2912982522" sldId="983"/>
        </pc:sldMkLst>
        <pc:spChg chg="mod">
          <ac:chgData name="主査　福島 直人" userId="S::naoto_2_fukushima@ccken.onmicrosoft.com::8f548a50-3d4a-4660-b17c-82fdb2003fd5" providerId="AD" clId="Web-{10165FA0-138F-75AF-974D-8EADED0149E9}" dt="2026-03-02T06:10:21.585" v="300" actId="1076"/>
          <ac:spMkLst>
            <pc:docMk/>
            <pc:sldMk cId="2912982522" sldId="983"/>
            <ac:spMk id="4" creationId="{3DF6FE05-BAEF-9EB2-22BE-128877E30059}"/>
          </ac:spMkLst>
        </pc:spChg>
        <pc:spChg chg="mod">
          <ac:chgData name="主査　福島 直人" userId="S::naoto_2_fukushima@ccken.onmicrosoft.com::8f548a50-3d4a-4660-b17c-82fdb2003fd5" providerId="AD" clId="Web-{10165FA0-138F-75AF-974D-8EADED0149E9}" dt="2026-03-02T06:10:21.913" v="312" actId="1076"/>
          <ac:spMkLst>
            <pc:docMk/>
            <pc:sldMk cId="2912982522" sldId="983"/>
            <ac:spMk id="5" creationId="{3D80048A-BD09-3DAE-F2B5-5EAF52E99B8F}"/>
          </ac:spMkLst>
        </pc:spChg>
        <pc:spChg chg="mod">
          <ac:chgData name="主査　福島 直人" userId="S::naoto_2_fukushima@ccken.onmicrosoft.com::8f548a50-3d4a-4660-b17c-82fdb2003fd5" providerId="AD" clId="Web-{10165FA0-138F-75AF-974D-8EADED0149E9}" dt="2026-03-02T06:10:21.945" v="313" actId="1076"/>
          <ac:spMkLst>
            <pc:docMk/>
            <pc:sldMk cId="2912982522" sldId="983"/>
            <ac:spMk id="6" creationId="{5861E616-B896-8AA8-8EB5-FD4FDA0AD0F6}"/>
          </ac:spMkLst>
        </pc:spChg>
        <pc:spChg chg="mod">
          <ac:chgData name="主査　福島 直人" userId="S::naoto_2_fukushima@ccken.onmicrosoft.com::8f548a50-3d4a-4660-b17c-82fdb2003fd5" providerId="AD" clId="Web-{10165FA0-138F-75AF-974D-8EADED0149E9}" dt="2026-03-02T06:10:21.616" v="301" actId="1076"/>
          <ac:spMkLst>
            <pc:docMk/>
            <pc:sldMk cId="2912982522" sldId="983"/>
            <ac:spMk id="7" creationId="{42E24D2E-8E60-35A2-91D2-E3E2D414A748}"/>
          </ac:spMkLst>
        </pc:spChg>
        <pc:spChg chg="mod">
          <ac:chgData name="主査　福島 直人" userId="S::naoto_2_fukushima@ccken.onmicrosoft.com::8f548a50-3d4a-4660-b17c-82fdb2003fd5" providerId="AD" clId="Web-{10165FA0-138F-75AF-974D-8EADED0149E9}" dt="2026-03-02T06:10:21.960" v="314" actId="1076"/>
          <ac:spMkLst>
            <pc:docMk/>
            <pc:sldMk cId="2912982522" sldId="983"/>
            <ac:spMk id="8" creationId="{513C4F2B-AE35-7297-FB3C-6AA24AACC3A0}"/>
          </ac:spMkLst>
        </pc:spChg>
        <pc:spChg chg="mod">
          <ac:chgData name="主査　福島 直人" userId="S::naoto_2_fukushima@ccken.onmicrosoft.com::8f548a50-3d4a-4660-b17c-82fdb2003fd5" providerId="AD" clId="Web-{10165FA0-138F-75AF-974D-8EADED0149E9}" dt="2026-03-02T06:10:21.663" v="302" actId="1076"/>
          <ac:spMkLst>
            <pc:docMk/>
            <pc:sldMk cId="2912982522" sldId="983"/>
            <ac:spMk id="10" creationId="{761471CE-6714-758F-D829-29B22D9F7663}"/>
          </ac:spMkLst>
        </pc:spChg>
        <pc:spChg chg="mod">
          <ac:chgData name="主査　福島 直人" userId="S::naoto_2_fukushima@ccken.onmicrosoft.com::8f548a50-3d4a-4660-b17c-82fdb2003fd5" providerId="AD" clId="Web-{10165FA0-138F-75AF-974D-8EADED0149E9}" dt="2026-03-02T06:10:21.757" v="306" actId="1076"/>
          <ac:spMkLst>
            <pc:docMk/>
            <pc:sldMk cId="2912982522" sldId="983"/>
            <ac:spMk id="20" creationId="{281D8492-B0AF-DF35-EAD0-55123FDC07E8}"/>
          </ac:spMkLst>
        </pc:spChg>
        <pc:spChg chg="mod">
          <ac:chgData name="主査　福島 直人" userId="S::naoto_2_fukushima@ccken.onmicrosoft.com::8f548a50-3d4a-4660-b17c-82fdb2003fd5" providerId="AD" clId="Web-{10165FA0-138F-75AF-974D-8EADED0149E9}" dt="2026-03-02T06:10:21.788" v="307" actId="1076"/>
          <ac:spMkLst>
            <pc:docMk/>
            <pc:sldMk cId="2912982522" sldId="983"/>
            <ac:spMk id="27" creationId="{C22B4FCC-EFEF-4F67-15FC-2A697F500845}"/>
          </ac:spMkLst>
        </pc:spChg>
        <pc:spChg chg="mod">
          <ac:chgData name="主査　福島 直人" userId="S::naoto_2_fukushima@ccken.onmicrosoft.com::8f548a50-3d4a-4660-b17c-82fdb2003fd5" providerId="AD" clId="Web-{10165FA0-138F-75AF-974D-8EADED0149E9}" dt="2026-03-02T06:10:21.695" v="303" actId="1076"/>
          <ac:spMkLst>
            <pc:docMk/>
            <pc:sldMk cId="2912982522" sldId="983"/>
            <ac:spMk id="30" creationId="{C1B39B77-FBD9-C481-BDB8-3FD440FBEB56}"/>
          </ac:spMkLst>
        </pc:spChg>
        <pc:spChg chg="mod">
          <ac:chgData name="主査　福島 直人" userId="S::naoto_2_fukushima@ccken.onmicrosoft.com::8f548a50-3d4a-4660-b17c-82fdb2003fd5" providerId="AD" clId="Web-{10165FA0-138F-75AF-974D-8EADED0149E9}" dt="2026-03-02T06:10:21.569" v="299" actId="1076"/>
          <ac:spMkLst>
            <pc:docMk/>
            <pc:sldMk cId="2912982522" sldId="983"/>
            <ac:spMk id="31" creationId="{10764CD6-5C0A-2629-2BD6-C59591142F2E}"/>
          </ac:spMkLst>
        </pc:spChg>
        <pc:spChg chg="mod">
          <ac:chgData name="主査　福島 直人" userId="S::naoto_2_fukushima@ccken.onmicrosoft.com::8f548a50-3d4a-4660-b17c-82fdb2003fd5" providerId="AD" clId="Web-{10165FA0-138F-75AF-974D-8EADED0149E9}" dt="2026-03-02T06:10:21.820" v="308" actId="1076"/>
          <ac:spMkLst>
            <pc:docMk/>
            <pc:sldMk cId="2912982522" sldId="983"/>
            <ac:spMk id="1025" creationId="{1FA3DB33-9C82-17CD-1DC8-07B1C679B30D}"/>
          </ac:spMkLst>
        </pc:spChg>
        <pc:spChg chg="mod">
          <ac:chgData name="主査　福島 直人" userId="S::naoto_2_fukushima@ccken.onmicrosoft.com::8f548a50-3d4a-4660-b17c-82fdb2003fd5" providerId="AD" clId="Web-{10165FA0-138F-75AF-974D-8EADED0149E9}" dt="2026-03-02T06:10:21.710" v="304" actId="1076"/>
          <ac:spMkLst>
            <pc:docMk/>
            <pc:sldMk cId="2912982522" sldId="983"/>
            <ac:spMk id="1028" creationId="{41518210-4B66-CB14-0675-543B862A686F}"/>
          </ac:spMkLst>
        </pc:spChg>
        <pc:spChg chg="mod">
          <ac:chgData name="主査　福島 直人" userId="S::naoto_2_fukushima@ccken.onmicrosoft.com::8f548a50-3d4a-4660-b17c-82fdb2003fd5" providerId="AD" clId="Web-{10165FA0-138F-75AF-974D-8EADED0149E9}" dt="2026-03-02T06:10:21.741" v="305" actId="1076"/>
          <ac:spMkLst>
            <pc:docMk/>
            <pc:sldMk cId="2912982522" sldId="983"/>
            <ac:spMk id="1029" creationId="{98843844-BC1D-C0C4-BFBC-25264B8C60FF}"/>
          </ac:spMkLst>
        </pc:spChg>
        <pc:spChg chg="mod">
          <ac:chgData name="主査　福島 直人" userId="S::naoto_2_fukushima@ccken.onmicrosoft.com::8f548a50-3d4a-4660-b17c-82fdb2003fd5" providerId="AD" clId="Web-{10165FA0-138F-75AF-974D-8EADED0149E9}" dt="2026-03-02T06:10:33.695" v="317" actId="20577"/>
          <ac:spMkLst>
            <pc:docMk/>
            <pc:sldMk cId="2912982522" sldId="983"/>
            <ac:spMk id="1032" creationId="{428DD5BD-C273-5AFF-394B-F268E0F1CCB5}"/>
          </ac:spMkLst>
        </pc:spChg>
        <pc:spChg chg="mod">
          <ac:chgData name="主査　福島 直人" userId="S::naoto_2_fukushima@ccken.onmicrosoft.com::8f548a50-3d4a-4660-b17c-82fdb2003fd5" providerId="AD" clId="Web-{10165FA0-138F-75AF-974D-8EADED0149E9}" dt="2026-03-02T06:10:21.851" v="309" actId="1076"/>
          <ac:spMkLst>
            <pc:docMk/>
            <pc:sldMk cId="2912982522" sldId="983"/>
            <ac:spMk id="1047" creationId="{7B4D5BB7-46B6-E1E6-453C-E87CCEDC256E}"/>
          </ac:spMkLst>
        </pc:spChg>
        <pc:spChg chg="mod">
          <ac:chgData name="主査　福島 直人" userId="S::naoto_2_fukushima@ccken.onmicrosoft.com::8f548a50-3d4a-4660-b17c-82fdb2003fd5" providerId="AD" clId="Web-{10165FA0-138F-75AF-974D-8EADED0149E9}" dt="2026-03-02T06:10:21.866" v="310" actId="1076"/>
          <ac:spMkLst>
            <pc:docMk/>
            <pc:sldMk cId="2912982522" sldId="983"/>
            <ac:spMk id="1049" creationId="{FBDC66AD-F09E-F923-F665-851BDCE38728}"/>
          </ac:spMkLst>
        </pc:spChg>
        <pc:spChg chg="mod">
          <ac:chgData name="主査　福島 直人" userId="S::naoto_2_fukushima@ccken.onmicrosoft.com::8f548a50-3d4a-4660-b17c-82fdb2003fd5" providerId="AD" clId="Web-{10165FA0-138F-75AF-974D-8EADED0149E9}" dt="2026-03-02T06:10:21.898" v="311" actId="1076"/>
          <ac:spMkLst>
            <pc:docMk/>
            <pc:sldMk cId="2912982522" sldId="983"/>
            <ac:spMk id="1050" creationId="{C4C73788-5563-36B5-1786-005D073A2866}"/>
          </ac:spMkLst>
        </pc:spChg>
        <pc:spChg chg="mod">
          <ac:chgData name="主査　福島 直人" userId="S::naoto_2_fukushima@ccken.onmicrosoft.com::8f548a50-3d4a-4660-b17c-82fdb2003fd5" providerId="AD" clId="Web-{10165FA0-138F-75AF-974D-8EADED0149E9}" dt="2026-03-02T06:10:21.538" v="298" actId="1076"/>
          <ac:spMkLst>
            <pc:docMk/>
            <pc:sldMk cId="2912982522" sldId="983"/>
            <ac:spMk id="1052" creationId="{EB4D71D2-F363-1B27-3E78-0A79E296C7EF}"/>
          </ac:spMkLst>
        </pc:spChg>
        <pc:spChg chg="mod">
          <ac:chgData name="主査　福島 直人" userId="S::naoto_2_fukushima@ccken.onmicrosoft.com::8f548a50-3d4a-4660-b17c-82fdb2003fd5" providerId="AD" clId="Web-{10165FA0-138F-75AF-974D-8EADED0149E9}" dt="2026-03-02T06:10:21.491" v="296" actId="1076"/>
          <ac:spMkLst>
            <pc:docMk/>
            <pc:sldMk cId="2912982522" sldId="983"/>
            <ac:spMk id="1054" creationId="{60495D22-92DC-F479-4514-1D5268439114}"/>
          </ac:spMkLst>
        </pc:spChg>
        <pc:spChg chg="mod">
          <ac:chgData name="主査　福島 直人" userId="S::naoto_2_fukushima@ccken.onmicrosoft.com::8f548a50-3d4a-4660-b17c-82fdb2003fd5" providerId="AD" clId="Web-{10165FA0-138F-75AF-974D-8EADED0149E9}" dt="2026-03-02T06:10:21.507" v="297" actId="1076"/>
          <ac:spMkLst>
            <pc:docMk/>
            <pc:sldMk cId="2912982522" sldId="983"/>
            <ac:spMk id="1056" creationId="{E40639B8-8488-D49C-2392-E58237C29316}"/>
          </ac:spMkLst>
        </pc:spChg>
      </pc:sldChg>
      <pc:sldChg chg="modSp">
        <pc:chgData name="主査　福島 直人" userId="S::naoto_2_fukushima@ccken.onmicrosoft.com::8f548a50-3d4a-4660-b17c-82fdb2003fd5" providerId="AD" clId="Web-{10165FA0-138F-75AF-974D-8EADED0149E9}" dt="2026-03-02T05:31:14.105" v="131" actId="20577"/>
        <pc:sldMkLst>
          <pc:docMk/>
          <pc:sldMk cId="426927151" sldId="994"/>
        </pc:sldMkLst>
        <pc:spChg chg="mod">
          <ac:chgData name="主査　福島 直人" userId="S::naoto_2_fukushima@ccken.onmicrosoft.com::8f548a50-3d4a-4660-b17c-82fdb2003fd5" providerId="AD" clId="Web-{10165FA0-138F-75AF-974D-8EADED0149E9}" dt="2026-03-02T05:31:14.105" v="131" actId="20577"/>
          <ac:spMkLst>
            <pc:docMk/>
            <pc:sldMk cId="426927151" sldId="994"/>
            <ac:spMk id="22" creationId="{9B66A0FA-980B-E050-52E1-0C11A3F6E54B}"/>
          </ac:spMkLst>
        </pc:spChg>
      </pc:sldChg>
      <pc:sldChg chg="modSp">
        <pc:chgData name="主査　福島 直人" userId="S::naoto_2_fukushima@ccken.onmicrosoft.com::8f548a50-3d4a-4660-b17c-82fdb2003fd5" providerId="AD" clId="Web-{10165FA0-138F-75AF-974D-8EADED0149E9}" dt="2026-03-02T05:33:00.658" v="133" actId="20577"/>
        <pc:sldMkLst>
          <pc:docMk/>
          <pc:sldMk cId="1557085014" sldId="1005"/>
        </pc:sldMkLst>
        <pc:spChg chg="mod">
          <ac:chgData name="主査　福島 直人" userId="S::naoto_2_fukushima@ccken.onmicrosoft.com::8f548a50-3d4a-4660-b17c-82fdb2003fd5" providerId="AD" clId="Web-{10165FA0-138F-75AF-974D-8EADED0149E9}" dt="2026-03-02T05:33:00.658" v="133" actId="20577"/>
          <ac:spMkLst>
            <pc:docMk/>
            <pc:sldMk cId="1557085014" sldId="1005"/>
            <ac:spMk id="20" creationId="{2DC3E7AA-22AE-3847-4553-5E737F0778D5}"/>
          </ac:spMkLst>
        </pc:spChg>
      </pc:sldChg>
      <pc:sldChg chg="modSp">
        <pc:chgData name="主査　福島 直人" userId="S::naoto_2_fukushima@ccken.onmicrosoft.com::8f548a50-3d4a-4660-b17c-82fdb2003fd5" providerId="AD" clId="Web-{10165FA0-138F-75AF-974D-8EADED0149E9}" dt="2026-03-02T05:58:44.007" v="259" actId="20577"/>
        <pc:sldMkLst>
          <pc:docMk/>
          <pc:sldMk cId="433359686" sldId="1008"/>
        </pc:sldMkLst>
        <pc:spChg chg="mod">
          <ac:chgData name="主査　福島 直人" userId="S::naoto_2_fukushima@ccken.onmicrosoft.com::8f548a50-3d4a-4660-b17c-82fdb2003fd5" providerId="AD" clId="Web-{10165FA0-138F-75AF-974D-8EADED0149E9}" dt="2026-03-02T05:58:44.007" v="259" actId="20577"/>
          <ac:spMkLst>
            <pc:docMk/>
            <pc:sldMk cId="433359686" sldId="1008"/>
            <ac:spMk id="8" creationId="{D5298AA4-3E5C-FB0E-6286-2E97290F0861}"/>
          </ac:spMkLst>
        </pc:spChg>
        <pc:spChg chg="mod">
          <ac:chgData name="主査　福島 直人" userId="S::naoto_2_fukushima@ccken.onmicrosoft.com::8f548a50-3d4a-4660-b17c-82fdb2003fd5" providerId="AD" clId="Web-{10165FA0-138F-75AF-974D-8EADED0149E9}" dt="2026-03-02T05:37:52.559" v="181" actId="20577"/>
          <ac:spMkLst>
            <pc:docMk/>
            <pc:sldMk cId="433359686" sldId="1008"/>
            <ac:spMk id="102" creationId="{0DB7154A-9423-8777-3CA7-F333C5E91EFC}"/>
          </ac:spMkLst>
        </pc:spChg>
      </pc:sldChg>
      <pc:sldChg chg="addSp delSp modSp">
        <pc:chgData name="主査　福島 直人" userId="S::naoto_2_fukushima@ccken.onmicrosoft.com::8f548a50-3d4a-4660-b17c-82fdb2003fd5" providerId="AD" clId="Web-{10165FA0-138F-75AF-974D-8EADED0149E9}" dt="2026-03-02T06:17:31.453" v="322" actId="20577"/>
        <pc:sldMkLst>
          <pc:docMk/>
          <pc:sldMk cId="3141537626" sldId="1012"/>
        </pc:sldMkLst>
        <pc:spChg chg="mod">
          <ac:chgData name="主査　福島 直人" userId="S::naoto_2_fukushima@ccken.onmicrosoft.com::8f548a50-3d4a-4660-b17c-82fdb2003fd5" providerId="AD" clId="Web-{10165FA0-138F-75AF-974D-8EADED0149E9}" dt="2026-03-02T06:17:31.453" v="322" actId="20577"/>
          <ac:spMkLst>
            <pc:docMk/>
            <pc:sldMk cId="3141537626" sldId="1012"/>
            <ac:spMk id="4" creationId="{A55EE8E6-A0F1-94E7-6613-C9140D81E01A}"/>
          </ac:spMkLst>
        </pc:spChg>
        <pc:spChg chg="add mod ord">
          <ac:chgData name="主査　福島 直人" userId="S::naoto_2_fukushima@ccken.onmicrosoft.com::8f548a50-3d4a-4660-b17c-82fdb2003fd5" providerId="AD" clId="Web-{10165FA0-138F-75AF-974D-8EADED0149E9}" dt="2026-03-02T05:16:01.479" v="67" actId="14100"/>
          <ac:spMkLst>
            <pc:docMk/>
            <pc:sldMk cId="3141537626" sldId="1012"/>
            <ac:spMk id="5" creationId="{5062DB5A-2358-EF0B-EFE9-E2FEAF20666F}"/>
          </ac:spMkLst>
        </pc:spChg>
        <pc:spChg chg="mod">
          <ac:chgData name="主査　福島 直人" userId="S::naoto_2_fukushima@ccken.onmicrosoft.com::8f548a50-3d4a-4660-b17c-82fdb2003fd5" providerId="AD" clId="Web-{10165FA0-138F-75AF-974D-8EADED0149E9}" dt="2026-03-02T05:19:01.908" v="86" actId="1076"/>
          <ac:spMkLst>
            <pc:docMk/>
            <pc:sldMk cId="3141537626" sldId="1012"/>
            <ac:spMk id="16" creationId="{06205FEE-467E-4B24-3B7E-A71E8F013DFE}"/>
          </ac:spMkLst>
        </pc:spChg>
        <pc:spChg chg="mod">
          <ac:chgData name="主査　福島 直人" userId="S::naoto_2_fukushima@ccken.onmicrosoft.com::8f548a50-3d4a-4660-b17c-82fdb2003fd5" providerId="AD" clId="Web-{10165FA0-138F-75AF-974D-8EADED0149E9}" dt="2026-03-02T05:19:01.955" v="87" actId="1076"/>
          <ac:spMkLst>
            <pc:docMk/>
            <pc:sldMk cId="3141537626" sldId="1012"/>
            <ac:spMk id="18" creationId="{6065471C-0F5D-ECA2-299F-30C95D584CF8}"/>
          </ac:spMkLst>
        </pc:spChg>
        <pc:spChg chg="mod">
          <ac:chgData name="主査　福島 直人" userId="S::naoto_2_fukushima@ccken.onmicrosoft.com::8f548a50-3d4a-4660-b17c-82fdb2003fd5" providerId="AD" clId="Web-{10165FA0-138F-75AF-974D-8EADED0149E9}" dt="2026-03-02T05:24:59.338" v="114"/>
          <ac:spMkLst>
            <pc:docMk/>
            <pc:sldMk cId="3141537626" sldId="1012"/>
            <ac:spMk id="23" creationId="{CEEE26DD-90E5-F863-0AAC-2B225F907783}"/>
          </ac:spMkLst>
        </pc:spChg>
        <pc:spChg chg="mod">
          <ac:chgData name="主査　福島 直人" userId="S::naoto_2_fukushima@ccken.onmicrosoft.com::8f548a50-3d4a-4660-b17c-82fdb2003fd5" providerId="AD" clId="Web-{10165FA0-138F-75AF-974D-8EADED0149E9}" dt="2026-03-02T05:25:09.603" v="116"/>
          <ac:spMkLst>
            <pc:docMk/>
            <pc:sldMk cId="3141537626" sldId="1012"/>
            <ac:spMk id="25" creationId="{2B7CB434-F7BC-30CE-315A-9187A3F5A57A}"/>
          </ac:spMkLst>
        </pc:spChg>
        <pc:spChg chg="mod">
          <ac:chgData name="主査　福島 直人" userId="S::naoto_2_fukushima@ccken.onmicrosoft.com::8f548a50-3d4a-4660-b17c-82fdb2003fd5" providerId="AD" clId="Web-{10165FA0-138F-75AF-974D-8EADED0149E9}" dt="2026-03-02T05:25:05.150" v="115"/>
          <ac:spMkLst>
            <pc:docMk/>
            <pc:sldMk cId="3141537626" sldId="1012"/>
            <ac:spMk id="28" creationId="{FB1A7DFB-178E-1C96-5B81-F81743EA4B35}"/>
          </ac:spMkLst>
        </pc:spChg>
        <pc:spChg chg="mod">
          <ac:chgData name="主査　福島 直人" userId="S::naoto_2_fukushima@ccken.onmicrosoft.com::8f548a50-3d4a-4660-b17c-82fdb2003fd5" providerId="AD" clId="Web-{10165FA0-138F-75AF-974D-8EADED0149E9}" dt="2026-03-02T05:16:42.278" v="72" actId="1076"/>
          <ac:spMkLst>
            <pc:docMk/>
            <pc:sldMk cId="3141537626" sldId="1012"/>
            <ac:spMk id="36" creationId="{ED9A7FBF-7102-D243-0FF6-EE36350722EA}"/>
          </ac:spMkLst>
        </pc:spChg>
        <pc:spChg chg="mod">
          <ac:chgData name="主査　福島 直人" userId="S::naoto_2_fukushima@ccken.onmicrosoft.com::8f548a50-3d4a-4660-b17c-82fdb2003fd5" providerId="AD" clId="Web-{10165FA0-138F-75AF-974D-8EADED0149E9}" dt="2026-03-02T05:17:27.499" v="79" actId="1076"/>
          <ac:spMkLst>
            <pc:docMk/>
            <pc:sldMk cId="3141537626" sldId="1012"/>
            <ac:spMk id="38" creationId="{58D4C89B-3730-53BC-203B-B81D5721FC1E}"/>
          </ac:spMkLst>
        </pc:spChg>
        <pc:spChg chg="mod">
          <ac:chgData name="主査　福島 直人" userId="S::naoto_2_fukushima@ccken.onmicrosoft.com::8f548a50-3d4a-4660-b17c-82fdb2003fd5" providerId="AD" clId="Web-{10165FA0-138F-75AF-974D-8EADED0149E9}" dt="2026-03-02T05:19:02.127" v="93" actId="1076"/>
          <ac:spMkLst>
            <pc:docMk/>
            <pc:sldMk cId="3141537626" sldId="1012"/>
            <ac:spMk id="40" creationId="{120F810C-8C18-52B9-5065-27B327C3BB25}"/>
          </ac:spMkLst>
        </pc:spChg>
        <pc:spChg chg="mod">
          <ac:chgData name="主査　福島 直人" userId="S::naoto_2_fukushima@ccken.onmicrosoft.com::8f548a50-3d4a-4660-b17c-82fdb2003fd5" providerId="AD" clId="Web-{10165FA0-138F-75AF-974D-8EADED0149E9}" dt="2026-03-02T05:17:27.530" v="80" actId="1076"/>
          <ac:spMkLst>
            <pc:docMk/>
            <pc:sldMk cId="3141537626" sldId="1012"/>
            <ac:spMk id="42" creationId="{A0340353-E899-552A-2480-66285C504A5A}"/>
          </ac:spMkLst>
        </pc:spChg>
        <pc:spChg chg="mod">
          <ac:chgData name="主査　福島 直人" userId="S::naoto_2_fukushima@ccken.onmicrosoft.com::8f548a50-3d4a-4660-b17c-82fdb2003fd5" providerId="AD" clId="Web-{10165FA0-138F-75AF-974D-8EADED0149E9}" dt="2026-03-02T05:17:27.561" v="81" actId="1076"/>
          <ac:spMkLst>
            <pc:docMk/>
            <pc:sldMk cId="3141537626" sldId="1012"/>
            <ac:spMk id="44" creationId="{53DF4160-C46A-DB49-68EA-6A7CF2EF4972}"/>
          </ac:spMkLst>
        </pc:spChg>
        <pc:picChg chg="mod">
          <ac:chgData name="主査　福島 直人" userId="S::naoto_2_fukushima@ccken.onmicrosoft.com::8f548a50-3d4a-4660-b17c-82fdb2003fd5" providerId="AD" clId="Web-{10165FA0-138F-75AF-974D-8EADED0149E9}" dt="2026-03-02T05:16:57.701" v="75" actId="1076"/>
          <ac:picMkLst>
            <pc:docMk/>
            <pc:sldMk cId="3141537626" sldId="1012"/>
            <ac:picMk id="14" creationId="{A3C90E8F-476F-AB89-510E-442BC42C3816}"/>
          </ac:picMkLst>
        </pc:picChg>
        <pc:picChg chg="mod">
          <ac:chgData name="主査　福島 直人" userId="S::naoto_2_fukushima@ccken.onmicrosoft.com::8f548a50-3d4a-4660-b17c-82fdb2003fd5" providerId="AD" clId="Web-{10165FA0-138F-75AF-974D-8EADED0149E9}" dt="2026-03-02T05:19:02.065" v="91" actId="1076"/>
          <ac:picMkLst>
            <pc:docMk/>
            <pc:sldMk cId="3141537626" sldId="1012"/>
            <ac:picMk id="32" creationId="{9465C956-471D-AF5D-6777-C9130ECA165A}"/>
          </ac:picMkLst>
        </pc:picChg>
        <pc:picChg chg="mod">
          <ac:chgData name="主査　福島 直人" userId="S::naoto_2_fukushima@ccken.onmicrosoft.com::8f548a50-3d4a-4660-b17c-82fdb2003fd5" providerId="AD" clId="Web-{10165FA0-138F-75AF-974D-8EADED0149E9}" dt="2026-03-02T05:19:02.096" v="92" actId="1076"/>
          <ac:picMkLst>
            <pc:docMk/>
            <pc:sldMk cId="3141537626" sldId="1012"/>
            <ac:picMk id="34" creationId="{3F301C28-8DFD-8C94-23C6-E5EA8B1256E7}"/>
          </ac:picMkLst>
        </pc:picChg>
        <pc:picChg chg="mod">
          <ac:chgData name="主査　福島 直人" userId="S::naoto_2_fukushima@ccken.onmicrosoft.com::8f548a50-3d4a-4660-b17c-82fdb2003fd5" providerId="AD" clId="Web-{10165FA0-138F-75AF-974D-8EADED0149E9}" dt="2026-03-02T05:19:02.158" v="94" actId="1076"/>
          <ac:picMkLst>
            <pc:docMk/>
            <pc:sldMk cId="3141537626" sldId="1012"/>
            <ac:picMk id="46" creationId="{F6AE4923-96CB-F625-B533-D21063190A59}"/>
          </ac:picMkLst>
        </pc:picChg>
        <pc:picChg chg="mod">
          <ac:chgData name="主査　福島 直人" userId="S::naoto_2_fukushima@ccken.onmicrosoft.com::8f548a50-3d4a-4660-b17c-82fdb2003fd5" providerId="AD" clId="Web-{10165FA0-138F-75AF-974D-8EADED0149E9}" dt="2026-03-02T05:16:55.810" v="74" actId="1076"/>
          <ac:picMkLst>
            <pc:docMk/>
            <pc:sldMk cId="3141537626" sldId="1012"/>
            <ac:picMk id="48" creationId="{FC146F74-5929-5BC2-A47C-09442EC7346C}"/>
          </ac:picMkLst>
        </pc:picChg>
      </pc:sldChg>
    </pc:docChg>
  </pc:docChgLst>
  <pc:docChgLst>
    <pc:chgData name="MUIT　髙橋 博実" userId="S::hiromix222_msn.com#ext#@ccken.onmicrosoft.com::9d572560-7f87-4d11-90b9-a0fc016bcb45" providerId="AD" clId="Web-{B702A087-DE17-09D9-DAA2-C3D87EA24820}"/>
    <pc:docChg chg="modSld">
      <pc:chgData name="MUIT　髙橋 博実" userId="S::hiromix222_msn.com#ext#@ccken.onmicrosoft.com::9d572560-7f87-4d11-90b9-a0fc016bcb45" providerId="AD" clId="Web-{B702A087-DE17-09D9-DAA2-C3D87EA24820}" dt="2026-02-05T07:15:26.145" v="1" actId="14100"/>
      <pc:docMkLst>
        <pc:docMk/>
      </pc:docMkLst>
    </pc:docChg>
  </pc:docChgLst>
  <pc:docChgLst>
    <pc:chgData name="主査　福島 直人" userId="S::naoto_2_fukushima@ccken.onmicrosoft.com::8f548a50-3d4a-4660-b17c-82fdb2003fd5" providerId="AD" clId="Web-{D8A51672-2187-782B-EEC0-B22A6BC7FA91}"/>
    <pc:docChg chg="modSld">
      <pc:chgData name="主査　福島 直人" userId="S::naoto_2_fukushima@ccken.onmicrosoft.com::8f548a50-3d4a-4660-b17c-82fdb2003fd5" providerId="AD" clId="Web-{D8A51672-2187-782B-EEC0-B22A6BC7FA91}" dt="2026-02-28T14:04:44.271" v="60" actId="20577"/>
      <pc:docMkLst>
        <pc:docMk/>
      </pc:docMkLst>
      <pc:sldChg chg="modSp">
        <pc:chgData name="主査　福島 直人" userId="S::naoto_2_fukushima@ccken.onmicrosoft.com::8f548a50-3d4a-4660-b17c-82fdb2003fd5" providerId="AD" clId="Web-{D8A51672-2187-782B-EEC0-B22A6BC7FA91}" dt="2026-02-28T13:49:54.716" v="47"/>
        <pc:sldMkLst>
          <pc:docMk/>
          <pc:sldMk cId="468256319" sldId="471"/>
        </pc:sldMkLst>
        <pc:graphicFrameChg chg="mod modGraphic">
          <ac:chgData name="主査　福島 直人" userId="S::naoto_2_fukushima@ccken.onmicrosoft.com::8f548a50-3d4a-4660-b17c-82fdb2003fd5" providerId="AD" clId="Web-{D8A51672-2187-782B-EEC0-B22A6BC7FA91}" dt="2026-02-28T13:49:54.716" v="47"/>
          <ac:graphicFrameMkLst>
            <pc:docMk/>
            <pc:sldMk cId="468256319" sldId="471"/>
            <ac:graphicFrameMk id="14" creationId="{81CF28A4-EEDB-E592-71A3-5D2C5757D04E}"/>
          </ac:graphicFrameMkLst>
        </pc:graphicFrameChg>
      </pc:sldChg>
      <pc:sldChg chg="modSp">
        <pc:chgData name="主査　福島 直人" userId="S::naoto_2_fukushima@ccken.onmicrosoft.com::8f548a50-3d4a-4660-b17c-82fdb2003fd5" providerId="AD" clId="Web-{D8A51672-2187-782B-EEC0-B22A6BC7FA91}" dt="2026-02-28T13:54:04.876" v="51" actId="20577"/>
        <pc:sldMkLst>
          <pc:docMk/>
          <pc:sldMk cId="3496318797" sldId="954"/>
        </pc:sldMkLst>
        <pc:spChg chg="mod">
          <ac:chgData name="主査　福島 直人" userId="S::naoto_2_fukushima@ccken.onmicrosoft.com::8f548a50-3d4a-4660-b17c-82fdb2003fd5" providerId="AD" clId="Web-{D8A51672-2187-782B-EEC0-B22A6BC7FA91}" dt="2026-02-28T13:54:04.876" v="51" actId="20577"/>
          <ac:spMkLst>
            <pc:docMk/>
            <pc:sldMk cId="3496318797" sldId="954"/>
            <ac:spMk id="12" creationId="{8BB88D25-544E-9A08-8706-DD53B84DB04E}"/>
          </ac:spMkLst>
        </pc:spChg>
      </pc:sldChg>
      <pc:sldChg chg="modSp">
        <pc:chgData name="主査　福島 直人" userId="S::naoto_2_fukushima@ccken.onmicrosoft.com::8f548a50-3d4a-4660-b17c-82fdb2003fd5" providerId="AD" clId="Web-{D8A51672-2187-782B-EEC0-B22A6BC7FA91}" dt="2026-02-28T13:58:31.829" v="53" actId="20577"/>
        <pc:sldMkLst>
          <pc:docMk/>
          <pc:sldMk cId="2802704857" sldId="956"/>
        </pc:sldMkLst>
        <pc:spChg chg="mod">
          <ac:chgData name="主査　福島 直人" userId="S::naoto_2_fukushima@ccken.onmicrosoft.com::8f548a50-3d4a-4660-b17c-82fdb2003fd5" providerId="AD" clId="Web-{D8A51672-2187-782B-EEC0-B22A6BC7FA91}" dt="2026-02-28T13:58:31.829" v="53" actId="20577"/>
          <ac:spMkLst>
            <pc:docMk/>
            <pc:sldMk cId="2802704857" sldId="956"/>
            <ac:spMk id="17" creationId="{0C0DD888-EB56-B2B0-A5ED-9362C620C6AB}"/>
          </ac:spMkLst>
        </pc:spChg>
      </pc:sldChg>
      <pc:sldChg chg="modSp">
        <pc:chgData name="主査　福島 直人" userId="S::naoto_2_fukushima@ccken.onmicrosoft.com::8f548a50-3d4a-4660-b17c-82fdb2003fd5" providerId="AD" clId="Web-{D8A51672-2187-782B-EEC0-B22A6BC7FA91}" dt="2026-02-28T13:45:46.141" v="45" actId="20577"/>
        <pc:sldMkLst>
          <pc:docMk/>
          <pc:sldMk cId="490314474" sldId="961"/>
        </pc:sldMkLst>
      </pc:sldChg>
      <pc:sldChg chg="modSp">
        <pc:chgData name="主査　福島 直人" userId="S::naoto_2_fukushima@ccken.onmicrosoft.com::8f548a50-3d4a-4660-b17c-82fdb2003fd5" providerId="AD" clId="Web-{D8A51672-2187-782B-EEC0-B22A6BC7FA91}" dt="2026-02-28T14:03:18.427" v="56" actId="20577"/>
        <pc:sldMkLst>
          <pc:docMk/>
          <pc:sldMk cId="3913572286" sldId="963"/>
        </pc:sldMkLst>
        <pc:spChg chg="mod">
          <ac:chgData name="主査　福島 直人" userId="S::naoto_2_fukushima@ccken.onmicrosoft.com::8f548a50-3d4a-4660-b17c-82fdb2003fd5" providerId="AD" clId="Web-{D8A51672-2187-782B-EEC0-B22A6BC7FA91}" dt="2026-02-28T14:03:18.427" v="56" actId="20577"/>
          <ac:spMkLst>
            <pc:docMk/>
            <pc:sldMk cId="3913572286" sldId="963"/>
            <ac:spMk id="10" creationId="{DC55178E-5128-52D5-AB2D-4C5DCBB21AD3}"/>
          </ac:spMkLst>
        </pc:spChg>
      </pc:sldChg>
      <pc:sldChg chg="modSp">
        <pc:chgData name="主査　福島 直人" userId="S::naoto_2_fukushima@ccken.onmicrosoft.com::8f548a50-3d4a-4660-b17c-82fdb2003fd5" providerId="AD" clId="Web-{D8A51672-2187-782B-EEC0-B22A6BC7FA91}" dt="2026-02-28T14:04:44.271" v="60" actId="20577"/>
        <pc:sldMkLst>
          <pc:docMk/>
          <pc:sldMk cId="3211560190" sldId="974"/>
        </pc:sldMkLst>
        <pc:spChg chg="mod">
          <ac:chgData name="主査　福島 直人" userId="S::naoto_2_fukushima@ccken.onmicrosoft.com::8f548a50-3d4a-4660-b17c-82fdb2003fd5" providerId="AD" clId="Web-{D8A51672-2187-782B-EEC0-B22A6BC7FA91}" dt="2026-02-28T14:04:44.271" v="60" actId="20577"/>
          <ac:spMkLst>
            <pc:docMk/>
            <pc:sldMk cId="3211560190" sldId="974"/>
            <ac:spMk id="21" creationId="{4BAA5754-32CF-2E17-52F8-9CF1A83E2217}"/>
          </ac:spMkLst>
        </pc:spChg>
        <pc:spChg chg="mod">
          <ac:chgData name="主査　福島 直人" userId="S::naoto_2_fukushima@ccken.onmicrosoft.com::8f548a50-3d4a-4660-b17c-82fdb2003fd5" providerId="AD" clId="Web-{D8A51672-2187-782B-EEC0-B22A6BC7FA91}" dt="2026-02-28T13:40:42.023" v="4" actId="20577"/>
          <ac:spMkLst>
            <pc:docMk/>
            <pc:sldMk cId="3211560190" sldId="974"/>
            <ac:spMk id="33" creationId="{2A57F66B-81EC-7721-AADD-E559D4031237}"/>
          </ac:spMkLst>
        </pc:spChg>
      </pc:sldChg>
      <pc:sldChg chg="modSp">
        <pc:chgData name="主査　福島 直人" userId="S::naoto_2_fukushima@ccken.onmicrosoft.com::8f548a50-3d4a-4660-b17c-82fdb2003fd5" providerId="AD" clId="Web-{D8A51672-2187-782B-EEC0-B22A6BC7FA91}" dt="2026-02-28T13:41:39.041" v="10" actId="20577"/>
        <pc:sldMkLst>
          <pc:docMk/>
          <pc:sldMk cId="3546692421" sldId="980"/>
        </pc:sldMkLst>
        <pc:spChg chg="mod">
          <ac:chgData name="主査　福島 直人" userId="S::naoto_2_fukushima@ccken.onmicrosoft.com::8f548a50-3d4a-4660-b17c-82fdb2003fd5" providerId="AD" clId="Web-{D8A51672-2187-782B-EEC0-B22A6BC7FA91}" dt="2026-02-28T13:41:39.041" v="10" actId="20577"/>
          <ac:spMkLst>
            <pc:docMk/>
            <pc:sldMk cId="3546692421" sldId="980"/>
            <ac:spMk id="3" creationId="{621978EE-DA10-745F-625F-087334F96D8E}"/>
          </ac:spMkLst>
        </pc:spChg>
      </pc:sldChg>
      <pc:sldChg chg="modSp">
        <pc:chgData name="主査　福島 直人" userId="S::naoto_2_fukushima@ccken.onmicrosoft.com::8f548a50-3d4a-4660-b17c-82fdb2003fd5" providerId="AD" clId="Web-{D8A51672-2187-782B-EEC0-B22A6BC7FA91}" dt="2026-02-28T13:41:47.635" v="14" actId="20577"/>
        <pc:sldMkLst>
          <pc:docMk/>
          <pc:sldMk cId="2912982522" sldId="983"/>
        </pc:sldMkLst>
        <pc:spChg chg="mod">
          <ac:chgData name="主査　福島 直人" userId="S::naoto_2_fukushima@ccken.onmicrosoft.com::8f548a50-3d4a-4660-b17c-82fdb2003fd5" providerId="AD" clId="Web-{D8A51672-2187-782B-EEC0-B22A6BC7FA91}" dt="2026-02-28T13:41:47.635" v="14" actId="20577"/>
          <ac:spMkLst>
            <pc:docMk/>
            <pc:sldMk cId="2912982522" sldId="983"/>
            <ac:spMk id="3" creationId="{4A350774-AB6D-A1D7-13CA-8E4633DC6618}"/>
          </ac:spMkLst>
        </pc:spChg>
      </pc:sldChg>
      <pc:sldChg chg="modSp">
        <pc:chgData name="主査　福島 直人" userId="S::naoto_2_fukushima@ccken.onmicrosoft.com::8f548a50-3d4a-4660-b17c-82fdb2003fd5" providerId="AD" clId="Web-{D8A51672-2187-782B-EEC0-B22A6BC7FA91}" dt="2026-02-28T13:41:32.322" v="7" actId="20577"/>
        <pc:sldMkLst>
          <pc:docMk/>
          <pc:sldMk cId="426927151" sldId="994"/>
        </pc:sldMkLst>
        <pc:spChg chg="mod">
          <ac:chgData name="主査　福島 直人" userId="S::naoto_2_fukushima@ccken.onmicrosoft.com::8f548a50-3d4a-4660-b17c-82fdb2003fd5" providerId="AD" clId="Web-{D8A51672-2187-782B-EEC0-B22A6BC7FA91}" dt="2026-02-28T13:41:32.322" v="7" actId="20577"/>
          <ac:spMkLst>
            <pc:docMk/>
            <pc:sldMk cId="426927151" sldId="994"/>
            <ac:spMk id="3" creationId="{C24114A6-8D1A-5788-F398-37B65FCD299E}"/>
          </ac:spMkLst>
        </pc:spChg>
      </pc:sldChg>
      <pc:sldChg chg="modSp">
        <pc:chgData name="主査　福島 直人" userId="S::naoto_2_fukushima@ccken.onmicrosoft.com::8f548a50-3d4a-4660-b17c-82fdb2003fd5" providerId="AD" clId="Web-{D8A51672-2187-782B-EEC0-B22A6BC7FA91}" dt="2026-02-28T13:41:35.572" v="8" actId="20577"/>
        <pc:sldMkLst>
          <pc:docMk/>
          <pc:sldMk cId="1557085014" sldId="1005"/>
        </pc:sldMkLst>
        <pc:spChg chg="mod">
          <ac:chgData name="主査　福島 直人" userId="S::naoto_2_fukushima@ccken.onmicrosoft.com::8f548a50-3d4a-4660-b17c-82fdb2003fd5" providerId="AD" clId="Web-{D8A51672-2187-782B-EEC0-B22A6BC7FA91}" dt="2026-02-28T13:41:35.572" v="8" actId="20577"/>
          <ac:spMkLst>
            <pc:docMk/>
            <pc:sldMk cId="1557085014" sldId="1005"/>
            <ac:spMk id="3" creationId="{6BBC01EF-CC51-901A-96C3-C95C77D75ADE}"/>
          </ac:spMkLst>
        </pc:spChg>
      </pc:sldChg>
      <pc:sldChg chg="modSp">
        <pc:chgData name="主査　福島 直人" userId="S::naoto_2_fukushima@ccken.onmicrosoft.com::8f548a50-3d4a-4660-b17c-82fdb2003fd5" providerId="AD" clId="Web-{D8A51672-2187-782B-EEC0-B22A6BC7FA91}" dt="2026-02-28T13:41:42.994" v="11" actId="20577"/>
        <pc:sldMkLst>
          <pc:docMk/>
          <pc:sldMk cId="433359686" sldId="1008"/>
        </pc:sldMkLst>
        <pc:spChg chg="mod">
          <ac:chgData name="主査　福島 直人" userId="S::naoto_2_fukushima@ccken.onmicrosoft.com::8f548a50-3d4a-4660-b17c-82fdb2003fd5" providerId="AD" clId="Web-{D8A51672-2187-782B-EEC0-B22A6BC7FA91}" dt="2026-02-28T13:41:42.994" v="11" actId="20577"/>
          <ac:spMkLst>
            <pc:docMk/>
            <pc:sldMk cId="433359686" sldId="1008"/>
            <ac:spMk id="3" creationId="{D859F2C1-F2EE-0446-B6B9-0F2D3C21A174}"/>
          </ac:spMkLst>
        </pc:spChg>
      </pc:sldChg>
    </pc:docChg>
  </pc:docChgLst>
  <pc:docChgLst>
    <pc:chgData name="明治安田　八木 彰之" userId="S::ak-yagi@ccken.onmicrosoft.com::d1f97d3f-409d-461c-820e-b1af6ee40ad0" providerId="AD" clId="Web-{EBA49ACC-EB41-3A3A-72FC-C68DED81EC5D}"/>
    <pc:docChg chg="modSld">
      <pc:chgData name="明治安田　八木 彰之" userId="S::ak-yagi@ccken.onmicrosoft.com::d1f97d3f-409d-461c-820e-b1af6ee40ad0" providerId="AD" clId="Web-{EBA49ACC-EB41-3A3A-72FC-C68DED81EC5D}" dt="2026-02-18T13:39:32.491" v="55"/>
      <pc:docMkLst>
        <pc:docMk/>
      </pc:docMkLst>
      <pc:sldChg chg="modSp">
        <pc:chgData name="明治安田　八木 彰之" userId="S::ak-yagi@ccken.onmicrosoft.com::d1f97d3f-409d-461c-820e-b1af6ee40ad0" providerId="AD" clId="Web-{EBA49ACC-EB41-3A3A-72FC-C68DED81EC5D}" dt="2026-02-18T13:39:32.491" v="55"/>
        <pc:sldMkLst>
          <pc:docMk/>
          <pc:sldMk cId="3014012821" sldId="953"/>
        </pc:sldMkLst>
        <pc:graphicFrameChg chg="mod modGraphic">
          <ac:chgData name="明治安田　八木 彰之" userId="S::ak-yagi@ccken.onmicrosoft.com::d1f97d3f-409d-461c-820e-b1af6ee40ad0" providerId="AD" clId="Web-{EBA49ACC-EB41-3A3A-72FC-C68DED81EC5D}" dt="2026-02-18T13:39:32.491" v="55"/>
          <ac:graphicFrameMkLst>
            <pc:docMk/>
            <pc:sldMk cId="3014012821" sldId="953"/>
            <ac:graphicFrameMk id="4" creationId="{1C244B7C-8934-CD2B-1B19-2C15BA647848}"/>
          </ac:graphicFrameMkLst>
        </pc:graphicFrameChg>
      </pc:sldChg>
    </pc:docChg>
  </pc:docChgLst>
  <pc:docChgLst>
    <pc:chgData name="主査　福島 直人" userId="S::naoto_2_fukushima@ccken.onmicrosoft.com::8f548a50-3d4a-4660-b17c-82fdb2003fd5" providerId="AD" clId="Web-{4051709E-5397-C391-0229-DFFF20762975}"/>
    <pc:docChg chg="addSld modSld modSection">
      <pc:chgData name="主査　福島 直人" userId="S::naoto_2_fukushima@ccken.onmicrosoft.com::8f548a50-3d4a-4660-b17c-82fdb2003fd5" providerId="AD" clId="Web-{4051709E-5397-C391-0229-DFFF20762975}" dt="2026-02-27T12:47:54.488" v="145" actId="1076"/>
      <pc:docMkLst>
        <pc:docMk/>
      </pc:docMkLst>
      <pc:sldChg chg="addSp delSp modSp">
        <pc:chgData name="主査　福島 直人" userId="S::naoto_2_fukushima@ccken.onmicrosoft.com::8f548a50-3d4a-4660-b17c-82fdb2003fd5" providerId="AD" clId="Web-{4051709E-5397-C391-0229-DFFF20762975}" dt="2026-02-27T12:47:54.488" v="145" actId="1076"/>
        <pc:sldMkLst>
          <pc:docMk/>
          <pc:sldMk cId="3496318797" sldId="954"/>
        </pc:sldMkLst>
        <pc:spChg chg="add mod">
          <ac:chgData name="主査　福島 直人" userId="S::naoto_2_fukushima@ccken.onmicrosoft.com::8f548a50-3d4a-4660-b17c-82fdb2003fd5" providerId="AD" clId="Web-{4051709E-5397-C391-0229-DFFF20762975}" dt="2026-02-27T12:47:54.472" v="144" actId="1076"/>
          <ac:spMkLst>
            <pc:docMk/>
            <pc:sldMk cId="3496318797" sldId="954"/>
            <ac:spMk id="5" creationId="{9ADB5574-B4AD-64FB-AA99-6E465AB132C4}"/>
          </ac:spMkLst>
        </pc:spChg>
        <pc:spChg chg="add mod">
          <ac:chgData name="主査　福島 直人" userId="S::naoto_2_fukushima@ccken.onmicrosoft.com::8f548a50-3d4a-4660-b17c-82fdb2003fd5" providerId="AD" clId="Web-{4051709E-5397-C391-0229-DFFF20762975}" dt="2026-02-27T12:46:33.987" v="135" actId="20577"/>
          <ac:spMkLst>
            <pc:docMk/>
            <pc:sldMk cId="3496318797" sldId="954"/>
            <ac:spMk id="9" creationId="{A08B64A4-1A5A-0C7E-1A5F-E72B95CBC969}"/>
          </ac:spMkLst>
        </pc:spChg>
        <pc:spChg chg="add mod">
          <ac:chgData name="主査　福島 直人" userId="S::naoto_2_fukushima@ccken.onmicrosoft.com::8f548a50-3d4a-4660-b17c-82fdb2003fd5" providerId="AD" clId="Web-{4051709E-5397-C391-0229-DFFF20762975}" dt="2026-02-27T12:39:55.585" v="87" actId="1076"/>
          <ac:spMkLst>
            <pc:docMk/>
            <pc:sldMk cId="3496318797" sldId="954"/>
            <ac:spMk id="10" creationId="{D937A15B-DD85-D7BA-2451-1371F47EF3B3}"/>
          </ac:spMkLst>
        </pc:spChg>
      </pc:sldChg>
      <pc:sldChg chg="addSp modSp">
        <pc:chgData name="主査　福島 直人" userId="S::naoto_2_fukushima@ccken.onmicrosoft.com::8f548a50-3d4a-4660-b17c-82fdb2003fd5" providerId="AD" clId="Web-{4051709E-5397-C391-0229-DFFF20762975}" dt="2026-02-27T11:06:18.717" v="26" actId="20577"/>
        <pc:sldMkLst>
          <pc:docMk/>
          <pc:sldMk cId="2802704857" sldId="956"/>
        </pc:sldMkLst>
        <pc:spChg chg="add mod">
          <ac:chgData name="主査　福島 直人" userId="S::naoto_2_fukushima@ccken.onmicrosoft.com::8f548a50-3d4a-4660-b17c-82fdb2003fd5" providerId="AD" clId="Web-{4051709E-5397-C391-0229-DFFF20762975}" dt="2026-02-27T11:06:18.717" v="26" actId="20577"/>
          <ac:spMkLst>
            <pc:docMk/>
            <pc:sldMk cId="2802704857" sldId="956"/>
            <ac:spMk id="10" creationId="{6821E550-E732-4942-378F-4290F3C35C39}"/>
          </ac:spMkLst>
        </pc:spChg>
      </pc:sldChg>
      <pc:sldChg chg="addSp modSp">
        <pc:chgData name="主査　福島 直人" userId="S::naoto_2_fukushima@ccken.onmicrosoft.com::8f548a50-3d4a-4660-b17c-82fdb2003fd5" providerId="AD" clId="Web-{4051709E-5397-C391-0229-DFFF20762975}" dt="2026-02-27T11:08:16.689" v="31" actId="14100"/>
        <pc:sldMkLst>
          <pc:docMk/>
          <pc:sldMk cId="2575810299" sldId="958"/>
        </pc:sldMkLst>
      </pc:sldChg>
    </pc:docChg>
  </pc:docChgLst>
  <pc:docChgLst>
    <pc:chgData name="三菱UFJ信託銀行　網野 智仁" userId="S::tomohito_amino@ccken.onmicrosoft.com::f8474316-ab6c-4136-bc0a-a68b4c48cb80" providerId="AD" clId="Web-{DB038119-3A81-D210-007D-5BD300AD30AF}"/>
    <pc:docChg chg="addSld delSld modSection">
      <pc:chgData name="三菱UFJ信託銀行　網野 智仁" userId="S::tomohito_amino@ccken.onmicrosoft.com::f8474316-ab6c-4136-bc0a-a68b4c48cb80" providerId="AD" clId="Web-{DB038119-3A81-D210-007D-5BD300AD30AF}" dt="2026-02-12T08:39:53.934" v="3"/>
      <pc:docMkLst>
        <pc:docMk/>
      </pc:docMkLst>
    </pc:docChg>
  </pc:docChgLst>
  <pc:docChgLst>
    <pc:chgData name="主査　福島 直人" userId="S::naoto_2_fukushima@ccken.onmicrosoft.com::8f548a50-3d4a-4660-b17c-82fdb2003fd5" providerId="AD" clId="Web-{4C698553-6F18-CD71-BD64-A68072CAF175}"/>
    <pc:docChg chg="addSld delSld modSld sldOrd modSection">
      <pc:chgData name="主査　福島 直人" userId="S::naoto_2_fukushima@ccken.onmicrosoft.com::8f548a50-3d4a-4660-b17c-82fdb2003fd5" providerId="AD" clId="Web-{4C698553-6F18-CD71-BD64-A68072CAF175}" dt="2026-02-04T06:52:47.181" v="134" actId="20577"/>
      <pc:docMkLst>
        <pc:docMk/>
      </pc:docMkLst>
      <pc:sldChg chg="modSp">
        <pc:chgData name="主査　福島 直人" userId="S::naoto_2_fukushima@ccken.onmicrosoft.com::8f548a50-3d4a-4660-b17c-82fdb2003fd5" providerId="AD" clId="Web-{4C698553-6F18-CD71-BD64-A68072CAF175}" dt="2026-02-04T06:49:01.675" v="48" actId="20577"/>
        <pc:sldMkLst>
          <pc:docMk/>
          <pc:sldMk cId="2290740309" sldId="674"/>
        </pc:sldMkLst>
        <pc:spChg chg="mod">
          <ac:chgData name="主査　福島 直人" userId="S::naoto_2_fukushima@ccken.onmicrosoft.com::8f548a50-3d4a-4660-b17c-82fdb2003fd5" providerId="AD" clId="Web-{4C698553-6F18-CD71-BD64-A68072CAF175}" dt="2026-02-04T06:49:01.675" v="48" actId="20577"/>
          <ac:spMkLst>
            <pc:docMk/>
            <pc:sldMk cId="2290740309" sldId="674"/>
            <ac:spMk id="3" creationId="{00000000-0000-0000-0000-000000000000}"/>
          </ac:spMkLst>
        </pc:spChg>
      </pc:sldChg>
      <pc:sldChg chg="modSp">
        <pc:chgData name="主査　福島 直人" userId="S::naoto_2_fukushima@ccken.onmicrosoft.com::8f548a50-3d4a-4660-b17c-82fdb2003fd5" providerId="AD" clId="Web-{4C698553-6F18-CD71-BD64-A68072CAF175}" dt="2026-02-04T06:52:35.618" v="112"/>
        <pc:sldMkLst>
          <pc:docMk/>
          <pc:sldMk cId="1392608573" sldId="727"/>
        </pc:sldMkLst>
        <pc:spChg chg="mod">
          <ac:chgData name="主査　福島 直人" userId="S::naoto_2_fukushima@ccken.onmicrosoft.com::8f548a50-3d4a-4660-b17c-82fdb2003fd5" providerId="AD" clId="Web-{4C698553-6F18-CD71-BD64-A68072CAF175}" dt="2026-02-04T06:52:23.227" v="110" actId="14100"/>
          <ac:spMkLst>
            <pc:docMk/>
            <pc:sldMk cId="1392608573" sldId="727"/>
            <ac:spMk id="3" creationId="{9DB2B4C0-610E-E6A1-6B7B-489441D67C56}"/>
          </ac:spMkLst>
        </pc:spChg>
        <pc:spChg chg="mod">
          <ac:chgData name="主査　福島 直人" userId="S::naoto_2_fukushima@ccken.onmicrosoft.com::8f548a50-3d4a-4660-b17c-82fdb2003fd5" providerId="AD" clId="Web-{4C698553-6F18-CD71-BD64-A68072CAF175}" dt="2026-02-04T06:52:23.149" v="109" actId="14100"/>
          <ac:spMkLst>
            <pc:docMk/>
            <pc:sldMk cId="1392608573" sldId="727"/>
            <ac:spMk id="5" creationId="{A91FDA4D-43D0-CD1A-2F78-41AC297B4E48}"/>
          </ac:spMkLst>
        </pc:spChg>
        <pc:spChg chg="mod">
          <ac:chgData name="主査　福島 直人" userId="S::naoto_2_fukushima@ccken.onmicrosoft.com::8f548a50-3d4a-4660-b17c-82fdb2003fd5" providerId="AD" clId="Web-{4C698553-6F18-CD71-BD64-A68072CAF175}" dt="2026-02-04T06:50:40.537" v="89" actId="1076"/>
          <ac:spMkLst>
            <pc:docMk/>
            <pc:sldMk cId="1392608573" sldId="727"/>
            <ac:spMk id="6" creationId="{606F6E3D-C4E2-CA54-1C1D-93E694D47844}"/>
          </ac:spMkLst>
        </pc:spChg>
        <pc:spChg chg="mod">
          <ac:chgData name="主査　福島 直人" userId="S::naoto_2_fukushima@ccken.onmicrosoft.com::8f548a50-3d4a-4660-b17c-82fdb2003fd5" providerId="AD" clId="Web-{4C698553-6F18-CD71-BD64-A68072CAF175}" dt="2026-02-04T06:50:40.193" v="84" actId="1076"/>
          <ac:spMkLst>
            <pc:docMk/>
            <pc:sldMk cId="1392608573" sldId="727"/>
            <ac:spMk id="8" creationId="{E16511C5-A4EE-C10C-4C49-E227E635EF08}"/>
          </ac:spMkLst>
        </pc:spChg>
        <pc:spChg chg="mod">
          <ac:chgData name="主査　福島 直人" userId="S::naoto_2_fukushima@ccken.onmicrosoft.com::8f548a50-3d4a-4660-b17c-82fdb2003fd5" providerId="AD" clId="Web-{4C698553-6F18-CD71-BD64-A68072CAF175}" dt="2026-02-04T06:50:40.256" v="85" actId="1076"/>
          <ac:spMkLst>
            <pc:docMk/>
            <pc:sldMk cId="1392608573" sldId="727"/>
            <ac:spMk id="10" creationId="{C0046302-064D-3562-3A76-CB759961F8A9}"/>
          </ac:spMkLst>
        </pc:spChg>
        <pc:spChg chg="mod">
          <ac:chgData name="主査　福島 直人" userId="S::naoto_2_fukushima@ccken.onmicrosoft.com::8f548a50-3d4a-4660-b17c-82fdb2003fd5" providerId="AD" clId="Web-{4C698553-6F18-CD71-BD64-A68072CAF175}" dt="2026-02-04T06:50:45.725" v="107" actId="1076"/>
          <ac:spMkLst>
            <pc:docMk/>
            <pc:sldMk cId="1392608573" sldId="727"/>
            <ac:spMk id="13" creationId="{45DB125F-D6D1-692D-76F7-1B992668032B}"/>
          </ac:spMkLst>
        </pc:spChg>
        <pc:spChg chg="mod">
          <ac:chgData name="主査　福島 直人" userId="S::naoto_2_fukushima@ccken.onmicrosoft.com::8f548a50-3d4a-4660-b17c-82fdb2003fd5" providerId="AD" clId="Web-{4C698553-6F18-CD71-BD64-A68072CAF175}" dt="2026-02-04T06:50:41.068" v="96" actId="1076"/>
          <ac:spMkLst>
            <pc:docMk/>
            <pc:sldMk cId="1392608573" sldId="727"/>
            <ac:spMk id="14" creationId="{616E407D-475A-2CB4-4D1A-206C8AD23511}"/>
          </ac:spMkLst>
        </pc:spChg>
        <pc:spChg chg="mod">
          <ac:chgData name="主査　福島 直人" userId="S::naoto_2_fukushima@ccken.onmicrosoft.com::8f548a50-3d4a-4660-b17c-82fdb2003fd5" providerId="AD" clId="Web-{4C698553-6F18-CD71-BD64-A68072CAF175}" dt="2026-02-04T06:50:41.162" v="97" actId="1076"/>
          <ac:spMkLst>
            <pc:docMk/>
            <pc:sldMk cId="1392608573" sldId="727"/>
            <ac:spMk id="15" creationId="{80C3DEFC-4423-75A2-EA10-75CD380219CE}"/>
          </ac:spMkLst>
        </pc:spChg>
        <pc:spChg chg="mod">
          <ac:chgData name="主査　福島 直人" userId="S::naoto_2_fukushima@ccken.onmicrosoft.com::8f548a50-3d4a-4660-b17c-82fdb2003fd5" providerId="AD" clId="Web-{4C698553-6F18-CD71-BD64-A68072CAF175}" dt="2026-02-04T06:50:40.615" v="90" actId="1076"/>
          <ac:spMkLst>
            <pc:docMk/>
            <pc:sldMk cId="1392608573" sldId="727"/>
            <ac:spMk id="16" creationId="{25D8757A-1BFA-8912-39E9-77918BCD8F92}"/>
          </ac:spMkLst>
        </pc:spChg>
        <pc:spChg chg="mod">
          <ac:chgData name="主査　福島 直人" userId="S::naoto_2_fukushima@ccken.onmicrosoft.com::8f548a50-3d4a-4660-b17c-82fdb2003fd5" providerId="AD" clId="Web-{4C698553-6F18-CD71-BD64-A68072CAF175}" dt="2026-02-04T06:50:41.240" v="98" actId="1076"/>
          <ac:spMkLst>
            <pc:docMk/>
            <pc:sldMk cId="1392608573" sldId="727"/>
            <ac:spMk id="17" creationId="{01FB34DB-22EF-6BAB-827D-2E4099E99652}"/>
          </ac:spMkLst>
        </pc:spChg>
        <pc:spChg chg="mod">
          <ac:chgData name="主査　福島 直人" userId="S::naoto_2_fukushima@ccken.onmicrosoft.com::8f548a50-3d4a-4660-b17c-82fdb2003fd5" providerId="AD" clId="Web-{4C698553-6F18-CD71-BD64-A68072CAF175}" dt="2026-02-04T06:50:40.678" v="91" actId="1076"/>
          <ac:spMkLst>
            <pc:docMk/>
            <pc:sldMk cId="1392608573" sldId="727"/>
            <ac:spMk id="18" creationId="{9A58E431-0C0E-5D05-4118-59B39C8BDE9B}"/>
          </ac:spMkLst>
        </pc:spChg>
        <pc:spChg chg="mod">
          <ac:chgData name="主査　福島 直人" userId="S::naoto_2_fukushima@ccken.onmicrosoft.com::8f548a50-3d4a-4660-b17c-82fdb2003fd5" providerId="AD" clId="Web-{4C698553-6F18-CD71-BD64-A68072CAF175}" dt="2026-02-04T06:50:41.334" v="99" actId="1076"/>
          <ac:spMkLst>
            <pc:docMk/>
            <pc:sldMk cId="1392608573" sldId="727"/>
            <ac:spMk id="19" creationId="{C4066E69-AD25-24A7-CBAB-2F5A3AB95047}"/>
          </ac:spMkLst>
        </pc:spChg>
        <pc:spChg chg="mod">
          <ac:chgData name="主査　福島 直人" userId="S::naoto_2_fukushima@ccken.onmicrosoft.com::8f548a50-3d4a-4660-b17c-82fdb2003fd5" providerId="AD" clId="Web-{4C698553-6F18-CD71-BD64-A68072CAF175}" dt="2026-02-04T06:50:40.740" v="92" actId="1076"/>
          <ac:spMkLst>
            <pc:docMk/>
            <pc:sldMk cId="1392608573" sldId="727"/>
            <ac:spMk id="20" creationId="{FEEAA8B3-D0E5-2EA3-C3EA-B95EB45E7C79}"/>
          </ac:spMkLst>
        </pc:spChg>
        <pc:spChg chg="mod">
          <ac:chgData name="主査　福島 直人" userId="S::naoto_2_fukushima@ccken.onmicrosoft.com::8f548a50-3d4a-4660-b17c-82fdb2003fd5" providerId="AD" clId="Web-{4C698553-6F18-CD71-BD64-A68072CAF175}" dt="2026-02-04T06:50:40.834" v="93" actId="1076"/>
          <ac:spMkLst>
            <pc:docMk/>
            <pc:sldMk cId="1392608573" sldId="727"/>
            <ac:spMk id="22" creationId="{51FEBE46-0A39-6351-6535-293000D325C4}"/>
          </ac:spMkLst>
        </pc:spChg>
        <pc:spChg chg="mod">
          <ac:chgData name="主査　福島 直人" userId="S::naoto_2_fukushima@ccken.onmicrosoft.com::8f548a50-3d4a-4660-b17c-82fdb2003fd5" providerId="AD" clId="Web-{4C698553-6F18-CD71-BD64-A68072CAF175}" dt="2026-02-04T06:50:41.397" v="100" actId="1076"/>
          <ac:spMkLst>
            <pc:docMk/>
            <pc:sldMk cId="1392608573" sldId="727"/>
            <ac:spMk id="27" creationId="{BA1414C7-D7A6-7F00-DE1C-AF2DB5E7F91B}"/>
          </ac:spMkLst>
        </pc:spChg>
        <pc:spChg chg="mod">
          <ac:chgData name="主査　福島 直人" userId="S::naoto_2_fukushima@ccken.onmicrosoft.com::8f548a50-3d4a-4660-b17c-82fdb2003fd5" providerId="AD" clId="Web-{4C698553-6F18-CD71-BD64-A68072CAF175}" dt="2026-02-04T06:50:39.975" v="81" actId="1076"/>
          <ac:spMkLst>
            <pc:docMk/>
            <pc:sldMk cId="1392608573" sldId="727"/>
            <ac:spMk id="28" creationId="{CD5637F7-B2A7-A3EF-4BAB-F06235D76ACE}"/>
          </ac:spMkLst>
        </pc:spChg>
        <pc:spChg chg="mod">
          <ac:chgData name="主査　福島 直人" userId="S::naoto_2_fukushima@ccken.onmicrosoft.com::8f548a50-3d4a-4660-b17c-82fdb2003fd5" providerId="AD" clId="Web-{4C698553-6F18-CD71-BD64-A68072CAF175}" dt="2026-02-04T06:50:41.475" v="101" actId="1076"/>
          <ac:spMkLst>
            <pc:docMk/>
            <pc:sldMk cId="1392608573" sldId="727"/>
            <ac:spMk id="29" creationId="{52CE3D2D-7D5C-A557-478C-59A2F303E0D5}"/>
          </ac:spMkLst>
        </pc:spChg>
        <pc:spChg chg="mod">
          <ac:chgData name="主査　福島 直人" userId="S::naoto_2_fukushima@ccken.onmicrosoft.com::8f548a50-3d4a-4660-b17c-82fdb2003fd5" providerId="AD" clId="Web-{4C698553-6F18-CD71-BD64-A68072CAF175}" dt="2026-02-04T06:50:40.037" v="82" actId="1076"/>
          <ac:spMkLst>
            <pc:docMk/>
            <pc:sldMk cId="1392608573" sldId="727"/>
            <ac:spMk id="30" creationId="{2D831423-B65F-6F7E-540F-D0C7A796F4E0}"/>
          </ac:spMkLst>
        </pc:spChg>
        <pc:spChg chg="mod">
          <ac:chgData name="主査　福島 直人" userId="S::naoto_2_fukushima@ccken.onmicrosoft.com::8f548a50-3d4a-4660-b17c-82fdb2003fd5" providerId="AD" clId="Web-{4C698553-6F18-CD71-BD64-A68072CAF175}" dt="2026-02-04T06:52:23.055" v="108" actId="14100"/>
          <ac:spMkLst>
            <pc:docMk/>
            <pc:sldMk cId="1392608573" sldId="727"/>
            <ac:spMk id="37" creationId="{69049471-B8EE-A563-1587-01F325C549CF}"/>
          </ac:spMkLst>
        </pc:spChg>
        <pc:spChg chg="mod">
          <ac:chgData name="主査　福島 直人" userId="S::naoto_2_fukushima@ccken.onmicrosoft.com::8f548a50-3d4a-4660-b17c-82fdb2003fd5" providerId="AD" clId="Web-{4C698553-6F18-CD71-BD64-A68072CAF175}" dt="2026-02-04T06:50:41.553" v="102" actId="1076"/>
          <ac:spMkLst>
            <pc:docMk/>
            <pc:sldMk cId="1392608573" sldId="727"/>
            <ac:spMk id="38" creationId="{3677ACB2-CB9E-EE5D-7C71-683289666B74}"/>
          </ac:spMkLst>
        </pc:spChg>
        <pc:spChg chg="mod">
          <ac:chgData name="主査　福島 直人" userId="S::naoto_2_fukushima@ccken.onmicrosoft.com::8f548a50-3d4a-4660-b17c-82fdb2003fd5" providerId="AD" clId="Web-{4C698553-6F18-CD71-BD64-A68072CAF175}" dt="2026-02-04T06:50:40.928" v="94" actId="1076"/>
          <ac:spMkLst>
            <pc:docMk/>
            <pc:sldMk cId="1392608573" sldId="727"/>
            <ac:spMk id="39" creationId="{A48D18FA-DFEB-AB65-0466-EA2C368CB530}"/>
          </ac:spMkLst>
        </pc:spChg>
        <pc:spChg chg="mod">
          <ac:chgData name="主査　福島 直人" userId="S::naoto_2_fukushima@ccken.onmicrosoft.com::8f548a50-3d4a-4660-b17c-82fdb2003fd5" providerId="AD" clId="Web-{4C698553-6F18-CD71-BD64-A68072CAF175}" dt="2026-02-04T06:50:40.990" v="95" actId="1076"/>
          <ac:spMkLst>
            <pc:docMk/>
            <pc:sldMk cId="1392608573" sldId="727"/>
            <ac:spMk id="41" creationId="{BC5BFF2F-05D9-91CF-AA07-054EF80B49C9}"/>
          </ac:spMkLst>
        </pc:spChg>
        <pc:spChg chg="mod">
          <ac:chgData name="主査　福島 直人" userId="S::naoto_2_fukushima@ccken.onmicrosoft.com::8f548a50-3d4a-4660-b17c-82fdb2003fd5" providerId="AD" clId="Web-{4C698553-6F18-CD71-BD64-A68072CAF175}" dt="2026-02-04T06:50:40.397" v="87" actId="1076"/>
          <ac:spMkLst>
            <pc:docMk/>
            <pc:sldMk cId="1392608573" sldId="727"/>
            <ac:spMk id="42" creationId="{3E0686D5-718A-1B08-B685-F946E8AF6A73}"/>
          </ac:spMkLst>
        </pc:spChg>
        <pc:spChg chg="mod">
          <ac:chgData name="主査　福島 直人" userId="S::naoto_2_fukushima@ccken.onmicrosoft.com::8f548a50-3d4a-4660-b17c-82fdb2003fd5" providerId="AD" clId="Web-{4C698553-6F18-CD71-BD64-A68072CAF175}" dt="2026-02-04T06:50:41.615" v="103" actId="1076"/>
          <ac:spMkLst>
            <pc:docMk/>
            <pc:sldMk cId="1392608573" sldId="727"/>
            <ac:spMk id="45" creationId="{2B712B75-5A64-6709-EA90-2A800CB994C0}"/>
          </ac:spMkLst>
        </pc:spChg>
        <pc:spChg chg="mod">
          <ac:chgData name="主査　福島 直人" userId="S::naoto_2_fukushima@ccken.onmicrosoft.com::8f548a50-3d4a-4660-b17c-82fdb2003fd5" providerId="AD" clId="Web-{4C698553-6F18-CD71-BD64-A68072CAF175}" dt="2026-02-04T06:50:41.693" v="104" actId="1076"/>
          <ac:spMkLst>
            <pc:docMk/>
            <pc:sldMk cId="1392608573" sldId="727"/>
            <ac:spMk id="46" creationId="{89C9F81A-D043-E61F-76A4-467E152C10F1}"/>
          </ac:spMkLst>
        </pc:spChg>
        <pc:spChg chg="mod">
          <ac:chgData name="主査　福島 直人" userId="S::naoto_2_fukushima@ccken.onmicrosoft.com::8f548a50-3d4a-4660-b17c-82fdb2003fd5" providerId="AD" clId="Web-{4C698553-6F18-CD71-BD64-A68072CAF175}" dt="2026-02-04T06:50:41.772" v="105" actId="1076"/>
          <ac:spMkLst>
            <pc:docMk/>
            <pc:sldMk cId="1392608573" sldId="727"/>
            <ac:spMk id="48" creationId="{6CCF2F3A-B8B1-9CC5-AD33-D1189AB2776C}"/>
          </ac:spMkLst>
        </pc:spChg>
        <pc:graphicFrameChg chg="mod modGraphic">
          <ac:chgData name="主査　福島 直人" userId="S::naoto_2_fukushima@ccken.onmicrosoft.com::8f548a50-3d4a-4660-b17c-82fdb2003fd5" providerId="AD" clId="Web-{4C698553-6F18-CD71-BD64-A68072CAF175}" dt="2026-02-04T06:52:35.618" v="112"/>
          <ac:graphicFrameMkLst>
            <pc:docMk/>
            <pc:sldMk cId="1392608573" sldId="727"/>
            <ac:graphicFrameMk id="24" creationId="{63EF7961-CB2C-FA8E-B7EF-9A5009CA7C46}"/>
          </ac:graphicFrameMkLst>
        </pc:graphicFrameChg>
        <pc:cxnChg chg="mod">
          <ac:chgData name="主査　福島 直人" userId="S::naoto_2_fukushima@ccken.onmicrosoft.com::8f548a50-3d4a-4660-b17c-82fdb2003fd5" providerId="AD" clId="Web-{4C698553-6F18-CD71-BD64-A68072CAF175}" dt="2026-02-04T06:50:39.897" v="80" actId="1076"/>
          <ac:cxnSpMkLst>
            <pc:docMk/>
            <pc:sldMk cId="1392608573" sldId="727"/>
            <ac:cxnSpMk id="26" creationId="{5D924768-52A3-CCC7-7D35-C38D47CC47BE}"/>
          </ac:cxnSpMkLst>
        </pc:cxnChg>
        <pc:cxnChg chg="mod">
          <ac:chgData name="主査　福島 直人" userId="S::naoto_2_fukushima@ccken.onmicrosoft.com::8f548a50-3d4a-4660-b17c-82fdb2003fd5" providerId="AD" clId="Web-{4C698553-6F18-CD71-BD64-A68072CAF175}" dt="2026-02-04T06:50:40.115" v="83" actId="1076"/>
          <ac:cxnSpMkLst>
            <pc:docMk/>
            <pc:sldMk cId="1392608573" sldId="727"/>
            <ac:cxnSpMk id="35" creationId="{F986775A-A193-540B-64E1-D11EE8F93B7E}"/>
          </ac:cxnSpMkLst>
        </pc:cxnChg>
      </pc:sldChg>
      <pc:sldChg chg="modSp add ord replId">
        <pc:chgData name="主査　福島 直人" userId="S::naoto_2_fukushima@ccken.onmicrosoft.com::8f548a50-3d4a-4660-b17c-82fdb2003fd5" providerId="AD" clId="Web-{4C698553-6F18-CD71-BD64-A68072CAF175}" dt="2026-02-04T06:46:00.606" v="22" actId="20577"/>
        <pc:sldMkLst>
          <pc:docMk/>
          <pc:sldMk cId="2998734072" sldId="849"/>
        </pc:sldMkLst>
        <pc:spChg chg="mod">
          <ac:chgData name="主査　福島 直人" userId="S::naoto_2_fukushima@ccken.onmicrosoft.com::8f548a50-3d4a-4660-b17c-82fdb2003fd5" providerId="AD" clId="Web-{4C698553-6F18-CD71-BD64-A68072CAF175}" dt="2026-02-04T06:46:00.606" v="22" actId="20577"/>
          <ac:spMkLst>
            <pc:docMk/>
            <pc:sldMk cId="2998734072" sldId="849"/>
            <ac:spMk id="8" creationId="{CA09F482-EBFB-878A-2FE4-0C9D284D3F6E}"/>
          </ac:spMkLst>
        </pc:spChg>
      </pc:sldChg>
      <pc:sldChg chg="modSp add ord replId">
        <pc:chgData name="主査　福島 直人" userId="S::naoto_2_fukushima@ccken.onmicrosoft.com::8f548a50-3d4a-4660-b17c-82fdb2003fd5" providerId="AD" clId="Web-{4C698553-6F18-CD71-BD64-A68072CAF175}" dt="2026-02-04T06:47:04.296" v="29" actId="20577"/>
        <pc:sldMkLst>
          <pc:docMk/>
          <pc:sldMk cId="978939477" sldId="850"/>
        </pc:sldMkLst>
        <pc:spChg chg="mod">
          <ac:chgData name="主査　福島 直人" userId="S::naoto_2_fukushima@ccken.onmicrosoft.com::8f548a50-3d4a-4660-b17c-82fdb2003fd5" providerId="AD" clId="Web-{4C698553-6F18-CD71-BD64-A68072CAF175}" dt="2026-02-04T06:47:04.296" v="29" actId="20577"/>
          <ac:spMkLst>
            <pc:docMk/>
            <pc:sldMk cId="978939477" sldId="850"/>
            <ac:spMk id="8" creationId="{0B6CB4C3-6DB6-BDFB-CA8D-9539D82FF7C1}"/>
          </ac:spMkLst>
        </pc:spChg>
      </pc:sldChg>
      <pc:sldChg chg="modSp add ord replId">
        <pc:chgData name="主査　福島 直人" userId="S::naoto_2_fukushima@ccken.onmicrosoft.com::8f548a50-3d4a-4660-b17c-82fdb2003fd5" providerId="AD" clId="Web-{4C698553-6F18-CD71-BD64-A68072CAF175}" dt="2026-02-04T06:48:02.611" v="39" actId="20577"/>
        <pc:sldMkLst>
          <pc:docMk/>
          <pc:sldMk cId="785633465" sldId="851"/>
        </pc:sldMkLst>
        <pc:spChg chg="mod">
          <ac:chgData name="主査　福島 直人" userId="S::naoto_2_fukushima@ccken.onmicrosoft.com::8f548a50-3d4a-4660-b17c-82fdb2003fd5" providerId="AD" clId="Web-{4C698553-6F18-CD71-BD64-A68072CAF175}" dt="2026-02-04T06:48:02.611" v="39" actId="20577"/>
          <ac:spMkLst>
            <pc:docMk/>
            <pc:sldMk cId="785633465" sldId="851"/>
            <ac:spMk id="8" creationId="{501000AF-F897-B4DD-1580-70745F13E0F9}"/>
          </ac:spMkLst>
        </pc:spChg>
      </pc:sldChg>
      <pc:sldChg chg="modSp add replId">
        <pc:chgData name="主査　福島 直人" userId="S::naoto_2_fukushima@ccken.onmicrosoft.com::8f548a50-3d4a-4660-b17c-82fdb2003fd5" providerId="AD" clId="Web-{4C698553-6F18-CD71-BD64-A68072CAF175}" dt="2026-02-04T06:48:19.471" v="43" actId="20577"/>
        <pc:sldMkLst>
          <pc:docMk/>
          <pc:sldMk cId="3346796719" sldId="853"/>
        </pc:sldMkLst>
        <pc:spChg chg="mod">
          <ac:chgData name="主査　福島 直人" userId="S::naoto_2_fukushima@ccken.onmicrosoft.com::8f548a50-3d4a-4660-b17c-82fdb2003fd5" providerId="AD" clId="Web-{4C698553-6F18-CD71-BD64-A68072CAF175}" dt="2026-02-04T06:48:19.471" v="43" actId="20577"/>
          <ac:spMkLst>
            <pc:docMk/>
            <pc:sldMk cId="3346796719" sldId="853"/>
            <ac:spMk id="8" creationId="{DA787D85-76B5-87D9-9536-34471566DC72}"/>
          </ac:spMkLst>
        </pc:spChg>
      </pc:sldChg>
      <pc:sldChg chg="modSp add ord replId">
        <pc:chgData name="主査　福島 直人" userId="S::naoto_2_fukushima@ccken.onmicrosoft.com::8f548a50-3d4a-4660-b17c-82fdb2003fd5" providerId="AD" clId="Web-{4C698553-6F18-CD71-BD64-A68072CAF175}" dt="2026-02-04T06:48:29.299" v="45" actId="20577"/>
        <pc:sldMkLst>
          <pc:docMk/>
          <pc:sldMk cId="741583435" sldId="854"/>
        </pc:sldMkLst>
        <pc:spChg chg="mod">
          <ac:chgData name="主査　福島 直人" userId="S::naoto_2_fukushima@ccken.onmicrosoft.com::8f548a50-3d4a-4660-b17c-82fdb2003fd5" providerId="AD" clId="Web-{4C698553-6F18-CD71-BD64-A68072CAF175}" dt="2026-02-04T06:48:29.299" v="45" actId="20577"/>
          <ac:spMkLst>
            <pc:docMk/>
            <pc:sldMk cId="741583435" sldId="854"/>
            <ac:spMk id="8" creationId="{34EC64F1-9178-B55C-0195-07077E06DFC9}"/>
          </ac:spMkLst>
        </pc:spChg>
      </pc:sldChg>
      <pc:sldChg chg="modSp add replId">
        <pc:chgData name="主査　福島 直人" userId="S::naoto_2_fukushima@ccken.onmicrosoft.com::8f548a50-3d4a-4660-b17c-82fdb2003fd5" providerId="AD" clId="Web-{4C698553-6F18-CD71-BD64-A68072CAF175}" dt="2026-02-04T06:47:15.453" v="32" actId="20577"/>
        <pc:sldMkLst>
          <pc:docMk/>
          <pc:sldMk cId="1039007571" sldId="855"/>
        </pc:sldMkLst>
        <pc:spChg chg="mod">
          <ac:chgData name="主査　福島 直人" userId="S::naoto_2_fukushima@ccken.onmicrosoft.com::8f548a50-3d4a-4660-b17c-82fdb2003fd5" providerId="AD" clId="Web-{4C698553-6F18-CD71-BD64-A68072CAF175}" dt="2026-02-04T06:47:15.453" v="32" actId="20577"/>
          <ac:spMkLst>
            <pc:docMk/>
            <pc:sldMk cId="1039007571" sldId="855"/>
            <ac:spMk id="8" creationId="{1C523931-E41F-A957-9DED-16CDEAE6E404}"/>
          </ac:spMkLst>
        </pc:spChg>
      </pc:sldChg>
    </pc:docChg>
  </pc:docChgLst>
  <pc:docChgLst>
    <pc:chgData name="主査　福島 直人" userId="S::naoto_2_fukushima@ccken.onmicrosoft.com::8f548a50-3d4a-4660-b17c-82fdb2003fd5" providerId="AD" clId="Web-{874795AB-4E81-F842-FA1B-60F6926E24EB}"/>
    <pc:docChg chg="addSld delSld modSld modSection">
      <pc:chgData name="主査　福島 直人" userId="S::naoto_2_fukushima@ccken.onmicrosoft.com::8f548a50-3d4a-4660-b17c-82fdb2003fd5" providerId="AD" clId="Web-{874795AB-4E81-F842-FA1B-60F6926E24EB}" dt="2026-02-28T13:02:07.777" v="235" actId="20577"/>
      <pc:docMkLst>
        <pc:docMk/>
      </pc:docMkLst>
      <pc:sldChg chg="modSp">
        <pc:chgData name="主査　福島 直人" userId="S::naoto_2_fukushima@ccken.onmicrosoft.com::8f548a50-3d4a-4660-b17c-82fdb2003fd5" providerId="AD" clId="Web-{874795AB-4E81-F842-FA1B-60F6926E24EB}" dt="2026-02-28T12:26:20.831" v="4"/>
        <pc:sldMkLst>
          <pc:docMk/>
          <pc:sldMk cId="468256319" sldId="471"/>
        </pc:sldMkLst>
        <pc:graphicFrameChg chg="mod modGraphic">
          <ac:chgData name="主査　福島 直人" userId="S::naoto_2_fukushima@ccken.onmicrosoft.com::8f548a50-3d4a-4660-b17c-82fdb2003fd5" providerId="AD" clId="Web-{874795AB-4E81-F842-FA1B-60F6926E24EB}" dt="2026-02-28T12:26:20.831" v="4"/>
          <ac:graphicFrameMkLst>
            <pc:docMk/>
            <pc:sldMk cId="468256319" sldId="471"/>
            <ac:graphicFrameMk id="9" creationId="{D0A2CC2F-E126-64DD-32A4-1C5F3361211B}"/>
          </ac:graphicFrameMkLst>
        </pc:graphicFrameChg>
      </pc:sldChg>
      <pc:sldChg chg="modSp">
        <pc:chgData name="主査　福島 直人" userId="S::naoto_2_fukushima@ccken.onmicrosoft.com::8f548a50-3d4a-4660-b17c-82fdb2003fd5" providerId="AD" clId="Web-{874795AB-4E81-F842-FA1B-60F6926E24EB}" dt="2026-02-28T12:59:53.564" v="204" actId="20577"/>
        <pc:sldMkLst>
          <pc:docMk/>
          <pc:sldMk cId="2863164929" sldId="773"/>
        </pc:sldMkLst>
        <pc:spChg chg="mod">
          <ac:chgData name="主査　福島 直人" userId="S::naoto_2_fukushima@ccken.onmicrosoft.com::8f548a50-3d4a-4660-b17c-82fdb2003fd5" providerId="AD" clId="Web-{874795AB-4E81-F842-FA1B-60F6926E24EB}" dt="2026-02-28T12:59:53.564" v="204" actId="20577"/>
          <ac:spMkLst>
            <pc:docMk/>
            <pc:sldMk cId="2863164929" sldId="773"/>
            <ac:spMk id="3" creationId="{2FF11C97-A0C6-892C-4B18-E03E386E498A}"/>
          </ac:spMkLst>
        </pc:spChg>
        <pc:spChg chg="mod">
          <ac:chgData name="主査　福島 直人" userId="S::naoto_2_fukushima@ccken.onmicrosoft.com::8f548a50-3d4a-4660-b17c-82fdb2003fd5" providerId="AD" clId="Web-{874795AB-4E81-F842-FA1B-60F6926E24EB}" dt="2026-02-28T12:25:34.219" v="0" actId="1076"/>
          <ac:spMkLst>
            <pc:docMk/>
            <pc:sldMk cId="2863164929" sldId="773"/>
            <ac:spMk id="4" creationId="{7FF48C40-2ACA-16A9-FA39-AA402A56C1E1}"/>
          </ac:spMkLst>
        </pc:spChg>
      </pc:sldChg>
      <pc:sldChg chg="modSp">
        <pc:chgData name="主査　福島 直人" userId="S::naoto_2_fukushima@ccken.onmicrosoft.com::8f548a50-3d4a-4660-b17c-82fdb2003fd5" providerId="AD" clId="Web-{874795AB-4E81-F842-FA1B-60F6926E24EB}" dt="2026-02-28T13:00:08.800" v="208" actId="20577"/>
        <pc:sldMkLst>
          <pc:docMk/>
          <pc:sldMk cId="3496318797" sldId="954"/>
        </pc:sldMkLst>
        <pc:spChg chg="mod">
          <ac:chgData name="主査　福島 直人" userId="S::naoto_2_fukushima@ccken.onmicrosoft.com::8f548a50-3d4a-4660-b17c-82fdb2003fd5" providerId="AD" clId="Web-{874795AB-4E81-F842-FA1B-60F6926E24EB}" dt="2026-02-28T13:00:08.800" v="208" actId="20577"/>
          <ac:spMkLst>
            <pc:docMk/>
            <pc:sldMk cId="3496318797" sldId="954"/>
            <ac:spMk id="3" creationId="{3F628DDE-7962-A541-1411-A96462AA35EC}"/>
          </ac:spMkLst>
        </pc:spChg>
      </pc:sldChg>
      <pc:sldChg chg="modSp">
        <pc:chgData name="主査　福島 直人" userId="S::naoto_2_fukushima@ccken.onmicrosoft.com::8f548a50-3d4a-4660-b17c-82fdb2003fd5" providerId="AD" clId="Web-{874795AB-4E81-F842-FA1B-60F6926E24EB}" dt="2026-02-28T13:00:17.863" v="211" actId="20577"/>
        <pc:sldMkLst>
          <pc:docMk/>
          <pc:sldMk cId="20629679" sldId="955"/>
        </pc:sldMkLst>
        <pc:spChg chg="mod">
          <ac:chgData name="主査　福島 直人" userId="S::naoto_2_fukushima@ccken.onmicrosoft.com::8f548a50-3d4a-4660-b17c-82fdb2003fd5" providerId="AD" clId="Web-{874795AB-4E81-F842-FA1B-60F6926E24EB}" dt="2026-02-28T13:00:17.863" v="211" actId="20577"/>
          <ac:spMkLst>
            <pc:docMk/>
            <pc:sldMk cId="20629679" sldId="955"/>
            <ac:spMk id="3" creationId="{9DB45F81-630E-A446-692C-D391FBBD6474}"/>
          </ac:spMkLst>
        </pc:spChg>
      </pc:sldChg>
      <pc:sldChg chg="modSp">
        <pc:chgData name="主査　福島 直人" userId="S::naoto_2_fukushima@ccken.onmicrosoft.com::8f548a50-3d4a-4660-b17c-82fdb2003fd5" providerId="AD" clId="Web-{874795AB-4E81-F842-FA1B-60F6926E24EB}" dt="2026-02-28T13:00:59.116" v="218" actId="20577"/>
        <pc:sldMkLst>
          <pc:docMk/>
          <pc:sldMk cId="2802704857" sldId="956"/>
        </pc:sldMkLst>
        <pc:spChg chg="mod">
          <ac:chgData name="主査　福島 直人" userId="S::naoto_2_fukushima@ccken.onmicrosoft.com::8f548a50-3d4a-4660-b17c-82fdb2003fd5" providerId="AD" clId="Web-{874795AB-4E81-F842-FA1B-60F6926E24EB}" dt="2026-02-28T13:00:59.116" v="218" actId="20577"/>
          <ac:spMkLst>
            <pc:docMk/>
            <pc:sldMk cId="2802704857" sldId="956"/>
            <ac:spMk id="3" creationId="{CE101370-C044-B1EB-9670-8DC8A94D8D9B}"/>
          </ac:spMkLst>
        </pc:spChg>
      </pc:sldChg>
      <pc:sldChg chg="modSp">
        <pc:chgData name="主査　福島 直人" userId="S::naoto_2_fukushima@ccken.onmicrosoft.com::8f548a50-3d4a-4660-b17c-82fdb2003fd5" providerId="AD" clId="Web-{874795AB-4E81-F842-FA1B-60F6926E24EB}" dt="2026-02-28T13:01:13.774" v="221" actId="20577"/>
        <pc:sldMkLst>
          <pc:docMk/>
          <pc:sldMk cId="1984299581" sldId="957"/>
        </pc:sldMkLst>
        <pc:spChg chg="mod">
          <ac:chgData name="主査　福島 直人" userId="S::naoto_2_fukushima@ccken.onmicrosoft.com::8f548a50-3d4a-4660-b17c-82fdb2003fd5" providerId="AD" clId="Web-{874795AB-4E81-F842-FA1B-60F6926E24EB}" dt="2026-02-28T13:01:13.774" v="221" actId="20577"/>
          <ac:spMkLst>
            <pc:docMk/>
            <pc:sldMk cId="1984299581" sldId="957"/>
            <ac:spMk id="3" creationId="{EAC49576-0887-8C15-EC72-A77AC96F8910}"/>
          </ac:spMkLst>
        </pc:spChg>
        <pc:spChg chg="mod">
          <ac:chgData name="主査　福島 直人" userId="S::naoto_2_fukushima@ccken.onmicrosoft.com::8f548a50-3d4a-4660-b17c-82fdb2003fd5" providerId="AD" clId="Web-{874795AB-4E81-F842-FA1B-60F6926E24EB}" dt="2026-02-28T12:30:23.740" v="26" actId="20577"/>
          <ac:spMkLst>
            <pc:docMk/>
            <pc:sldMk cId="1984299581" sldId="957"/>
            <ac:spMk id="41" creationId="{7F7B155F-CE22-E1FB-6684-6CF37FC6C774}"/>
          </ac:spMkLst>
        </pc:spChg>
        <pc:spChg chg="mod">
          <ac:chgData name="主査　福島 直人" userId="S::naoto_2_fukushima@ccken.onmicrosoft.com::8f548a50-3d4a-4660-b17c-82fdb2003fd5" providerId="AD" clId="Web-{874795AB-4E81-F842-FA1B-60F6926E24EB}" dt="2026-02-28T12:30:44.663" v="32" actId="20577"/>
          <ac:spMkLst>
            <pc:docMk/>
            <pc:sldMk cId="1984299581" sldId="957"/>
            <ac:spMk id="44" creationId="{D7A6378E-0B17-1100-209D-B7528BFB2453}"/>
          </ac:spMkLst>
        </pc:spChg>
        <pc:spChg chg="mod">
          <ac:chgData name="主査　福島 直人" userId="S::naoto_2_fukushima@ccken.onmicrosoft.com::8f548a50-3d4a-4660-b17c-82fdb2003fd5" providerId="AD" clId="Web-{874795AB-4E81-F842-FA1B-60F6926E24EB}" dt="2026-02-28T12:29:28.656" v="10" actId="1076"/>
          <ac:spMkLst>
            <pc:docMk/>
            <pc:sldMk cId="1984299581" sldId="957"/>
            <ac:spMk id="46" creationId="{07FDB4FE-420E-A65B-0BB2-49348B581809}"/>
          </ac:spMkLst>
        </pc:spChg>
        <pc:grpChg chg="mod">
          <ac:chgData name="主査　福島 直人" userId="S::naoto_2_fukushima@ccken.onmicrosoft.com::8f548a50-3d4a-4660-b17c-82fdb2003fd5" providerId="AD" clId="Web-{874795AB-4E81-F842-FA1B-60F6926E24EB}" dt="2026-02-28T12:29:06.483" v="8" actId="1076"/>
          <ac:grpSpMkLst>
            <pc:docMk/>
            <pc:sldMk cId="1984299581" sldId="957"/>
            <ac:grpSpMk id="10" creationId="{5A02483C-0959-ACA4-5E9E-17C9A4AB63D7}"/>
          </ac:grpSpMkLst>
        </pc:grpChg>
      </pc:sldChg>
      <pc:sldChg chg="modSp">
        <pc:chgData name="主査　福島 直人" userId="S::naoto_2_fukushima@ccken.onmicrosoft.com::8f548a50-3d4a-4660-b17c-82fdb2003fd5" providerId="AD" clId="Web-{874795AB-4E81-F842-FA1B-60F6926E24EB}" dt="2026-02-28T13:01:19.446" v="223" actId="20577"/>
        <pc:sldMkLst>
          <pc:docMk/>
          <pc:sldMk cId="2575810299" sldId="958"/>
        </pc:sldMkLst>
        <pc:spChg chg="mod">
          <ac:chgData name="主査　福島 直人" userId="S::naoto_2_fukushima@ccken.onmicrosoft.com::8f548a50-3d4a-4660-b17c-82fdb2003fd5" providerId="AD" clId="Web-{874795AB-4E81-F842-FA1B-60F6926E24EB}" dt="2026-02-28T13:01:19.446" v="223" actId="20577"/>
          <ac:spMkLst>
            <pc:docMk/>
            <pc:sldMk cId="2575810299" sldId="958"/>
            <ac:spMk id="3" creationId="{309EA843-8EB0-DEFE-3D01-4D8DF23D26A2}"/>
          </ac:spMkLst>
        </pc:spChg>
        <pc:spChg chg="mod">
          <ac:chgData name="主査　福島 直人" userId="S::naoto_2_fukushima@ccken.onmicrosoft.com::8f548a50-3d4a-4660-b17c-82fdb2003fd5" providerId="AD" clId="Web-{874795AB-4E81-F842-FA1B-60F6926E24EB}" dt="2026-02-28T12:41:24.860" v="112" actId="20577"/>
          <ac:spMkLst>
            <pc:docMk/>
            <pc:sldMk cId="2575810299" sldId="958"/>
            <ac:spMk id="7" creationId="{77B1510E-D32B-59E6-7807-D1ADD4826386}"/>
          </ac:spMkLst>
        </pc:spChg>
      </pc:sldChg>
      <pc:sldChg chg="addSp delSp modSp">
        <pc:chgData name="主査　福島 直人" userId="S::naoto_2_fukushima@ccken.onmicrosoft.com::8f548a50-3d4a-4660-b17c-82fdb2003fd5" providerId="AD" clId="Web-{874795AB-4E81-F842-FA1B-60F6926E24EB}" dt="2026-02-28T13:01:33.416" v="225" actId="20577"/>
        <pc:sldMkLst>
          <pc:docMk/>
          <pc:sldMk cId="4077408376" sldId="962"/>
        </pc:sldMkLst>
        <pc:spChg chg="mod">
          <ac:chgData name="主査　福島 直人" userId="S::naoto_2_fukushima@ccken.onmicrosoft.com::8f548a50-3d4a-4660-b17c-82fdb2003fd5" providerId="AD" clId="Web-{874795AB-4E81-F842-FA1B-60F6926E24EB}" dt="2026-02-28T13:01:33.416" v="225" actId="20577"/>
          <ac:spMkLst>
            <pc:docMk/>
            <pc:sldMk cId="4077408376" sldId="962"/>
            <ac:spMk id="3" creationId="{D0997A54-7920-D924-C096-C062B9E14409}"/>
          </ac:spMkLst>
        </pc:spChg>
        <pc:spChg chg="mod">
          <ac:chgData name="主査　福島 直人" userId="S::naoto_2_fukushima@ccken.onmicrosoft.com::8f548a50-3d4a-4660-b17c-82fdb2003fd5" providerId="AD" clId="Web-{874795AB-4E81-F842-FA1B-60F6926E24EB}" dt="2026-02-28T12:42:28.064" v="121" actId="14100"/>
          <ac:spMkLst>
            <pc:docMk/>
            <pc:sldMk cId="4077408376" sldId="962"/>
            <ac:spMk id="6" creationId="{72934253-6514-F777-3BF3-81C99250DB74}"/>
          </ac:spMkLst>
        </pc:spChg>
        <pc:spChg chg="mod">
          <ac:chgData name="主査　福島 直人" userId="S::naoto_2_fukushima@ccken.onmicrosoft.com::8f548a50-3d4a-4660-b17c-82fdb2003fd5" providerId="AD" clId="Web-{874795AB-4E81-F842-FA1B-60F6926E24EB}" dt="2026-02-28T12:45:16.013" v="129" actId="20577"/>
          <ac:spMkLst>
            <pc:docMk/>
            <pc:sldMk cId="4077408376" sldId="962"/>
            <ac:spMk id="12" creationId="{3A927910-672B-0641-FED7-A8527BE41529}"/>
          </ac:spMkLst>
        </pc:spChg>
        <pc:spChg chg="add mod">
          <ac:chgData name="主査　福島 直人" userId="S::naoto_2_fukushima@ccken.onmicrosoft.com::8f548a50-3d4a-4660-b17c-82fdb2003fd5" providerId="AD" clId="Web-{874795AB-4E81-F842-FA1B-60F6926E24EB}" dt="2026-02-28T12:42:05.142" v="119" actId="20577"/>
          <ac:spMkLst>
            <pc:docMk/>
            <pc:sldMk cId="4077408376" sldId="962"/>
            <ac:spMk id="13" creationId="{8A034014-3723-7A0B-5B0E-1A0264BD24AF}"/>
          </ac:spMkLst>
        </pc:spChg>
        <pc:spChg chg="add mod">
          <ac:chgData name="主査　福島 直人" userId="S::naoto_2_fukushima@ccken.onmicrosoft.com::8f548a50-3d4a-4660-b17c-82fdb2003fd5" providerId="AD" clId="Web-{874795AB-4E81-F842-FA1B-60F6926E24EB}" dt="2026-02-28T12:41:58.516" v="116" actId="1076"/>
          <ac:spMkLst>
            <pc:docMk/>
            <pc:sldMk cId="4077408376" sldId="962"/>
            <ac:spMk id="15" creationId="{B478000A-6E70-050B-5B93-82FC537883A8}"/>
          </ac:spMkLst>
        </pc:spChg>
        <pc:spChg chg="add mod">
          <ac:chgData name="主査　福島 直人" userId="S::naoto_2_fukushima@ccken.onmicrosoft.com::8f548a50-3d4a-4660-b17c-82fdb2003fd5" providerId="AD" clId="Web-{874795AB-4E81-F842-FA1B-60F6926E24EB}" dt="2026-02-28T12:38:41.853" v="79" actId="1076"/>
          <ac:spMkLst>
            <pc:docMk/>
            <pc:sldMk cId="4077408376" sldId="962"/>
            <ac:spMk id="17" creationId="{6AAF473E-228E-6C7D-FC2B-FDAC17DC4FC2}"/>
          </ac:spMkLst>
        </pc:spChg>
        <pc:spChg chg="add mod">
          <ac:chgData name="主査　福島 直人" userId="S::naoto_2_fukushima@ccken.onmicrosoft.com::8f548a50-3d4a-4660-b17c-82fdb2003fd5" providerId="AD" clId="Web-{874795AB-4E81-F842-FA1B-60F6926E24EB}" dt="2026-02-28T12:40:32.968" v="105" actId="14100"/>
          <ac:spMkLst>
            <pc:docMk/>
            <pc:sldMk cId="4077408376" sldId="962"/>
            <ac:spMk id="18" creationId="{60EA2B2E-08B9-2E20-C0B0-5ECB524628CA}"/>
          </ac:spMkLst>
        </pc:spChg>
        <pc:spChg chg="mod">
          <ac:chgData name="主査　福島 直人" userId="S::naoto_2_fukushima@ccken.onmicrosoft.com::8f548a50-3d4a-4660-b17c-82fdb2003fd5" providerId="AD" clId="Web-{874795AB-4E81-F842-FA1B-60F6926E24EB}" dt="2026-02-28T12:44:22.775" v="125" actId="20577"/>
          <ac:spMkLst>
            <pc:docMk/>
            <pc:sldMk cId="4077408376" sldId="962"/>
            <ac:spMk id="22" creationId="{54EC706D-632B-1154-C001-0AD3FE3EA28D}"/>
          </ac:spMkLst>
        </pc:spChg>
        <pc:picChg chg="mod">
          <ac:chgData name="主査　福島 直人" userId="S::naoto_2_fukushima@ccken.onmicrosoft.com::8f548a50-3d4a-4660-b17c-82fdb2003fd5" providerId="AD" clId="Web-{874795AB-4E81-F842-FA1B-60F6926E24EB}" dt="2026-02-28T12:44:55.121" v="127"/>
          <ac:picMkLst>
            <pc:docMk/>
            <pc:sldMk cId="4077408376" sldId="962"/>
            <ac:picMk id="7" creationId="{E2C09D5F-AFAC-7BEA-8FF4-C81BA93A3FB8}"/>
          </ac:picMkLst>
        </pc:picChg>
      </pc:sldChg>
      <pc:sldChg chg="addSp modSp">
        <pc:chgData name="主査　福島 直人" userId="S::naoto_2_fukushima@ccken.onmicrosoft.com::8f548a50-3d4a-4660-b17c-82fdb2003fd5" providerId="AD" clId="Web-{874795AB-4E81-F842-FA1B-60F6926E24EB}" dt="2026-02-28T13:01:36.463" v="228" actId="20577"/>
        <pc:sldMkLst>
          <pc:docMk/>
          <pc:sldMk cId="3913572286" sldId="963"/>
        </pc:sldMkLst>
        <pc:spChg chg="mod">
          <ac:chgData name="主査　福島 直人" userId="S::naoto_2_fukushima@ccken.onmicrosoft.com::8f548a50-3d4a-4660-b17c-82fdb2003fd5" providerId="AD" clId="Web-{874795AB-4E81-F842-FA1B-60F6926E24EB}" dt="2026-02-28T13:01:36.463" v="228" actId="20577"/>
          <ac:spMkLst>
            <pc:docMk/>
            <pc:sldMk cId="3913572286" sldId="963"/>
            <ac:spMk id="3" creationId="{6100CDC3-BF96-AAF0-CBDC-FB39FBAA87BC}"/>
          </ac:spMkLst>
        </pc:spChg>
        <pc:spChg chg="mod">
          <ac:chgData name="主査　福島 直人" userId="S::naoto_2_fukushima@ccken.onmicrosoft.com::8f548a50-3d4a-4660-b17c-82fdb2003fd5" providerId="AD" clId="Web-{874795AB-4E81-F842-FA1B-60F6926E24EB}" dt="2026-02-28T12:50:22.418" v="180" actId="20577"/>
          <ac:spMkLst>
            <pc:docMk/>
            <pc:sldMk cId="3913572286" sldId="963"/>
            <ac:spMk id="4" creationId="{7620D1D4-3C19-7AFB-29D1-A5875FB24387}"/>
          </ac:spMkLst>
        </pc:spChg>
        <pc:spChg chg="mod">
          <ac:chgData name="主査　福島 直人" userId="S::naoto_2_fukushima@ccken.onmicrosoft.com::8f548a50-3d4a-4660-b17c-82fdb2003fd5" providerId="AD" clId="Web-{874795AB-4E81-F842-FA1B-60F6926E24EB}" dt="2026-02-28T12:50:02.777" v="174" actId="14100"/>
          <ac:spMkLst>
            <pc:docMk/>
            <pc:sldMk cId="3913572286" sldId="963"/>
            <ac:spMk id="5" creationId="{AC3DE9BA-634B-AF73-92AE-5059797484AD}"/>
          </ac:spMkLst>
        </pc:spChg>
        <pc:spChg chg="mod">
          <ac:chgData name="主査　福島 直人" userId="S::naoto_2_fukushima@ccken.onmicrosoft.com::8f548a50-3d4a-4660-b17c-82fdb2003fd5" providerId="AD" clId="Web-{874795AB-4E81-F842-FA1B-60F6926E24EB}" dt="2026-02-28T12:52:01.984" v="189" actId="1076"/>
          <ac:spMkLst>
            <pc:docMk/>
            <pc:sldMk cId="3913572286" sldId="963"/>
            <ac:spMk id="6" creationId="{EBBA6372-2C91-AF48-8951-CB78365F5572}"/>
          </ac:spMkLst>
        </pc:spChg>
        <pc:spChg chg="mod">
          <ac:chgData name="主査　福島 直人" userId="S::naoto_2_fukushima@ccken.onmicrosoft.com::8f548a50-3d4a-4660-b17c-82fdb2003fd5" providerId="AD" clId="Web-{874795AB-4E81-F842-FA1B-60F6926E24EB}" dt="2026-02-28T12:52:34.797" v="193" actId="20577"/>
          <ac:spMkLst>
            <pc:docMk/>
            <pc:sldMk cId="3913572286" sldId="963"/>
            <ac:spMk id="7" creationId="{E39F57E1-2631-9C69-0B6B-A19304FA8C47}"/>
          </ac:spMkLst>
        </pc:spChg>
        <pc:spChg chg="mod">
          <ac:chgData name="主査　福島 直人" userId="S::naoto_2_fukushima@ccken.onmicrosoft.com::8f548a50-3d4a-4660-b17c-82fdb2003fd5" providerId="AD" clId="Web-{874795AB-4E81-F842-FA1B-60F6926E24EB}" dt="2026-02-28T12:52:34.891" v="194" actId="20577"/>
          <ac:spMkLst>
            <pc:docMk/>
            <pc:sldMk cId="3913572286" sldId="963"/>
            <ac:spMk id="9" creationId="{BB51E254-81C4-42C6-E58A-5950996ABADA}"/>
          </ac:spMkLst>
        </pc:spChg>
        <pc:spChg chg="mod">
          <ac:chgData name="主査　福島 直人" userId="S::naoto_2_fukushima@ccken.onmicrosoft.com::8f548a50-3d4a-4660-b17c-82fdb2003fd5" providerId="AD" clId="Web-{874795AB-4E81-F842-FA1B-60F6926E24EB}" dt="2026-02-28T12:48:33.265" v="155" actId="20577"/>
          <ac:spMkLst>
            <pc:docMk/>
            <pc:sldMk cId="3913572286" sldId="963"/>
            <ac:spMk id="10" creationId="{DC55178E-5128-52D5-AB2D-4C5DCBB21AD3}"/>
          </ac:spMkLst>
        </pc:spChg>
        <pc:spChg chg="mod">
          <ac:chgData name="主査　福島 直人" userId="S::naoto_2_fukushima@ccken.onmicrosoft.com::8f548a50-3d4a-4660-b17c-82fdb2003fd5" providerId="AD" clId="Web-{874795AB-4E81-F842-FA1B-60F6926E24EB}" dt="2026-02-28T12:46:26.985" v="135"/>
          <ac:spMkLst>
            <pc:docMk/>
            <pc:sldMk cId="3913572286" sldId="963"/>
            <ac:spMk id="11" creationId="{75CF3661-0390-5272-526C-44710B2B8CBB}"/>
          </ac:spMkLst>
        </pc:spChg>
        <pc:spChg chg="mod">
          <ac:chgData name="主査　福島 直人" userId="S::naoto_2_fukushima@ccken.onmicrosoft.com::8f548a50-3d4a-4660-b17c-82fdb2003fd5" providerId="AD" clId="Web-{874795AB-4E81-F842-FA1B-60F6926E24EB}" dt="2026-02-28T12:49:10.494" v="165"/>
          <ac:spMkLst>
            <pc:docMk/>
            <pc:sldMk cId="3913572286" sldId="963"/>
            <ac:spMk id="13" creationId="{4FB50EA6-14BA-606C-BCB0-AE685910D887}"/>
          </ac:spMkLst>
        </pc:spChg>
        <pc:spChg chg="add mod">
          <ac:chgData name="主査　福島 直人" userId="S::naoto_2_fukushima@ccken.onmicrosoft.com::8f548a50-3d4a-4660-b17c-82fdb2003fd5" providerId="AD" clId="Web-{874795AB-4E81-F842-FA1B-60F6926E24EB}" dt="2026-02-28T12:50:10.683" v="175" actId="1076"/>
          <ac:spMkLst>
            <pc:docMk/>
            <pc:sldMk cId="3913572286" sldId="963"/>
            <ac:spMk id="17" creationId="{CA1DDC59-4354-CF7B-CC6F-2861E572D396}"/>
          </ac:spMkLst>
        </pc:spChg>
        <pc:spChg chg="add mod">
          <ac:chgData name="主査　福島 直人" userId="S::naoto_2_fukushima@ccken.onmicrosoft.com::8f548a50-3d4a-4660-b17c-82fdb2003fd5" providerId="AD" clId="Web-{874795AB-4E81-F842-FA1B-60F6926E24EB}" dt="2026-02-28T12:51:55.171" v="188" actId="14100"/>
          <ac:spMkLst>
            <pc:docMk/>
            <pc:sldMk cId="3913572286" sldId="963"/>
            <ac:spMk id="18" creationId="{07ADEA5F-A92E-B3E1-7046-E4B41F0CD726}"/>
          </ac:spMkLst>
        </pc:spChg>
        <pc:spChg chg="mod">
          <ac:chgData name="主査　福島 直人" userId="S::naoto_2_fukushima@ccken.onmicrosoft.com::8f548a50-3d4a-4660-b17c-82fdb2003fd5" providerId="AD" clId="Web-{874795AB-4E81-F842-FA1B-60F6926E24EB}" dt="2026-02-28T12:46:26.985" v="136"/>
          <ac:spMkLst>
            <pc:docMk/>
            <pc:sldMk cId="3913572286" sldId="963"/>
            <ac:spMk id="21" creationId="{29D9BAEB-FA1C-DE0F-8619-253AE5F5D04F}"/>
          </ac:spMkLst>
        </pc:spChg>
      </pc:sldChg>
      <pc:sldChg chg="modSp">
        <pc:chgData name="主査　福島 直人" userId="S::naoto_2_fukushima@ccken.onmicrosoft.com::8f548a50-3d4a-4660-b17c-82fdb2003fd5" providerId="AD" clId="Web-{874795AB-4E81-F842-FA1B-60F6926E24EB}" dt="2026-02-28T13:01:51.823" v="232" actId="20577"/>
        <pc:sldMkLst>
          <pc:docMk/>
          <pc:sldMk cId="3211560190" sldId="974"/>
        </pc:sldMkLst>
        <pc:spChg chg="mod">
          <ac:chgData name="主査　福島 直人" userId="S::naoto_2_fukushima@ccken.onmicrosoft.com::8f548a50-3d4a-4660-b17c-82fdb2003fd5" providerId="AD" clId="Web-{874795AB-4E81-F842-FA1B-60F6926E24EB}" dt="2026-02-28T13:01:51.823" v="232" actId="20577"/>
          <ac:spMkLst>
            <pc:docMk/>
            <pc:sldMk cId="3211560190" sldId="974"/>
            <ac:spMk id="3" creationId="{2849248E-4281-606E-DD9A-98BD0B1DD041}"/>
          </ac:spMkLst>
        </pc:spChg>
      </pc:sldChg>
      <pc:sldChg chg="modSp">
        <pc:chgData name="主査　福島 直人" userId="S::naoto_2_fukushima@ccken.onmicrosoft.com::8f548a50-3d4a-4660-b17c-82fdb2003fd5" providerId="AD" clId="Web-{874795AB-4E81-F842-FA1B-60F6926E24EB}" dt="2026-02-28T13:02:02.761" v="233" actId="20577"/>
        <pc:sldMkLst>
          <pc:docMk/>
          <pc:sldMk cId="995557494" sldId="986"/>
        </pc:sldMkLst>
        <pc:spChg chg="mod">
          <ac:chgData name="主査　福島 直人" userId="S::naoto_2_fukushima@ccken.onmicrosoft.com::8f548a50-3d4a-4660-b17c-82fdb2003fd5" providerId="AD" clId="Web-{874795AB-4E81-F842-FA1B-60F6926E24EB}" dt="2026-02-28T13:02:02.761" v="233" actId="20577"/>
          <ac:spMkLst>
            <pc:docMk/>
            <pc:sldMk cId="995557494" sldId="986"/>
            <ac:spMk id="3" creationId="{2F2C9117-6473-7FC4-264C-1477DEA57164}"/>
          </ac:spMkLst>
        </pc:spChg>
      </pc:sldChg>
      <pc:sldChg chg="modSp">
        <pc:chgData name="主査　福島 直人" userId="S::naoto_2_fukushima@ccken.onmicrosoft.com::8f548a50-3d4a-4660-b17c-82fdb2003fd5" providerId="AD" clId="Web-{874795AB-4E81-F842-FA1B-60F6926E24EB}" dt="2026-02-28T13:02:07.777" v="235" actId="20577"/>
        <pc:sldMkLst>
          <pc:docMk/>
          <pc:sldMk cId="3851575879" sldId="988"/>
        </pc:sldMkLst>
        <pc:spChg chg="mod">
          <ac:chgData name="主査　福島 直人" userId="S::naoto_2_fukushima@ccken.onmicrosoft.com::8f548a50-3d4a-4660-b17c-82fdb2003fd5" providerId="AD" clId="Web-{874795AB-4E81-F842-FA1B-60F6926E24EB}" dt="2026-02-28T13:02:07.777" v="235" actId="20577"/>
          <ac:spMkLst>
            <pc:docMk/>
            <pc:sldMk cId="3851575879" sldId="988"/>
            <ac:spMk id="3" creationId="{D9986CD0-D81F-B996-B67C-8D5BDD358913}"/>
          </ac:spMkLst>
        </pc:spChg>
      </pc:sldChg>
      <pc:sldChg chg="modSp">
        <pc:chgData name="主査　福島 直人" userId="S::naoto_2_fukushima@ccken.onmicrosoft.com::8f548a50-3d4a-4660-b17c-82fdb2003fd5" providerId="AD" clId="Web-{874795AB-4E81-F842-FA1B-60F6926E24EB}" dt="2026-02-28T12:58:50.204" v="201"/>
        <pc:sldMkLst>
          <pc:docMk/>
          <pc:sldMk cId="865026807" sldId="1010"/>
        </pc:sldMkLst>
        <pc:spChg chg="mod">
          <ac:chgData name="主査　福島 直人" userId="S::naoto_2_fukushima@ccken.onmicrosoft.com::8f548a50-3d4a-4660-b17c-82fdb2003fd5" providerId="AD" clId="Web-{874795AB-4E81-F842-FA1B-60F6926E24EB}" dt="2026-02-28T12:58:50.204" v="201"/>
          <ac:spMkLst>
            <pc:docMk/>
            <pc:sldMk cId="865026807" sldId="1010"/>
            <ac:spMk id="3" creationId="{63BB8BCB-F115-5A53-5C11-892947A2C762}"/>
          </ac:spMkLst>
        </pc:spChg>
      </pc:sldChg>
      <pc:sldChg chg="modSp">
        <pc:chgData name="主査　福島 直人" userId="S::naoto_2_fukushima@ccken.onmicrosoft.com::8f548a50-3d4a-4660-b17c-82fdb2003fd5" providerId="AD" clId="Web-{874795AB-4E81-F842-FA1B-60F6926E24EB}" dt="2026-02-28T12:59:18.923" v="202"/>
        <pc:sldMkLst>
          <pc:docMk/>
          <pc:sldMk cId="3418834785" sldId="1011"/>
        </pc:sldMkLst>
        <pc:spChg chg="mod">
          <ac:chgData name="主査　福島 直人" userId="S::naoto_2_fukushima@ccken.onmicrosoft.com::8f548a50-3d4a-4660-b17c-82fdb2003fd5" providerId="AD" clId="Web-{874795AB-4E81-F842-FA1B-60F6926E24EB}" dt="2026-02-28T12:59:18.923" v="202"/>
          <ac:spMkLst>
            <pc:docMk/>
            <pc:sldMk cId="3418834785" sldId="1011"/>
            <ac:spMk id="3" creationId="{ECB82C1F-3201-3E9B-6ED8-704FF4C9CECD}"/>
          </ac:spMkLst>
        </pc:spChg>
      </pc:sldChg>
    </pc:docChg>
  </pc:docChgLst>
  <pc:docChgLst>
    <pc:chgData name="辻 隆嗣" userId="e32f038e-2dda-4b43-8b3e-d4cd8de163ec" providerId="ADAL" clId="{5417F1BE-7E87-44B6-B01F-0BFCF8E39514}"/>
    <pc:docChg chg="undo redo custSel addSld delSld modSld sldOrd addSection delSection modSection">
      <pc:chgData name="辻 隆嗣" userId="e32f038e-2dda-4b43-8b3e-d4cd8de163ec" providerId="ADAL" clId="{5417F1BE-7E87-44B6-B01F-0BFCF8E39514}" dt="2026-03-03T02:48:09.336" v="21006"/>
      <pc:docMkLst>
        <pc:docMk/>
      </pc:docMkLst>
      <pc:sldChg chg="add del setBg">
        <pc:chgData name="辻 隆嗣" userId="e32f038e-2dda-4b43-8b3e-d4cd8de163ec" providerId="ADAL" clId="{5417F1BE-7E87-44B6-B01F-0BFCF8E39514}" dt="2026-02-17T07:29:37.861" v="17092"/>
        <pc:sldMkLst>
          <pc:docMk/>
          <pc:sldMk cId="3502843846" sldId="842"/>
        </pc:sldMkLst>
      </pc:sldChg>
      <pc:sldChg chg="modSp mod">
        <pc:chgData name="辻 隆嗣" userId="e32f038e-2dda-4b43-8b3e-d4cd8de163ec" providerId="ADAL" clId="{5417F1BE-7E87-44B6-B01F-0BFCF8E39514}" dt="2026-02-25T08:15:50.239" v="20207" actId="2164"/>
        <pc:sldMkLst>
          <pc:docMk/>
          <pc:sldMk cId="1666554009" sldId="885"/>
        </pc:sldMkLst>
        <pc:graphicFrameChg chg="modGraphic">
          <ac:chgData name="辻 隆嗣" userId="e32f038e-2dda-4b43-8b3e-d4cd8de163ec" providerId="ADAL" clId="{5417F1BE-7E87-44B6-B01F-0BFCF8E39514}" dt="2026-02-25T08:15:50.239" v="20207" actId="2164"/>
          <ac:graphicFrameMkLst>
            <pc:docMk/>
            <pc:sldMk cId="1666554009" sldId="885"/>
            <ac:graphicFrameMk id="6" creationId="{A8D57CB2-3FB8-350B-2A76-AB28ACF735FB}"/>
          </ac:graphicFrameMkLst>
        </pc:graphicFrameChg>
      </pc:sldChg>
      <pc:sldChg chg="add">
        <pc:chgData name="辻 隆嗣" userId="e32f038e-2dda-4b43-8b3e-d4cd8de163ec" providerId="ADAL" clId="{5417F1BE-7E87-44B6-B01F-0BFCF8E39514}" dt="2026-02-17T07:29:37.861" v="17092"/>
        <pc:sldMkLst>
          <pc:docMk/>
          <pc:sldMk cId="3568789062" sldId="931"/>
        </pc:sldMkLst>
      </pc:sldChg>
      <pc:sldChg chg="addSp modSp add mod">
        <pc:chgData name="辻 隆嗣" userId="e32f038e-2dda-4b43-8b3e-d4cd8de163ec" providerId="ADAL" clId="{5417F1BE-7E87-44B6-B01F-0BFCF8E39514}" dt="2026-02-25T08:02:45.296" v="19601" actId="1076"/>
        <pc:sldMkLst>
          <pc:docMk/>
          <pc:sldMk cId="3572525031" sldId="932"/>
        </pc:sldMkLst>
        <pc:spChg chg="add mod">
          <ac:chgData name="辻 隆嗣" userId="e32f038e-2dda-4b43-8b3e-d4cd8de163ec" providerId="ADAL" clId="{5417F1BE-7E87-44B6-B01F-0BFCF8E39514}" dt="2026-02-25T08:02:45.296" v="19601" actId="1076"/>
          <ac:spMkLst>
            <pc:docMk/>
            <pc:sldMk cId="3572525031" sldId="932"/>
            <ac:spMk id="6" creationId="{1530DC76-D1E7-CBB8-4550-7FF556996958}"/>
          </ac:spMkLst>
        </pc:spChg>
        <pc:spChg chg="mod">
          <ac:chgData name="辻 隆嗣" userId="e32f038e-2dda-4b43-8b3e-d4cd8de163ec" providerId="ADAL" clId="{5417F1BE-7E87-44B6-B01F-0BFCF8E39514}" dt="2026-02-25T08:01:19.165" v="19508" actId="1036"/>
          <ac:spMkLst>
            <pc:docMk/>
            <pc:sldMk cId="3572525031" sldId="932"/>
            <ac:spMk id="10" creationId="{3B24A4C7-944D-5157-8939-3E562CC181BF}"/>
          </ac:spMkLst>
        </pc:spChg>
        <pc:spChg chg="mod">
          <ac:chgData name="辻 隆嗣" userId="e32f038e-2dda-4b43-8b3e-d4cd8de163ec" providerId="ADAL" clId="{5417F1BE-7E87-44B6-B01F-0BFCF8E39514}" dt="2026-02-25T08:01:19.165" v="19508" actId="1036"/>
          <ac:spMkLst>
            <pc:docMk/>
            <pc:sldMk cId="3572525031" sldId="932"/>
            <ac:spMk id="13" creationId="{62FC313C-2FA0-CD60-9F48-DA090C4471B1}"/>
          </ac:spMkLst>
        </pc:spChg>
        <pc:picChg chg="mod">
          <ac:chgData name="辻 隆嗣" userId="e32f038e-2dda-4b43-8b3e-d4cd8de163ec" providerId="ADAL" clId="{5417F1BE-7E87-44B6-B01F-0BFCF8E39514}" dt="2026-02-25T08:01:23.559" v="19510" actId="1036"/>
          <ac:picMkLst>
            <pc:docMk/>
            <pc:sldMk cId="3572525031" sldId="932"/>
            <ac:picMk id="9" creationId="{18CC1C23-5460-6CDC-13B6-2416D29E53CF}"/>
          </ac:picMkLst>
        </pc:picChg>
        <pc:picChg chg="mod">
          <ac:chgData name="辻 隆嗣" userId="e32f038e-2dda-4b43-8b3e-d4cd8de163ec" providerId="ADAL" clId="{5417F1BE-7E87-44B6-B01F-0BFCF8E39514}" dt="2026-02-25T08:01:23.559" v="19510" actId="1036"/>
          <ac:picMkLst>
            <pc:docMk/>
            <pc:sldMk cId="3572525031" sldId="932"/>
            <ac:picMk id="12" creationId="{04B4C6B1-3F32-E324-2087-39E8A844DC3B}"/>
          </ac:picMkLst>
        </pc:picChg>
      </pc:sldChg>
      <pc:sldChg chg="add">
        <pc:chgData name="辻 隆嗣" userId="e32f038e-2dda-4b43-8b3e-d4cd8de163ec" providerId="ADAL" clId="{5417F1BE-7E87-44B6-B01F-0BFCF8E39514}" dt="2026-02-17T07:29:37.861" v="17092"/>
        <pc:sldMkLst>
          <pc:docMk/>
          <pc:sldMk cId="2120834333" sldId="933"/>
        </pc:sldMkLst>
      </pc:sldChg>
      <pc:sldChg chg="add">
        <pc:chgData name="辻 隆嗣" userId="e32f038e-2dda-4b43-8b3e-d4cd8de163ec" providerId="ADAL" clId="{5417F1BE-7E87-44B6-B01F-0BFCF8E39514}" dt="2026-02-17T07:29:37.861" v="17092"/>
        <pc:sldMkLst>
          <pc:docMk/>
          <pc:sldMk cId="243085760" sldId="934"/>
        </pc:sldMkLst>
      </pc:sldChg>
      <pc:sldChg chg="addSp delSp modSp add mod">
        <pc:chgData name="辻 隆嗣" userId="e32f038e-2dda-4b43-8b3e-d4cd8de163ec" providerId="ADAL" clId="{5417F1BE-7E87-44B6-B01F-0BFCF8E39514}" dt="2026-03-03T02:39:20.349" v="20991" actId="1076"/>
        <pc:sldMkLst>
          <pc:docMk/>
          <pc:sldMk cId="702632411" sldId="935"/>
        </pc:sldMkLst>
        <pc:spChg chg="add mod">
          <ac:chgData name="辻 隆嗣" userId="e32f038e-2dda-4b43-8b3e-d4cd8de163ec" providerId="ADAL" clId="{5417F1BE-7E87-44B6-B01F-0BFCF8E39514}" dt="2026-02-25T07:56:25.935" v="19464" actId="1076"/>
          <ac:spMkLst>
            <pc:docMk/>
            <pc:sldMk cId="702632411" sldId="935"/>
            <ac:spMk id="2" creationId="{28F49898-AE35-6470-355C-DB77E5CF55E5}"/>
          </ac:spMkLst>
        </pc:spChg>
        <pc:spChg chg="mod">
          <ac:chgData name="辻 隆嗣" userId="e32f038e-2dda-4b43-8b3e-d4cd8de163ec" providerId="ADAL" clId="{5417F1BE-7E87-44B6-B01F-0BFCF8E39514}" dt="2026-03-03T02:20:02.351" v="20783" actId="6549"/>
          <ac:spMkLst>
            <pc:docMk/>
            <pc:sldMk cId="702632411" sldId="935"/>
            <ac:spMk id="43" creationId="{EE859E74-165B-E26A-82CA-A5A31407015D}"/>
          </ac:spMkLst>
        </pc:spChg>
        <pc:spChg chg="mod">
          <ac:chgData name="辻 隆嗣" userId="e32f038e-2dda-4b43-8b3e-d4cd8de163ec" providerId="ADAL" clId="{5417F1BE-7E87-44B6-B01F-0BFCF8E39514}" dt="2026-03-03T02:39:15.421" v="20990"/>
          <ac:spMkLst>
            <pc:docMk/>
            <pc:sldMk cId="702632411" sldId="935"/>
            <ac:spMk id="77" creationId="{E39CD6D5-7267-117C-71B0-F4F93CFDC255}"/>
          </ac:spMkLst>
        </pc:spChg>
        <pc:spChg chg="mod">
          <ac:chgData name="辻 隆嗣" userId="e32f038e-2dda-4b43-8b3e-d4cd8de163ec" providerId="ADAL" clId="{5417F1BE-7E87-44B6-B01F-0BFCF8E39514}" dt="2026-03-03T02:39:15.421" v="20990"/>
          <ac:spMkLst>
            <pc:docMk/>
            <pc:sldMk cId="702632411" sldId="935"/>
            <ac:spMk id="78" creationId="{95C18FF8-7D69-EFA1-24BC-0F5FA5957FC2}"/>
          </ac:spMkLst>
        </pc:spChg>
        <pc:spChg chg="mod">
          <ac:chgData name="辻 隆嗣" userId="e32f038e-2dda-4b43-8b3e-d4cd8de163ec" providerId="ADAL" clId="{5417F1BE-7E87-44B6-B01F-0BFCF8E39514}" dt="2026-03-03T02:39:15.421" v="20990"/>
          <ac:spMkLst>
            <pc:docMk/>
            <pc:sldMk cId="702632411" sldId="935"/>
            <ac:spMk id="79" creationId="{17589F60-D409-E686-9AA1-7084435B296A}"/>
          </ac:spMkLst>
        </pc:spChg>
        <pc:spChg chg="mod">
          <ac:chgData name="辻 隆嗣" userId="e32f038e-2dda-4b43-8b3e-d4cd8de163ec" providerId="ADAL" clId="{5417F1BE-7E87-44B6-B01F-0BFCF8E39514}" dt="2026-03-03T02:39:15.421" v="20990"/>
          <ac:spMkLst>
            <pc:docMk/>
            <pc:sldMk cId="702632411" sldId="935"/>
            <ac:spMk id="80" creationId="{FF5705F8-8B1E-3F97-C423-3F85341C72B7}"/>
          </ac:spMkLst>
        </pc:spChg>
        <pc:spChg chg="mod">
          <ac:chgData name="辻 隆嗣" userId="e32f038e-2dda-4b43-8b3e-d4cd8de163ec" providerId="ADAL" clId="{5417F1BE-7E87-44B6-B01F-0BFCF8E39514}" dt="2026-03-03T02:39:15.421" v="20990"/>
          <ac:spMkLst>
            <pc:docMk/>
            <pc:sldMk cId="702632411" sldId="935"/>
            <ac:spMk id="81" creationId="{FD626B12-A5E0-D59C-D638-25A6A11D9DBB}"/>
          </ac:spMkLst>
        </pc:spChg>
        <pc:spChg chg="mod">
          <ac:chgData name="辻 隆嗣" userId="e32f038e-2dda-4b43-8b3e-d4cd8de163ec" providerId="ADAL" clId="{5417F1BE-7E87-44B6-B01F-0BFCF8E39514}" dt="2026-03-03T02:39:15.421" v="20990"/>
          <ac:spMkLst>
            <pc:docMk/>
            <pc:sldMk cId="702632411" sldId="935"/>
            <ac:spMk id="82" creationId="{FB8FF1EF-B8E4-336B-65BC-438E25972F90}"/>
          </ac:spMkLst>
        </pc:spChg>
        <pc:grpChg chg="add mod">
          <ac:chgData name="辻 隆嗣" userId="e32f038e-2dda-4b43-8b3e-d4cd8de163ec" providerId="ADAL" clId="{5417F1BE-7E87-44B6-B01F-0BFCF8E39514}" dt="2026-03-03T02:39:20.349" v="20991" actId="1076"/>
          <ac:grpSpMkLst>
            <pc:docMk/>
            <pc:sldMk cId="702632411" sldId="935"/>
            <ac:grpSpMk id="4" creationId="{BCA4B087-4589-DEE8-065F-10F7E96AAE5D}"/>
          </ac:grpSpMkLst>
        </pc:grpChg>
        <pc:grpChg chg="mod">
          <ac:chgData name="辻 隆嗣" userId="e32f038e-2dda-4b43-8b3e-d4cd8de163ec" providerId="ADAL" clId="{5417F1BE-7E87-44B6-B01F-0BFCF8E39514}" dt="2026-03-03T02:39:15.421" v="20990"/>
          <ac:grpSpMkLst>
            <pc:docMk/>
            <pc:sldMk cId="702632411" sldId="935"/>
            <ac:grpSpMk id="6" creationId="{A00E73DB-DD4E-5DD4-C4DA-2984D7381308}"/>
          </ac:grpSpMkLst>
        </pc:grpChg>
        <pc:picChg chg="del">
          <ac:chgData name="辻 隆嗣" userId="e32f038e-2dda-4b43-8b3e-d4cd8de163ec" providerId="ADAL" clId="{5417F1BE-7E87-44B6-B01F-0BFCF8E39514}" dt="2026-03-03T02:39:14.143" v="20989" actId="478"/>
          <ac:picMkLst>
            <pc:docMk/>
            <pc:sldMk cId="702632411" sldId="935"/>
            <ac:picMk id="5" creationId="{6E7F01BD-FEE0-0C16-4309-AB9E2A73FF74}"/>
          </ac:picMkLst>
        </pc:picChg>
      </pc:sldChg>
      <pc:sldChg chg="add">
        <pc:chgData name="辻 隆嗣" userId="e32f038e-2dda-4b43-8b3e-d4cd8de163ec" providerId="ADAL" clId="{5417F1BE-7E87-44B6-B01F-0BFCF8E39514}" dt="2026-02-17T07:29:37.861" v="17092"/>
        <pc:sldMkLst>
          <pc:docMk/>
          <pc:sldMk cId="2498391000" sldId="936"/>
        </pc:sldMkLst>
      </pc:sldChg>
      <pc:sldChg chg="add">
        <pc:chgData name="辻 隆嗣" userId="e32f038e-2dda-4b43-8b3e-d4cd8de163ec" providerId="ADAL" clId="{5417F1BE-7E87-44B6-B01F-0BFCF8E39514}" dt="2026-02-17T07:29:37.861" v="17092"/>
        <pc:sldMkLst>
          <pc:docMk/>
          <pc:sldMk cId="2524250933" sldId="937"/>
        </pc:sldMkLst>
      </pc:sldChg>
      <pc:sldChg chg="add">
        <pc:chgData name="辻 隆嗣" userId="e32f038e-2dda-4b43-8b3e-d4cd8de163ec" providerId="ADAL" clId="{5417F1BE-7E87-44B6-B01F-0BFCF8E39514}" dt="2026-02-17T07:29:37.861" v="17092"/>
        <pc:sldMkLst>
          <pc:docMk/>
          <pc:sldMk cId="1100848237" sldId="938"/>
        </pc:sldMkLst>
      </pc:sldChg>
      <pc:sldChg chg="add">
        <pc:chgData name="辻 隆嗣" userId="e32f038e-2dda-4b43-8b3e-d4cd8de163ec" providerId="ADAL" clId="{5417F1BE-7E87-44B6-B01F-0BFCF8E39514}" dt="2026-02-17T07:29:37.861" v="17092"/>
        <pc:sldMkLst>
          <pc:docMk/>
          <pc:sldMk cId="1783178967" sldId="939"/>
        </pc:sldMkLst>
      </pc:sldChg>
      <pc:sldChg chg="add">
        <pc:chgData name="辻 隆嗣" userId="e32f038e-2dda-4b43-8b3e-d4cd8de163ec" providerId="ADAL" clId="{5417F1BE-7E87-44B6-B01F-0BFCF8E39514}" dt="2026-02-17T07:29:37.861" v="17092"/>
        <pc:sldMkLst>
          <pc:docMk/>
          <pc:sldMk cId="3933149002" sldId="940"/>
        </pc:sldMkLst>
      </pc:sldChg>
      <pc:sldChg chg="add">
        <pc:chgData name="辻 隆嗣" userId="e32f038e-2dda-4b43-8b3e-d4cd8de163ec" providerId="ADAL" clId="{5417F1BE-7E87-44B6-B01F-0BFCF8E39514}" dt="2026-02-17T07:29:37.861" v="17092"/>
        <pc:sldMkLst>
          <pc:docMk/>
          <pc:sldMk cId="4027344980" sldId="941"/>
        </pc:sldMkLst>
      </pc:sldChg>
      <pc:sldChg chg="add">
        <pc:chgData name="辻 隆嗣" userId="e32f038e-2dda-4b43-8b3e-d4cd8de163ec" providerId="ADAL" clId="{5417F1BE-7E87-44B6-B01F-0BFCF8E39514}" dt="2026-02-17T07:29:37.861" v="17092"/>
        <pc:sldMkLst>
          <pc:docMk/>
          <pc:sldMk cId="4071650382" sldId="942"/>
        </pc:sldMkLst>
      </pc:sldChg>
      <pc:sldChg chg="addSp delSp modSp add mod">
        <pc:chgData name="辻 隆嗣" userId="e32f038e-2dda-4b43-8b3e-d4cd8de163ec" providerId="ADAL" clId="{5417F1BE-7E87-44B6-B01F-0BFCF8E39514}" dt="2026-03-03T02:39:32.111" v="20994" actId="1076"/>
        <pc:sldMkLst>
          <pc:docMk/>
          <pc:sldMk cId="3237694204" sldId="943"/>
        </pc:sldMkLst>
        <pc:spChg chg="mod">
          <ac:chgData name="辻 隆嗣" userId="e32f038e-2dda-4b43-8b3e-d4cd8de163ec" providerId="ADAL" clId="{5417F1BE-7E87-44B6-B01F-0BFCF8E39514}" dt="2026-03-03T02:22:07.336" v="20830" actId="20577"/>
          <ac:spMkLst>
            <pc:docMk/>
            <pc:sldMk cId="3237694204" sldId="943"/>
            <ac:spMk id="8" creationId="{B0AEBF43-1B18-9E1C-F76E-42439FEA8A74}"/>
          </ac:spMkLst>
        </pc:spChg>
        <pc:spChg chg="mod">
          <ac:chgData name="辻 隆嗣" userId="e32f038e-2dda-4b43-8b3e-d4cd8de163ec" providerId="ADAL" clId="{5417F1BE-7E87-44B6-B01F-0BFCF8E39514}" dt="2026-03-03T02:22:09.424" v="20831" actId="20577"/>
          <ac:spMkLst>
            <pc:docMk/>
            <pc:sldMk cId="3237694204" sldId="943"/>
            <ac:spMk id="106" creationId="{26FB806A-7B4E-0DED-196D-40D6FCF0C298}"/>
          </ac:spMkLst>
        </pc:spChg>
        <pc:spChg chg="mod">
          <ac:chgData name="辻 隆嗣" userId="e32f038e-2dda-4b43-8b3e-d4cd8de163ec" providerId="ADAL" clId="{5417F1BE-7E87-44B6-B01F-0BFCF8E39514}" dt="2026-03-03T02:22:12.294" v="20832" actId="20577"/>
          <ac:spMkLst>
            <pc:docMk/>
            <pc:sldMk cId="3237694204" sldId="943"/>
            <ac:spMk id="107" creationId="{56487370-4EA1-BECC-8204-DAA8FFD7723B}"/>
          </ac:spMkLst>
        </pc:spChg>
        <pc:spChg chg="mod">
          <ac:chgData name="辻 隆嗣" userId="e32f038e-2dda-4b43-8b3e-d4cd8de163ec" providerId="ADAL" clId="{5417F1BE-7E87-44B6-B01F-0BFCF8E39514}" dt="2026-03-03T02:22:14.864" v="20833" actId="20577"/>
          <ac:spMkLst>
            <pc:docMk/>
            <pc:sldMk cId="3237694204" sldId="943"/>
            <ac:spMk id="108" creationId="{9518F223-85C0-89DB-CDE1-1AB353E32820}"/>
          </ac:spMkLst>
        </pc:spChg>
        <pc:spChg chg="mod">
          <ac:chgData name="辻 隆嗣" userId="e32f038e-2dda-4b43-8b3e-d4cd8de163ec" providerId="ADAL" clId="{5417F1BE-7E87-44B6-B01F-0BFCF8E39514}" dt="2026-03-03T02:22:01.158" v="20829" actId="1076"/>
          <ac:spMkLst>
            <pc:docMk/>
            <pc:sldMk cId="3237694204" sldId="943"/>
            <ac:spMk id="109" creationId="{36693980-D440-1B54-8840-EA71F5EA792C}"/>
          </ac:spMkLst>
        </pc:spChg>
        <pc:spChg chg="mod">
          <ac:chgData name="辻 隆嗣" userId="e32f038e-2dda-4b43-8b3e-d4cd8de163ec" providerId="ADAL" clId="{5417F1BE-7E87-44B6-B01F-0BFCF8E39514}" dt="2026-03-03T02:21:02.707" v="20785"/>
          <ac:spMkLst>
            <pc:docMk/>
            <pc:sldMk cId="3237694204" sldId="943"/>
            <ac:spMk id="111" creationId="{A743E591-5F47-C665-ABB1-5D359DECD9A7}"/>
          </ac:spMkLst>
        </pc:spChg>
        <pc:spChg chg="mod">
          <ac:chgData name="辻 隆嗣" userId="e32f038e-2dda-4b43-8b3e-d4cd8de163ec" providerId="ADAL" clId="{5417F1BE-7E87-44B6-B01F-0BFCF8E39514}" dt="2026-02-25T07:56:10.720" v="19462" actId="1036"/>
          <ac:spMkLst>
            <pc:docMk/>
            <pc:sldMk cId="3237694204" sldId="943"/>
            <ac:spMk id="112" creationId="{6F904C6A-F5C0-C232-BB60-54896B4E63A1}"/>
          </ac:spMkLst>
        </pc:spChg>
        <pc:spChg chg="mod">
          <ac:chgData name="辻 隆嗣" userId="e32f038e-2dda-4b43-8b3e-d4cd8de163ec" providerId="ADAL" clId="{5417F1BE-7E87-44B6-B01F-0BFCF8E39514}" dt="2026-03-03T02:21:02.707" v="20785"/>
          <ac:spMkLst>
            <pc:docMk/>
            <pc:sldMk cId="3237694204" sldId="943"/>
            <ac:spMk id="116" creationId="{CCF76126-E3AB-532C-81DF-B8B10A5D46F8}"/>
          </ac:spMkLst>
        </pc:spChg>
        <pc:spChg chg="mod">
          <ac:chgData name="辻 隆嗣" userId="e32f038e-2dda-4b43-8b3e-d4cd8de163ec" providerId="ADAL" clId="{5417F1BE-7E87-44B6-B01F-0BFCF8E39514}" dt="2026-03-03T02:21:02.707" v="20785"/>
          <ac:spMkLst>
            <pc:docMk/>
            <pc:sldMk cId="3237694204" sldId="943"/>
            <ac:spMk id="122" creationId="{9E533D38-26BF-FAB3-5632-54F5E1AC75CA}"/>
          </ac:spMkLst>
        </pc:spChg>
        <pc:spChg chg="mod">
          <ac:chgData name="辻 隆嗣" userId="e32f038e-2dda-4b43-8b3e-d4cd8de163ec" providerId="ADAL" clId="{5417F1BE-7E87-44B6-B01F-0BFCF8E39514}" dt="2026-03-03T02:21:02.707" v="20785"/>
          <ac:spMkLst>
            <pc:docMk/>
            <pc:sldMk cId="3237694204" sldId="943"/>
            <ac:spMk id="123" creationId="{47381237-5D7C-6AE1-E1C4-6DB87C524839}"/>
          </ac:spMkLst>
        </pc:spChg>
        <pc:spChg chg="mod">
          <ac:chgData name="辻 隆嗣" userId="e32f038e-2dda-4b43-8b3e-d4cd8de163ec" providerId="ADAL" clId="{5417F1BE-7E87-44B6-B01F-0BFCF8E39514}" dt="2026-03-03T02:21:02.707" v="20785"/>
          <ac:spMkLst>
            <pc:docMk/>
            <pc:sldMk cId="3237694204" sldId="943"/>
            <ac:spMk id="125" creationId="{2DA10335-8FA7-AB81-AB19-E8FB573E458E}"/>
          </ac:spMkLst>
        </pc:spChg>
        <pc:spChg chg="mod">
          <ac:chgData name="辻 隆嗣" userId="e32f038e-2dda-4b43-8b3e-d4cd8de163ec" providerId="ADAL" clId="{5417F1BE-7E87-44B6-B01F-0BFCF8E39514}" dt="2026-03-03T02:21:02.707" v="20785"/>
          <ac:spMkLst>
            <pc:docMk/>
            <pc:sldMk cId="3237694204" sldId="943"/>
            <ac:spMk id="127" creationId="{C5A522A4-4370-9DF0-C51A-3ABDCDE57DE1}"/>
          </ac:spMkLst>
        </pc:spChg>
        <pc:spChg chg="mod">
          <ac:chgData name="辻 隆嗣" userId="e32f038e-2dda-4b43-8b3e-d4cd8de163ec" providerId="ADAL" clId="{5417F1BE-7E87-44B6-B01F-0BFCF8E39514}" dt="2026-03-03T02:21:02.707" v="20785"/>
          <ac:spMkLst>
            <pc:docMk/>
            <pc:sldMk cId="3237694204" sldId="943"/>
            <ac:spMk id="129" creationId="{89439A91-46C5-2504-5D76-828FF73F1419}"/>
          </ac:spMkLst>
        </pc:spChg>
        <pc:spChg chg="mod">
          <ac:chgData name="辻 隆嗣" userId="e32f038e-2dda-4b43-8b3e-d4cd8de163ec" providerId="ADAL" clId="{5417F1BE-7E87-44B6-B01F-0BFCF8E39514}" dt="2026-03-03T02:21:02.707" v="20785"/>
          <ac:spMkLst>
            <pc:docMk/>
            <pc:sldMk cId="3237694204" sldId="943"/>
            <ac:spMk id="131" creationId="{94611FA3-944A-EBCE-DE2D-238CC6C59B3C}"/>
          </ac:spMkLst>
        </pc:spChg>
        <pc:spChg chg="mod">
          <ac:chgData name="辻 隆嗣" userId="e32f038e-2dda-4b43-8b3e-d4cd8de163ec" providerId="ADAL" clId="{5417F1BE-7E87-44B6-B01F-0BFCF8E39514}" dt="2026-03-03T02:21:02.707" v="20785"/>
          <ac:spMkLst>
            <pc:docMk/>
            <pc:sldMk cId="3237694204" sldId="943"/>
            <ac:spMk id="132" creationId="{E362DC98-7E93-4A53-968F-4ECC47BEA852}"/>
          </ac:spMkLst>
        </pc:spChg>
        <pc:spChg chg="mod">
          <ac:chgData name="辻 隆嗣" userId="e32f038e-2dda-4b43-8b3e-d4cd8de163ec" providerId="ADAL" clId="{5417F1BE-7E87-44B6-B01F-0BFCF8E39514}" dt="2026-03-03T02:39:27.735" v="20993"/>
          <ac:spMkLst>
            <pc:docMk/>
            <pc:sldMk cId="3237694204" sldId="943"/>
            <ac:spMk id="143" creationId="{42005ABF-A94D-BCEC-86A7-D26EBD48A9FE}"/>
          </ac:spMkLst>
        </pc:spChg>
        <pc:spChg chg="mod">
          <ac:chgData name="辻 隆嗣" userId="e32f038e-2dda-4b43-8b3e-d4cd8de163ec" providerId="ADAL" clId="{5417F1BE-7E87-44B6-B01F-0BFCF8E39514}" dt="2026-03-03T02:39:27.735" v="20993"/>
          <ac:spMkLst>
            <pc:docMk/>
            <pc:sldMk cId="3237694204" sldId="943"/>
            <ac:spMk id="144" creationId="{031EB1C3-9E08-A53D-1A47-2D95877D65D7}"/>
          </ac:spMkLst>
        </pc:spChg>
        <pc:spChg chg="mod">
          <ac:chgData name="辻 隆嗣" userId="e32f038e-2dda-4b43-8b3e-d4cd8de163ec" providerId="ADAL" clId="{5417F1BE-7E87-44B6-B01F-0BFCF8E39514}" dt="2026-03-03T02:39:27.735" v="20993"/>
          <ac:spMkLst>
            <pc:docMk/>
            <pc:sldMk cId="3237694204" sldId="943"/>
            <ac:spMk id="145" creationId="{518B549C-8605-B8F6-DC1A-5A139BF2D4B9}"/>
          </ac:spMkLst>
        </pc:spChg>
        <pc:spChg chg="mod">
          <ac:chgData name="辻 隆嗣" userId="e32f038e-2dda-4b43-8b3e-d4cd8de163ec" providerId="ADAL" clId="{5417F1BE-7E87-44B6-B01F-0BFCF8E39514}" dt="2026-03-03T02:39:27.735" v="20993"/>
          <ac:spMkLst>
            <pc:docMk/>
            <pc:sldMk cId="3237694204" sldId="943"/>
            <ac:spMk id="146" creationId="{BA90ADCF-BF7B-5197-D0F6-EB35640CE9CA}"/>
          </ac:spMkLst>
        </pc:spChg>
        <pc:spChg chg="mod">
          <ac:chgData name="辻 隆嗣" userId="e32f038e-2dda-4b43-8b3e-d4cd8de163ec" providerId="ADAL" clId="{5417F1BE-7E87-44B6-B01F-0BFCF8E39514}" dt="2026-03-03T02:39:27.735" v="20993"/>
          <ac:spMkLst>
            <pc:docMk/>
            <pc:sldMk cId="3237694204" sldId="943"/>
            <ac:spMk id="147" creationId="{2E92DEA8-75A2-EA8F-7DA8-17178E244C5D}"/>
          </ac:spMkLst>
        </pc:spChg>
        <pc:spChg chg="mod">
          <ac:chgData name="辻 隆嗣" userId="e32f038e-2dda-4b43-8b3e-d4cd8de163ec" providerId="ADAL" clId="{5417F1BE-7E87-44B6-B01F-0BFCF8E39514}" dt="2026-03-03T02:39:27.735" v="20993"/>
          <ac:spMkLst>
            <pc:docMk/>
            <pc:sldMk cId="3237694204" sldId="943"/>
            <ac:spMk id="148" creationId="{64E25404-68D3-8CD3-6471-C66BE0DE1110}"/>
          </ac:spMkLst>
        </pc:spChg>
        <pc:grpChg chg="del">
          <ac:chgData name="辻 隆嗣" userId="e32f038e-2dda-4b43-8b3e-d4cd8de163ec" providerId="ADAL" clId="{5417F1BE-7E87-44B6-B01F-0BFCF8E39514}" dt="2026-03-03T02:20:38.777" v="20784" actId="478"/>
          <ac:grpSpMkLst>
            <pc:docMk/>
            <pc:sldMk cId="3237694204" sldId="943"/>
            <ac:grpSpMk id="4" creationId="{38C949C5-3839-1EB3-B942-5731C75394E3}"/>
          </ac:grpSpMkLst>
        </pc:grpChg>
        <pc:grpChg chg="mod ord">
          <ac:chgData name="辻 隆嗣" userId="e32f038e-2dda-4b43-8b3e-d4cd8de163ec" providerId="ADAL" clId="{5417F1BE-7E87-44B6-B01F-0BFCF8E39514}" dt="2026-03-03T02:21:51.713" v="20828" actId="1037"/>
          <ac:grpSpMkLst>
            <pc:docMk/>
            <pc:sldMk cId="3237694204" sldId="943"/>
            <ac:grpSpMk id="5" creationId="{49DE34F0-BF9F-34A6-8389-BA75C1538315}"/>
          </ac:grpSpMkLst>
        </pc:grpChg>
        <pc:grpChg chg="add mod">
          <ac:chgData name="辻 隆嗣" userId="e32f038e-2dda-4b43-8b3e-d4cd8de163ec" providerId="ADAL" clId="{5417F1BE-7E87-44B6-B01F-0BFCF8E39514}" dt="2026-03-03T02:39:32.111" v="20994" actId="1076"/>
          <ac:grpSpMkLst>
            <pc:docMk/>
            <pc:sldMk cId="3237694204" sldId="943"/>
            <ac:grpSpMk id="141" creationId="{30B17962-A0EE-B7F8-F98A-2F8162002F76}"/>
          </ac:grpSpMkLst>
        </pc:grpChg>
        <pc:grpChg chg="mod">
          <ac:chgData name="辻 隆嗣" userId="e32f038e-2dda-4b43-8b3e-d4cd8de163ec" providerId="ADAL" clId="{5417F1BE-7E87-44B6-B01F-0BFCF8E39514}" dt="2026-03-03T02:39:27.735" v="20993"/>
          <ac:grpSpMkLst>
            <pc:docMk/>
            <pc:sldMk cId="3237694204" sldId="943"/>
            <ac:grpSpMk id="142" creationId="{D63F55B2-2D28-DEE6-7F4D-CE806C858067}"/>
          </ac:grpSpMkLst>
        </pc:grpChg>
        <pc:picChg chg="add del mod ord">
          <ac:chgData name="辻 隆嗣" userId="e32f038e-2dda-4b43-8b3e-d4cd8de163ec" providerId="ADAL" clId="{5417F1BE-7E87-44B6-B01F-0BFCF8E39514}" dt="2026-03-03T02:39:26.476" v="20992" actId="478"/>
          <ac:picMkLst>
            <pc:docMk/>
            <pc:sldMk cId="3237694204" sldId="943"/>
            <ac:picMk id="2" creationId="{4A773269-BFB2-48D8-3F86-151B3902A7F4}"/>
          </ac:picMkLst>
        </pc:picChg>
        <pc:picChg chg="mod">
          <ac:chgData name="辻 隆嗣" userId="e32f038e-2dda-4b43-8b3e-d4cd8de163ec" providerId="ADAL" clId="{5417F1BE-7E87-44B6-B01F-0BFCF8E39514}" dt="2026-03-03T02:23:46.986" v="20852" actId="1076"/>
          <ac:picMkLst>
            <pc:docMk/>
            <pc:sldMk cId="3237694204" sldId="943"/>
            <ac:picMk id="135" creationId="{C4977ABB-3969-1A71-21BD-3C4353E1B7BC}"/>
          </ac:picMkLst>
        </pc:picChg>
        <pc:picChg chg="add mod">
          <ac:chgData name="辻 隆嗣" userId="e32f038e-2dda-4b43-8b3e-d4cd8de163ec" providerId="ADAL" clId="{5417F1BE-7E87-44B6-B01F-0BFCF8E39514}" dt="2026-03-03T02:23:29.770" v="20848"/>
          <ac:picMkLst>
            <pc:docMk/>
            <pc:sldMk cId="3237694204" sldId="943"/>
            <ac:picMk id="140" creationId="{7526957B-F624-E8A8-0BA5-18BF485A83D2}"/>
          </ac:picMkLst>
        </pc:picChg>
      </pc:sldChg>
      <pc:sldChg chg="add">
        <pc:chgData name="辻 隆嗣" userId="e32f038e-2dda-4b43-8b3e-d4cd8de163ec" providerId="ADAL" clId="{5417F1BE-7E87-44B6-B01F-0BFCF8E39514}" dt="2026-02-17T07:29:37.861" v="17092"/>
        <pc:sldMkLst>
          <pc:docMk/>
          <pc:sldMk cId="3618236365" sldId="944"/>
        </pc:sldMkLst>
      </pc:sldChg>
      <pc:sldChg chg="add">
        <pc:chgData name="辻 隆嗣" userId="e32f038e-2dda-4b43-8b3e-d4cd8de163ec" providerId="ADAL" clId="{5417F1BE-7E87-44B6-B01F-0BFCF8E39514}" dt="2026-02-17T07:29:37.861" v="17092"/>
        <pc:sldMkLst>
          <pc:docMk/>
          <pc:sldMk cId="2572937107" sldId="945"/>
        </pc:sldMkLst>
      </pc:sldChg>
      <pc:sldChg chg="add">
        <pc:chgData name="辻 隆嗣" userId="e32f038e-2dda-4b43-8b3e-d4cd8de163ec" providerId="ADAL" clId="{5417F1BE-7E87-44B6-B01F-0BFCF8E39514}" dt="2026-02-17T07:29:37.861" v="17092"/>
        <pc:sldMkLst>
          <pc:docMk/>
          <pc:sldMk cId="4054841536" sldId="946"/>
        </pc:sldMkLst>
      </pc:sldChg>
      <pc:sldChg chg="add">
        <pc:chgData name="辻 隆嗣" userId="e32f038e-2dda-4b43-8b3e-d4cd8de163ec" providerId="ADAL" clId="{5417F1BE-7E87-44B6-B01F-0BFCF8E39514}" dt="2026-02-17T07:29:37.861" v="17092"/>
        <pc:sldMkLst>
          <pc:docMk/>
          <pc:sldMk cId="3402938997" sldId="947"/>
        </pc:sldMkLst>
      </pc:sldChg>
      <pc:sldChg chg="addSp modSp add mod modCm">
        <pc:chgData name="辻 隆嗣" userId="e32f038e-2dda-4b43-8b3e-d4cd8de163ec" providerId="ADAL" clId="{5417F1BE-7E87-44B6-B01F-0BFCF8E39514}" dt="2026-02-25T04:54:00.355" v="19170" actId="1035"/>
        <pc:sldMkLst>
          <pc:docMk/>
          <pc:sldMk cId="2026599780" sldId="952"/>
        </pc:sldMkLst>
        <pc:spChg chg="add mod">
          <ac:chgData name="辻 隆嗣" userId="e32f038e-2dda-4b43-8b3e-d4cd8de163ec" providerId="ADAL" clId="{5417F1BE-7E87-44B6-B01F-0BFCF8E39514}" dt="2026-02-25T04:53:56.161" v="19164" actId="1035"/>
          <ac:spMkLst>
            <pc:docMk/>
            <pc:sldMk cId="2026599780" sldId="952"/>
            <ac:spMk id="4" creationId="{1887FEE5-B574-1023-CEAB-116978EE0E8E}"/>
          </ac:spMkLst>
        </pc:spChg>
        <pc:spChg chg="mod">
          <ac:chgData name="辻 隆嗣" userId="e32f038e-2dda-4b43-8b3e-d4cd8de163ec" providerId="ADAL" clId="{5417F1BE-7E87-44B6-B01F-0BFCF8E39514}" dt="2026-02-18T05:48:16.858" v="18409" actId="14100"/>
          <ac:spMkLst>
            <pc:docMk/>
            <pc:sldMk cId="2026599780" sldId="952"/>
            <ac:spMk id="7" creationId="{578CE015-0217-40E8-4525-030C667E671D}"/>
          </ac:spMkLst>
        </pc:spChg>
        <pc:graphicFrameChg chg="mod modGraphic">
          <ac:chgData name="辻 隆嗣" userId="e32f038e-2dda-4b43-8b3e-d4cd8de163ec" providerId="ADAL" clId="{5417F1BE-7E87-44B6-B01F-0BFCF8E39514}" dt="2026-02-25T04:54:00.355" v="19170" actId="1035"/>
          <ac:graphicFrameMkLst>
            <pc:docMk/>
            <pc:sldMk cId="2026599780" sldId="952"/>
            <ac:graphicFrameMk id="5" creationId="{5CF50012-D5E4-94F4-A6B3-02A83D37A983}"/>
          </ac:graphicFrameMkLst>
        </pc:graphicFrameChg>
        <pc:extLst>
          <p:ext xmlns:p="http://schemas.openxmlformats.org/presentationml/2006/main" uri="{D6D511B9-2390-475A-947B-AFAB55BFBCF1}">
            <pc226:cmChg xmlns:pc226="http://schemas.microsoft.com/office/powerpoint/2022/06/main/command" chg="mod">
              <pc226:chgData name="辻 隆嗣" userId="e32f038e-2dda-4b43-8b3e-d4cd8de163ec" providerId="ADAL" clId="{5417F1BE-7E87-44B6-B01F-0BFCF8E39514}" dt="2026-02-18T05:19:04.845" v="18211" actId="20577"/>
              <pc2:cmMkLst xmlns:pc2="http://schemas.microsoft.com/office/powerpoint/2019/9/main/command">
                <pc:docMk/>
                <pc:sldMk cId="2026599780" sldId="952"/>
                <pc2:cmMk id="{44A79CC8-7055-48C3-9ACD-45D6C88E4479}"/>
              </pc2:cmMkLst>
            </pc226:cmChg>
          </p:ext>
        </pc:extLst>
      </pc:sldChg>
      <pc:sldChg chg="addSp delSp modSp add mod">
        <pc:chgData name="辻 隆嗣" userId="e32f038e-2dda-4b43-8b3e-d4cd8de163ec" providerId="ADAL" clId="{5417F1BE-7E87-44B6-B01F-0BFCF8E39514}" dt="2026-02-25T08:08:15.419" v="19741"/>
        <pc:sldMkLst>
          <pc:docMk/>
          <pc:sldMk cId="3014012821" sldId="953"/>
        </pc:sldMkLst>
        <pc:spChg chg="add mod ord">
          <ac:chgData name="辻 隆嗣" userId="e32f038e-2dda-4b43-8b3e-d4cd8de163ec" providerId="ADAL" clId="{5417F1BE-7E87-44B6-B01F-0BFCF8E39514}" dt="2026-02-25T04:59:06.565" v="19418" actId="167"/>
          <ac:spMkLst>
            <pc:docMk/>
            <pc:sldMk cId="3014012821" sldId="953"/>
            <ac:spMk id="5" creationId="{41883F23-CA28-2A17-E0FD-A2E98EEEEBAF}"/>
          </ac:spMkLst>
        </pc:spChg>
        <pc:spChg chg="add mod">
          <ac:chgData name="辻 隆嗣" userId="e32f038e-2dda-4b43-8b3e-d4cd8de163ec" providerId="ADAL" clId="{5417F1BE-7E87-44B6-B01F-0BFCF8E39514}" dt="2026-02-18T05:50:12.325" v="18417"/>
          <ac:spMkLst>
            <pc:docMk/>
            <pc:sldMk cId="3014012821" sldId="953"/>
            <ac:spMk id="6" creationId="{DC74E91C-CDC0-5A70-E952-29C71D4A499D}"/>
          </ac:spMkLst>
        </pc:spChg>
        <pc:graphicFrameChg chg="mod modGraphic">
          <ac:chgData name="辻 隆嗣" userId="e32f038e-2dda-4b43-8b3e-d4cd8de163ec" providerId="ADAL" clId="{5417F1BE-7E87-44B6-B01F-0BFCF8E39514}" dt="2026-02-25T08:08:15.419" v="19741"/>
          <ac:graphicFrameMkLst>
            <pc:docMk/>
            <pc:sldMk cId="3014012821" sldId="953"/>
            <ac:graphicFrameMk id="4" creationId="{1C244B7C-8934-CD2B-1B19-2C15BA647848}"/>
          </ac:graphicFrameMkLst>
        </pc:graphicFrameChg>
      </pc:sldChg>
      <pc:sldChg chg="modSp add mod">
        <pc:chgData name="辻 隆嗣" userId="e32f038e-2dda-4b43-8b3e-d4cd8de163ec" providerId="ADAL" clId="{5417F1BE-7E87-44B6-B01F-0BFCF8E39514}" dt="2026-03-03T02:24:24.208" v="20857" actId="20577"/>
        <pc:sldMkLst>
          <pc:docMk/>
          <pc:sldMk cId="3496318797" sldId="954"/>
        </pc:sldMkLst>
        <pc:spChg chg="mod">
          <ac:chgData name="辻 隆嗣" userId="e32f038e-2dda-4b43-8b3e-d4cd8de163ec" providerId="ADAL" clId="{5417F1BE-7E87-44B6-B01F-0BFCF8E39514}" dt="2026-03-03T02:24:10.097" v="20853" actId="207"/>
          <ac:spMkLst>
            <pc:docMk/>
            <pc:sldMk cId="3496318797" sldId="954"/>
            <ac:spMk id="4" creationId="{3B6C0785-3157-0125-9BC3-856014475624}"/>
          </ac:spMkLst>
        </pc:spChg>
        <pc:spChg chg="mod">
          <ac:chgData name="辻 隆嗣" userId="e32f038e-2dda-4b43-8b3e-d4cd8de163ec" providerId="ADAL" clId="{5417F1BE-7E87-44B6-B01F-0BFCF8E39514}" dt="2026-03-03T02:24:14.297" v="20854" actId="207"/>
          <ac:spMkLst>
            <pc:docMk/>
            <pc:sldMk cId="3496318797" sldId="954"/>
            <ac:spMk id="5" creationId="{9ADB5574-B4AD-64FB-AA99-6E465AB132C4}"/>
          </ac:spMkLst>
        </pc:spChg>
        <pc:spChg chg="mod">
          <ac:chgData name="辻 隆嗣" userId="e32f038e-2dda-4b43-8b3e-d4cd8de163ec" providerId="ADAL" clId="{5417F1BE-7E87-44B6-B01F-0BFCF8E39514}" dt="2026-03-03T02:24:24.208" v="20857" actId="20577"/>
          <ac:spMkLst>
            <pc:docMk/>
            <pc:sldMk cId="3496318797" sldId="954"/>
            <ac:spMk id="12" creationId="{8BB88D25-544E-9A08-8706-DD53B84DB04E}"/>
          </ac:spMkLst>
        </pc:spChg>
      </pc:sldChg>
      <pc:sldChg chg="modSp add mod">
        <pc:chgData name="辻 隆嗣" userId="e32f038e-2dda-4b43-8b3e-d4cd8de163ec" providerId="ADAL" clId="{5417F1BE-7E87-44B6-B01F-0BFCF8E39514}" dt="2026-03-03T02:24:36.524" v="20859" actId="207"/>
        <pc:sldMkLst>
          <pc:docMk/>
          <pc:sldMk cId="20629679" sldId="955"/>
        </pc:sldMkLst>
        <pc:spChg chg="mod">
          <ac:chgData name="辻 隆嗣" userId="e32f038e-2dda-4b43-8b3e-d4cd8de163ec" providerId="ADAL" clId="{5417F1BE-7E87-44B6-B01F-0BFCF8E39514}" dt="2026-02-17T07:48:45.878" v="17547" actId="13926"/>
          <ac:spMkLst>
            <pc:docMk/>
            <pc:sldMk cId="20629679" sldId="955"/>
            <ac:spMk id="3" creationId="{9DB45F81-630E-A446-692C-D391FBBD6474}"/>
          </ac:spMkLst>
        </pc:spChg>
        <pc:spChg chg="mod">
          <ac:chgData name="辻 隆嗣" userId="e32f038e-2dda-4b43-8b3e-d4cd8de163ec" providerId="ADAL" clId="{5417F1BE-7E87-44B6-B01F-0BFCF8E39514}" dt="2026-03-03T02:24:31.761" v="20858" actId="207"/>
          <ac:spMkLst>
            <pc:docMk/>
            <pc:sldMk cId="20629679" sldId="955"/>
            <ac:spMk id="5" creationId="{3E8D3B7C-E884-C22A-9ADF-4BE38B496EEE}"/>
          </ac:spMkLst>
        </pc:spChg>
        <pc:spChg chg="mod">
          <ac:chgData name="辻 隆嗣" userId="e32f038e-2dda-4b43-8b3e-d4cd8de163ec" providerId="ADAL" clId="{5417F1BE-7E87-44B6-B01F-0BFCF8E39514}" dt="2026-02-17T07:49:01.021" v="17550" actId="207"/>
          <ac:spMkLst>
            <pc:docMk/>
            <pc:sldMk cId="20629679" sldId="955"/>
            <ac:spMk id="10" creationId="{9B89850A-3287-FDEA-CE49-63CA9E938937}"/>
          </ac:spMkLst>
        </pc:spChg>
        <pc:spChg chg="mod">
          <ac:chgData name="辻 隆嗣" userId="e32f038e-2dda-4b43-8b3e-d4cd8de163ec" providerId="ADAL" clId="{5417F1BE-7E87-44B6-B01F-0BFCF8E39514}" dt="2026-02-17T07:48:56.669" v="17549" actId="207"/>
          <ac:spMkLst>
            <pc:docMk/>
            <pc:sldMk cId="20629679" sldId="955"/>
            <ac:spMk id="11" creationId="{3A694E3B-253B-3FB7-E05E-2B89ADDFFEF5}"/>
          </ac:spMkLst>
        </pc:spChg>
        <pc:spChg chg="mod">
          <ac:chgData name="辻 隆嗣" userId="e32f038e-2dda-4b43-8b3e-d4cd8de163ec" providerId="ADAL" clId="{5417F1BE-7E87-44B6-B01F-0BFCF8E39514}" dt="2026-02-17T07:48:56.669" v="17549" actId="207"/>
          <ac:spMkLst>
            <pc:docMk/>
            <pc:sldMk cId="20629679" sldId="955"/>
            <ac:spMk id="19" creationId="{7FA90E8B-C78B-1117-E082-3C37BF6640D0}"/>
          </ac:spMkLst>
        </pc:spChg>
        <pc:spChg chg="mod">
          <ac:chgData name="辻 隆嗣" userId="e32f038e-2dda-4b43-8b3e-d4cd8de163ec" providerId="ADAL" clId="{5417F1BE-7E87-44B6-B01F-0BFCF8E39514}" dt="2026-02-17T07:49:03.513" v="17551" actId="207"/>
          <ac:spMkLst>
            <pc:docMk/>
            <pc:sldMk cId="20629679" sldId="955"/>
            <ac:spMk id="21" creationId="{22CF788E-ECE9-6A1D-4461-DD333771C24E}"/>
          </ac:spMkLst>
        </pc:spChg>
        <pc:spChg chg="mod">
          <ac:chgData name="辻 隆嗣" userId="e32f038e-2dda-4b43-8b3e-d4cd8de163ec" providerId="ADAL" clId="{5417F1BE-7E87-44B6-B01F-0BFCF8E39514}" dt="2026-02-17T07:48:56.669" v="17549" actId="207"/>
          <ac:spMkLst>
            <pc:docMk/>
            <pc:sldMk cId="20629679" sldId="955"/>
            <ac:spMk id="24" creationId="{5E2147DF-6C08-7490-E84D-EF2309A03FF3}"/>
          </ac:spMkLst>
        </pc:spChg>
        <pc:spChg chg="mod">
          <ac:chgData name="辻 隆嗣" userId="e32f038e-2dda-4b43-8b3e-d4cd8de163ec" providerId="ADAL" clId="{5417F1BE-7E87-44B6-B01F-0BFCF8E39514}" dt="2026-02-17T07:49:04.958" v="17552" actId="207"/>
          <ac:spMkLst>
            <pc:docMk/>
            <pc:sldMk cId="20629679" sldId="955"/>
            <ac:spMk id="26" creationId="{57FE69C3-12C0-75C3-09F2-F2464F370246}"/>
          </ac:spMkLst>
        </pc:spChg>
        <pc:spChg chg="mod">
          <ac:chgData name="辻 隆嗣" userId="e32f038e-2dda-4b43-8b3e-d4cd8de163ec" providerId="ADAL" clId="{5417F1BE-7E87-44B6-B01F-0BFCF8E39514}" dt="2026-02-17T07:48:56.669" v="17549" actId="207"/>
          <ac:spMkLst>
            <pc:docMk/>
            <pc:sldMk cId="20629679" sldId="955"/>
            <ac:spMk id="29" creationId="{0E2D527E-0084-8CF9-CEE2-E09A0BD666FA}"/>
          </ac:spMkLst>
        </pc:spChg>
        <pc:spChg chg="mod">
          <ac:chgData name="辻 隆嗣" userId="e32f038e-2dda-4b43-8b3e-d4cd8de163ec" providerId="ADAL" clId="{5417F1BE-7E87-44B6-B01F-0BFCF8E39514}" dt="2026-02-17T07:49:20.664" v="17559" actId="207"/>
          <ac:spMkLst>
            <pc:docMk/>
            <pc:sldMk cId="20629679" sldId="955"/>
            <ac:spMk id="31" creationId="{9159CA19-C158-05BA-5F48-7F90FB36C5EA}"/>
          </ac:spMkLst>
        </pc:spChg>
        <pc:spChg chg="mod">
          <ac:chgData name="辻 隆嗣" userId="e32f038e-2dda-4b43-8b3e-d4cd8de163ec" providerId="ADAL" clId="{5417F1BE-7E87-44B6-B01F-0BFCF8E39514}" dt="2026-02-17T07:48:56.669" v="17549" actId="207"/>
          <ac:spMkLst>
            <pc:docMk/>
            <pc:sldMk cId="20629679" sldId="955"/>
            <ac:spMk id="34" creationId="{CFEBD4C4-B349-C9BB-2876-E2872993609F}"/>
          </ac:spMkLst>
        </pc:spChg>
        <pc:spChg chg="mod">
          <ac:chgData name="辻 隆嗣" userId="e32f038e-2dda-4b43-8b3e-d4cd8de163ec" providerId="ADAL" clId="{5417F1BE-7E87-44B6-B01F-0BFCF8E39514}" dt="2026-02-17T07:49:24.058" v="17560" actId="207"/>
          <ac:spMkLst>
            <pc:docMk/>
            <pc:sldMk cId="20629679" sldId="955"/>
            <ac:spMk id="36" creationId="{B79584A2-0B83-E3B7-B563-627D621BF461}"/>
          </ac:spMkLst>
        </pc:spChg>
        <pc:spChg chg="mod">
          <ac:chgData name="辻 隆嗣" userId="e32f038e-2dda-4b43-8b3e-d4cd8de163ec" providerId="ADAL" clId="{5417F1BE-7E87-44B6-B01F-0BFCF8E39514}" dt="2026-03-03T02:24:36.524" v="20859" actId="207"/>
          <ac:spMkLst>
            <pc:docMk/>
            <pc:sldMk cId="20629679" sldId="955"/>
            <ac:spMk id="44" creationId="{B6A7D924-5A65-0BCB-27C7-03FDF840D74B}"/>
          </ac:spMkLst>
        </pc:spChg>
        <pc:grpChg chg="mod">
          <ac:chgData name="辻 隆嗣" userId="e32f038e-2dda-4b43-8b3e-d4cd8de163ec" providerId="ADAL" clId="{5417F1BE-7E87-44B6-B01F-0BFCF8E39514}" dt="2026-02-17T07:48:45.878" v="17547" actId="13926"/>
          <ac:grpSpMkLst>
            <pc:docMk/>
            <pc:sldMk cId="20629679" sldId="955"/>
            <ac:grpSpMk id="17" creationId="{254BBD76-D777-5C6E-E391-DC10A8263BFA}"/>
          </ac:grpSpMkLst>
        </pc:grpChg>
        <pc:grpChg chg="mod">
          <ac:chgData name="辻 隆嗣" userId="e32f038e-2dda-4b43-8b3e-d4cd8de163ec" providerId="ADAL" clId="{5417F1BE-7E87-44B6-B01F-0BFCF8E39514}" dt="2026-02-17T07:48:45.878" v="17547" actId="13926"/>
          <ac:grpSpMkLst>
            <pc:docMk/>
            <pc:sldMk cId="20629679" sldId="955"/>
            <ac:grpSpMk id="18" creationId="{5A15114E-FD23-79DE-E4FF-424E88690E82}"/>
          </ac:grpSpMkLst>
        </pc:grpChg>
        <pc:grpChg chg="mod">
          <ac:chgData name="辻 隆嗣" userId="e32f038e-2dda-4b43-8b3e-d4cd8de163ec" providerId="ADAL" clId="{5417F1BE-7E87-44B6-B01F-0BFCF8E39514}" dt="2026-02-17T07:48:45.878" v="17547" actId="13926"/>
          <ac:grpSpMkLst>
            <pc:docMk/>
            <pc:sldMk cId="20629679" sldId="955"/>
            <ac:grpSpMk id="23" creationId="{5800494C-9C81-3459-E80E-EDB5F6566858}"/>
          </ac:grpSpMkLst>
        </pc:grpChg>
        <pc:grpChg chg="mod">
          <ac:chgData name="辻 隆嗣" userId="e32f038e-2dda-4b43-8b3e-d4cd8de163ec" providerId="ADAL" clId="{5417F1BE-7E87-44B6-B01F-0BFCF8E39514}" dt="2026-02-17T07:49:17.189" v="17558" actId="1076"/>
          <ac:grpSpMkLst>
            <pc:docMk/>
            <pc:sldMk cId="20629679" sldId="955"/>
            <ac:grpSpMk id="28" creationId="{4473405E-75E9-58A8-AC50-BC833447A6E8}"/>
          </ac:grpSpMkLst>
        </pc:grpChg>
        <pc:grpChg chg="mod">
          <ac:chgData name="辻 隆嗣" userId="e32f038e-2dda-4b43-8b3e-d4cd8de163ec" providerId="ADAL" clId="{5417F1BE-7E87-44B6-B01F-0BFCF8E39514}" dt="2026-02-17T07:48:45.878" v="17547" actId="13926"/>
          <ac:grpSpMkLst>
            <pc:docMk/>
            <pc:sldMk cId="20629679" sldId="955"/>
            <ac:grpSpMk id="33" creationId="{8D24895E-0F70-1C5E-AEAF-9092C4EA0D1B}"/>
          </ac:grpSpMkLst>
        </pc:grpChg>
      </pc:sldChg>
      <pc:sldChg chg="modSp add mod">
        <pc:chgData name="辻 隆嗣" userId="e32f038e-2dda-4b43-8b3e-d4cd8de163ec" providerId="ADAL" clId="{5417F1BE-7E87-44B6-B01F-0BFCF8E39514}" dt="2026-03-03T02:24:41.532" v="20860" actId="207"/>
        <pc:sldMkLst>
          <pc:docMk/>
          <pc:sldMk cId="2802704857" sldId="956"/>
        </pc:sldMkLst>
        <pc:spChg chg="mod">
          <ac:chgData name="辻 隆嗣" userId="e32f038e-2dda-4b43-8b3e-d4cd8de163ec" providerId="ADAL" clId="{5417F1BE-7E87-44B6-B01F-0BFCF8E39514}" dt="2026-03-03T02:24:41.532" v="20860" actId="207"/>
          <ac:spMkLst>
            <pc:docMk/>
            <pc:sldMk cId="2802704857" sldId="956"/>
            <ac:spMk id="44" creationId="{197CAABA-809F-ABF9-96BD-0E89B70DC76E}"/>
          </ac:spMkLst>
        </pc:spChg>
      </pc:sldChg>
      <pc:sldChg chg="addSp delSp modSp add mod">
        <pc:chgData name="辻 隆嗣" userId="e32f038e-2dda-4b43-8b3e-d4cd8de163ec" providerId="ADAL" clId="{5417F1BE-7E87-44B6-B01F-0BFCF8E39514}" dt="2026-03-03T02:38:55.129" v="20988" actId="1076"/>
        <pc:sldMkLst>
          <pc:docMk/>
          <pc:sldMk cId="1984299581" sldId="957"/>
        </pc:sldMkLst>
        <pc:spChg chg="mod ord">
          <ac:chgData name="辻 隆嗣" userId="e32f038e-2dda-4b43-8b3e-d4cd8de163ec" providerId="ADAL" clId="{5417F1BE-7E87-44B6-B01F-0BFCF8E39514}" dt="2026-03-03T02:24:50.167" v="20861" actId="207"/>
          <ac:spMkLst>
            <pc:docMk/>
            <pc:sldMk cId="1984299581" sldId="957"/>
            <ac:spMk id="5" creationId="{2491688E-BA8B-BC2D-B706-CD9B6F9D860D}"/>
          </ac:spMkLst>
        </pc:spChg>
        <pc:spChg chg="add mod">
          <ac:chgData name="辻 隆嗣" userId="e32f038e-2dda-4b43-8b3e-d4cd8de163ec" providerId="ADAL" clId="{5417F1BE-7E87-44B6-B01F-0BFCF8E39514}" dt="2026-03-03T02:38:37.365" v="20986"/>
          <ac:spMkLst>
            <pc:docMk/>
            <pc:sldMk cId="1984299581" sldId="957"/>
            <ac:spMk id="9" creationId="{85219928-199A-4C32-8AA6-16A429AA0947}"/>
          </ac:spMkLst>
        </pc:spChg>
        <pc:spChg chg="add mod">
          <ac:chgData name="辻 隆嗣" userId="e32f038e-2dda-4b43-8b3e-d4cd8de163ec" providerId="ADAL" clId="{5417F1BE-7E87-44B6-B01F-0BFCF8E39514}" dt="2026-03-03T02:38:37.365" v="20986"/>
          <ac:spMkLst>
            <pc:docMk/>
            <pc:sldMk cId="1984299581" sldId="957"/>
            <ac:spMk id="12" creationId="{A6BF1B6E-DA45-4F7E-82A6-483E409D262B}"/>
          </ac:spMkLst>
        </pc:spChg>
        <pc:spChg chg="mod">
          <ac:chgData name="辻 隆嗣" userId="e32f038e-2dda-4b43-8b3e-d4cd8de163ec" providerId="ADAL" clId="{5417F1BE-7E87-44B6-B01F-0BFCF8E39514}" dt="2026-02-25T04:38:32.805" v="18803" actId="1035"/>
          <ac:spMkLst>
            <pc:docMk/>
            <pc:sldMk cId="1984299581" sldId="957"/>
            <ac:spMk id="44" creationId="{D7A6378E-0B17-1100-209D-B7528BFB2453}"/>
          </ac:spMkLst>
        </pc:spChg>
        <pc:spChg chg="add mod">
          <ac:chgData name="辻 隆嗣" userId="e32f038e-2dda-4b43-8b3e-d4cd8de163ec" providerId="ADAL" clId="{5417F1BE-7E87-44B6-B01F-0BFCF8E39514}" dt="2026-03-03T02:38:37.365" v="20986"/>
          <ac:spMkLst>
            <pc:docMk/>
            <pc:sldMk cId="1984299581" sldId="957"/>
            <ac:spMk id="45" creationId="{656D89BC-38B5-45C7-BEF7-20C43E1818AE}"/>
          </ac:spMkLst>
        </pc:spChg>
        <pc:spChg chg="add mod">
          <ac:chgData name="辻 隆嗣" userId="e32f038e-2dda-4b43-8b3e-d4cd8de163ec" providerId="ADAL" clId="{5417F1BE-7E87-44B6-B01F-0BFCF8E39514}" dt="2026-02-25T04:47:34.500" v="18936" actId="1076"/>
          <ac:spMkLst>
            <pc:docMk/>
            <pc:sldMk cId="1984299581" sldId="957"/>
            <ac:spMk id="46" creationId="{07FDB4FE-420E-A65B-0BB2-49348B581809}"/>
          </ac:spMkLst>
        </pc:spChg>
        <pc:spChg chg="add mod">
          <ac:chgData name="辻 隆嗣" userId="e32f038e-2dda-4b43-8b3e-d4cd8de163ec" providerId="ADAL" clId="{5417F1BE-7E87-44B6-B01F-0BFCF8E39514}" dt="2026-03-03T02:38:37.365" v="20986"/>
          <ac:spMkLst>
            <pc:docMk/>
            <pc:sldMk cId="1984299581" sldId="957"/>
            <ac:spMk id="47" creationId="{A8FF0247-5888-D3C3-1AF5-A055DD3E3F01}"/>
          </ac:spMkLst>
        </pc:spChg>
        <pc:spChg chg="add mod">
          <ac:chgData name="辻 隆嗣" userId="e32f038e-2dda-4b43-8b3e-d4cd8de163ec" providerId="ADAL" clId="{5417F1BE-7E87-44B6-B01F-0BFCF8E39514}" dt="2026-03-03T02:38:37.365" v="20986"/>
          <ac:spMkLst>
            <pc:docMk/>
            <pc:sldMk cId="1984299581" sldId="957"/>
            <ac:spMk id="48" creationId="{0729BFA1-110A-27A3-08A7-E26336ED1B06}"/>
          </ac:spMkLst>
        </pc:spChg>
        <pc:spChg chg="add mod">
          <ac:chgData name="辻 隆嗣" userId="e32f038e-2dda-4b43-8b3e-d4cd8de163ec" providerId="ADAL" clId="{5417F1BE-7E87-44B6-B01F-0BFCF8E39514}" dt="2026-03-03T02:38:37.365" v="20986"/>
          <ac:spMkLst>
            <pc:docMk/>
            <pc:sldMk cId="1984299581" sldId="957"/>
            <ac:spMk id="49" creationId="{D9D32A50-86E4-BC81-A094-CC434B0F60D6}"/>
          </ac:spMkLst>
        </pc:spChg>
        <pc:grpChg chg="add mod">
          <ac:chgData name="辻 隆嗣" userId="e32f038e-2dda-4b43-8b3e-d4cd8de163ec" providerId="ADAL" clId="{5417F1BE-7E87-44B6-B01F-0BFCF8E39514}" dt="2026-03-03T02:38:55.129" v="20988" actId="1076"/>
          <ac:grpSpMkLst>
            <pc:docMk/>
            <pc:sldMk cId="1984299581" sldId="957"/>
            <ac:grpSpMk id="6" creationId="{1E8EDCB6-2013-0595-E3D4-C037584BA80F}"/>
          </ac:grpSpMkLst>
        </pc:grpChg>
        <pc:grpChg chg="add mod">
          <ac:chgData name="辻 隆嗣" userId="e32f038e-2dda-4b43-8b3e-d4cd8de163ec" providerId="ADAL" clId="{5417F1BE-7E87-44B6-B01F-0BFCF8E39514}" dt="2026-03-03T02:38:37.365" v="20986"/>
          <ac:grpSpMkLst>
            <pc:docMk/>
            <pc:sldMk cId="1984299581" sldId="957"/>
            <ac:grpSpMk id="7" creationId="{093F0037-FD9A-4876-A455-6C9045B0F16D}"/>
          </ac:grpSpMkLst>
        </pc:grpChg>
        <pc:grpChg chg="mod">
          <ac:chgData name="辻 隆嗣" userId="e32f038e-2dda-4b43-8b3e-d4cd8de163ec" providerId="ADAL" clId="{5417F1BE-7E87-44B6-B01F-0BFCF8E39514}" dt="2026-02-25T04:38:27.661" v="18796" actId="1035"/>
          <ac:grpSpMkLst>
            <pc:docMk/>
            <pc:sldMk cId="1984299581" sldId="957"/>
            <ac:grpSpMk id="10" creationId="{5A02483C-0959-ACA4-5E9E-17C9A4AB63D7}"/>
          </ac:grpSpMkLst>
        </pc:grpChg>
        <pc:picChg chg="del mod">
          <ac:chgData name="辻 隆嗣" userId="e32f038e-2dda-4b43-8b3e-d4cd8de163ec" providerId="ADAL" clId="{5417F1BE-7E87-44B6-B01F-0BFCF8E39514}" dt="2026-03-03T02:38:41.248" v="20987" actId="478"/>
          <ac:picMkLst>
            <pc:docMk/>
            <pc:sldMk cId="1984299581" sldId="957"/>
            <ac:picMk id="8" creationId="{110C7CD5-F1C1-4A28-6C86-79CC0DC0AC76}"/>
          </ac:picMkLst>
        </pc:picChg>
        <pc:cxnChg chg="mod">
          <ac:chgData name="辻 隆嗣" userId="e32f038e-2dda-4b43-8b3e-d4cd8de163ec" providerId="ADAL" clId="{5417F1BE-7E87-44B6-B01F-0BFCF8E39514}" dt="2026-02-25T04:37:49.129" v="18751" actId="1035"/>
          <ac:cxnSpMkLst>
            <pc:docMk/>
            <pc:sldMk cId="1984299581" sldId="957"/>
            <ac:cxnSpMk id="38" creationId="{E54A1AC5-DEC8-FF06-2F50-50C44E31119E}"/>
          </ac:cxnSpMkLst>
        </pc:cxnChg>
        <pc:cxnChg chg="mod">
          <ac:chgData name="辻 隆嗣" userId="e32f038e-2dda-4b43-8b3e-d4cd8de163ec" providerId="ADAL" clId="{5417F1BE-7E87-44B6-B01F-0BFCF8E39514}" dt="2026-02-25T04:37:58.407" v="18755" actId="1036"/>
          <ac:cxnSpMkLst>
            <pc:docMk/>
            <pc:sldMk cId="1984299581" sldId="957"/>
            <ac:cxnSpMk id="39" creationId="{EAE5606D-30BB-A54E-5133-BFFC0E47B1C7}"/>
          </ac:cxnSpMkLst>
        </pc:cxnChg>
      </pc:sldChg>
      <pc:sldChg chg="addSp modSp add mod">
        <pc:chgData name="辻 隆嗣" userId="e32f038e-2dda-4b43-8b3e-d4cd8de163ec" providerId="ADAL" clId="{5417F1BE-7E87-44B6-B01F-0BFCF8E39514}" dt="2026-03-03T02:35:29.916" v="20985"/>
        <pc:sldMkLst>
          <pc:docMk/>
          <pc:sldMk cId="2575810299" sldId="958"/>
        </pc:sldMkLst>
        <pc:spChg chg="mod">
          <ac:chgData name="辻 隆嗣" userId="e32f038e-2dda-4b43-8b3e-d4cd8de163ec" providerId="ADAL" clId="{5417F1BE-7E87-44B6-B01F-0BFCF8E39514}" dt="2026-02-19T06:52:01.549" v="18597" actId="465"/>
          <ac:spMkLst>
            <pc:docMk/>
            <pc:sldMk cId="2575810299" sldId="958"/>
            <ac:spMk id="2" creationId="{85523789-7CB3-66A6-1786-25440376CD6C}"/>
          </ac:spMkLst>
        </pc:spChg>
        <pc:spChg chg="mod">
          <ac:chgData name="辻 隆嗣" userId="e32f038e-2dda-4b43-8b3e-d4cd8de163ec" providerId="ADAL" clId="{5417F1BE-7E87-44B6-B01F-0BFCF8E39514}" dt="2026-03-03T02:29:15.356" v="20968" actId="164"/>
          <ac:spMkLst>
            <pc:docMk/>
            <pc:sldMk cId="2575810299" sldId="958"/>
            <ac:spMk id="4" creationId="{D75B16F5-6B48-B7B9-CAEF-2389F7087286}"/>
          </ac:spMkLst>
        </pc:spChg>
        <pc:spChg chg="mod">
          <ac:chgData name="辻 隆嗣" userId="e32f038e-2dda-4b43-8b3e-d4cd8de163ec" providerId="ADAL" clId="{5417F1BE-7E87-44B6-B01F-0BFCF8E39514}" dt="2026-02-19T06:51:35.251" v="18588" actId="14100"/>
          <ac:spMkLst>
            <pc:docMk/>
            <pc:sldMk cId="2575810299" sldId="958"/>
            <ac:spMk id="6" creationId="{568A092F-4BCD-F497-D8D3-73DA53EAE208}"/>
          </ac:spMkLst>
        </pc:spChg>
        <pc:spChg chg="mod">
          <ac:chgData name="辻 隆嗣" userId="e32f038e-2dda-4b43-8b3e-d4cd8de163ec" providerId="ADAL" clId="{5417F1BE-7E87-44B6-B01F-0BFCF8E39514}" dt="2026-03-03T02:29:15.356" v="20968" actId="164"/>
          <ac:spMkLst>
            <pc:docMk/>
            <pc:sldMk cId="2575810299" sldId="958"/>
            <ac:spMk id="7" creationId="{77B1510E-D32B-59E6-7807-D1ADD4826386}"/>
          </ac:spMkLst>
        </pc:spChg>
        <pc:spChg chg="mod">
          <ac:chgData name="辻 隆嗣" userId="e32f038e-2dda-4b43-8b3e-d4cd8de163ec" providerId="ADAL" clId="{5417F1BE-7E87-44B6-B01F-0BFCF8E39514}" dt="2026-03-03T02:29:05.845" v="20965" actId="164"/>
          <ac:spMkLst>
            <pc:docMk/>
            <pc:sldMk cId="2575810299" sldId="958"/>
            <ac:spMk id="8" creationId="{C66ECA63-BBB8-7BE9-701F-DC41AC4C99E3}"/>
          </ac:spMkLst>
        </pc:spChg>
        <pc:spChg chg="mod">
          <ac:chgData name="辻 隆嗣" userId="e32f038e-2dda-4b43-8b3e-d4cd8de163ec" providerId="ADAL" clId="{5417F1BE-7E87-44B6-B01F-0BFCF8E39514}" dt="2026-03-03T02:29:05.845" v="20965" actId="164"/>
          <ac:spMkLst>
            <pc:docMk/>
            <pc:sldMk cId="2575810299" sldId="958"/>
            <ac:spMk id="9" creationId="{122BDB4F-8DDA-79B4-79E8-139B7EB54958}"/>
          </ac:spMkLst>
        </pc:spChg>
        <pc:spChg chg="mod">
          <ac:chgData name="辻 隆嗣" userId="e32f038e-2dda-4b43-8b3e-d4cd8de163ec" providerId="ADAL" clId="{5417F1BE-7E87-44B6-B01F-0BFCF8E39514}" dt="2026-03-03T02:29:00.283" v="20964" actId="164"/>
          <ac:spMkLst>
            <pc:docMk/>
            <pc:sldMk cId="2575810299" sldId="958"/>
            <ac:spMk id="10" creationId="{4FBD7157-941A-B1E9-550A-AF89F641A5D3}"/>
          </ac:spMkLst>
        </pc:spChg>
        <pc:spChg chg="mod">
          <ac:chgData name="辻 隆嗣" userId="e32f038e-2dda-4b43-8b3e-d4cd8de163ec" providerId="ADAL" clId="{5417F1BE-7E87-44B6-B01F-0BFCF8E39514}" dt="2026-03-03T02:29:00.283" v="20964" actId="164"/>
          <ac:spMkLst>
            <pc:docMk/>
            <pc:sldMk cId="2575810299" sldId="958"/>
            <ac:spMk id="12" creationId="{CD67A43E-2129-F49F-AC21-CA15C1F34676}"/>
          </ac:spMkLst>
        </pc:spChg>
        <pc:spChg chg="mod">
          <ac:chgData name="辻 隆嗣" userId="e32f038e-2dda-4b43-8b3e-d4cd8de163ec" providerId="ADAL" clId="{5417F1BE-7E87-44B6-B01F-0BFCF8E39514}" dt="2026-03-03T02:29:26.051" v="20969" actId="164"/>
          <ac:spMkLst>
            <pc:docMk/>
            <pc:sldMk cId="2575810299" sldId="958"/>
            <ac:spMk id="13" creationId="{4F026C45-4141-3F30-5BD1-333B0E75021F}"/>
          </ac:spMkLst>
        </pc:spChg>
        <pc:spChg chg="mod">
          <ac:chgData name="辻 隆嗣" userId="e32f038e-2dda-4b43-8b3e-d4cd8de163ec" providerId="ADAL" clId="{5417F1BE-7E87-44B6-B01F-0BFCF8E39514}" dt="2026-03-03T02:35:29.916" v="20985"/>
          <ac:spMkLst>
            <pc:docMk/>
            <pc:sldMk cId="2575810299" sldId="958"/>
            <ac:spMk id="14" creationId="{765D4DD7-F66A-67E9-FFC8-FDA71B31103D}"/>
          </ac:spMkLst>
        </pc:spChg>
        <pc:grpChg chg="add mod">
          <ac:chgData name="辻 隆嗣" userId="e32f038e-2dda-4b43-8b3e-d4cd8de163ec" providerId="ADAL" clId="{5417F1BE-7E87-44B6-B01F-0BFCF8E39514}" dt="2026-03-03T02:29:00.283" v="20964" actId="164"/>
          <ac:grpSpMkLst>
            <pc:docMk/>
            <pc:sldMk cId="2575810299" sldId="958"/>
            <ac:grpSpMk id="5" creationId="{623AF9CE-EAA5-6958-EB4D-39CB31FDEDE9}"/>
          </ac:grpSpMkLst>
        </pc:grpChg>
        <pc:grpChg chg="add mod">
          <ac:chgData name="辻 隆嗣" userId="e32f038e-2dda-4b43-8b3e-d4cd8de163ec" providerId="ADAL" clId="{5417F1BE-7E87-44B6-B01F-0BFCF8E39514}" dt="2026-03-03T02:29:37.273" v="20970" actId="465"/>
          <ac:grpSpMkLst>
            <pc:docMk/>
            <pc:sldMk cId="2575810299" sldId="958"/>
            <ac:grpSpMk id="11" creationId="{6C4808BB-7EB8-B578-B6CC-AF87855540B3}"/>
          </ac:grpSpMkLst>
        </pc:grpChg>
        <pc:grpChg chg="add mod">
          <ac:chgData name="辻 隆嗣" userId="e32f038e-2dda-4b43-8b3e-d4cd8de163ec" providerId="ADAL" clId="{5417F1BE-7E87-44B6-B01F-0BFCF8E39514}" dt="2026-03-03T02:29:26.051" v="20969" actId="164"/>
          <ac:grpSpMkLst>
            <pc:docMk/>
            <pc:sldMk cId="2575810299" sldId="958"/>
            <ac:grpSpMk id="15" creationId="{F5E69C43-547F-73E1-3331-786EA8261221}"/>
          </ac:grpSpMkLst>
        </pc:grpChg>
        <pc:grpChg chg="add mod">
          <ac:chgData name="辻 隆嗣" userId="e32f038e-2dda-4b43-8b3e-d4cd8de163ec" providerId="ADAL" clId="{5417F1BE-7E87-44B6-B01F-0BFCF8E39514}" dt="2026-03-03T02:29:26.051" v="20969" actId="164"/>
          <ac:grpSpMkLst>
            <pc:docMk/>
            <pc:sldMk cId="2575810299" sldId="958"/>
            <ac:grpSpMk id="16" creationId="{68469D78-C497-07CE-FC9A-EBDC559B4C58}"/>
          </ac:grpSpMkLst>
        </pc:grpChg>
      </pc:sldChg>
      <pc:sldChg chg="delSp add mod">
        <pc:chgData name="辻 隆嗣" userId="e32f038e-2dda-4b43-8b3e-d4cd8de163ec" providerId="ADAL" clId="{5417F1BE-7E87-44B6-B01F-0BFCF8E39514}" dt="2026-03-03T02:31:17.477" v="20971" actId="478"/>
        <pc:sldMkLst>
          <pc:docMk/>
          <pc:sldMk cId="490314474" sldId="961"/>
        </pc:sldMkLst>
        <pc:spChg chg="del">
          <ac:chgData name="辻 隆嗣" userId="e32f038e-2dda-4b43-8b3e-d4cd8de163ec" providerId="ADAL" clId="{5417F1BE-7E87-44B6-B01F-0BFCF8E39514}" dt="2026-03-03T02:31:17.477" v="20971" actId="478"/>
          <ac:spMkLst>
            <pc:docMk/>
            <pc:sldMk cId="490314474" sldId="961"/>
            <ac:spMk id="4" creationId="{2293C209-A274-DDCA-2213-2545E18B8C29}"/>
          </ac:spMkLst>
        </pc:spChg>
      </pc:sldChg>
      <pc:sldChg chg="modSp mod">
        <pc:chgData name="辻 隆嗣" userId="e32f038e-2dda-4b43-8b3e-d4cd8de163ec" providerId="ADAL" clId="{5417F1BE-7E87-44B6-B01F-0BFCF8E39514}" dt="2026-03-03T02:48:09.336" v="21006"/>
        <pc:sldMkLst>
          <pc:docMk/>
          <pc:sldMk cId="2188131942" sldId="971"/>
        </pc:sldMkLst>
        <pc:graphicFrameChg chg="mod modGraphic">
          <ac:chgData name="辻 隆嗣" userId="e32f038e-2dda-4b43-8b3e-d4cd8de163ec" providerId="ADAL" clId="{5417F1BE-7E87-44B6-B01F-0BFCF8E39514}" dt="2026-03-03T02:48:09.336" v="21006"/>
          <ac:graphicFrameMkLst>
            <pc:docMk/>
            <pc:sldMk cId="2188131942" sldId="971"/>
            <ac:graphicFrameMk id="4" creationId="{86CD3068-5FDF-061F-02E7-01CDAEE3DBFB}"/>
          </ac:graphicFrameMkLst>
        </pc:graphicFrameChg>
      </pc:sldChg>
      <pc:sldChg chg="modSp add mod">
        <pc:chgData name="辻 隆嗣" userId="e32f038e-2dda-4b43-8b3e-d4cd8de163ec" providerId="ADAL" clId="{5417F1BE-7E87-44B6-B01F-0BFCF8E39514}" dt="2026-02-25T08:22:33.189" v="20308" actId="115"/>
        <pc:sldMkLst>
          <pc:docMk/>
          <pc:sldMk cId="2865370770" sldId="989"/>
        </pc:sldMkLst>
        <pc:graphicFrameChg chg="mod modGraphic">
          <ac:chgData name="辻 隆嗣" userId="e32f038e-2dda-4b43-8b3e-d4cd8de163ec" providerId="ADAL" clId="{5417F1BE-7E87-44B6-B01F-0BFCF8E39514}" dt="2026-02-25T08:22:33.189" v="20308" actId="115"/>
          <ac:graphicFrameMkLst>
            <pc:docMk/>
            <pc:sldMk cId="2865370770" sldId="989"/>
            <ac:graphicFrameMk id="6" creationId="{F6222FCF-66DE-EDE7-0FA9-2665602BD7C1}"/>
          </ac:graphicFrameMkLst>
        </pc:graphicFrameChg>
      </pc:sldChg>
      <pc:sldChg chg="modSp add mod">
        <pc:chgData name="辻 隆嗣" userId="e32f038e-2dda-4b43-8b3e-d4cd8de163ec" providerId="ADAL" clId="{5417F1BE-7E87-44B6-B01F-0BFCF8E39514}" dt="2026-02-25T08:35:46.981" v="20572" actId="2164"/>
        <pc:sldMkLst>
          <pc:docMk/>
          <pc:sldMk cId="3657850443" sldId="990"/>
        </pc:sldMkLst>
        <pc:graphicFrameChg chg="mod modGraphic">
          <ac:chgData name="辻 隆嗣" userId="e32f038e-2dda-4b43-8b3e-d4cd8de163ec" providerId="ADAL" clId="{5417F1BE-7E87-44B6-B01F-0BFCF8E39514}" dt="2026-02-25T08:35:46.981" v="20572" actId="2164"/>
          <ac:graphicFrameMkLst>
            <pc:docMk/>
            <pc:sldMk cId="3657850443" sldId="990"/>
            <ac:graphicFrameMk id="6" creationId="{367620EE-E62C-2BD3-41C4-3D0D9EDD4F2A}"/>
          </ac:graphicFrameMkLst>
        </pc:graphicFrameChg>
      </pc:sldChg>
    </pc:docChg>
  </pc:docChgLst>
  <pc:docChgLst>
    <pc:chgData name="MUIT　髙橋 博実" userId="S::hiromix222_msn.com#ext#@ccken.onmicrosoft.com::9d572560-7f87-4d11-90b9-a0fc016bcb45" providerId="AD" clId="Web-{B38F9148-D6E1-ED5E-115D-C422B38F34E1}"/>
    <pc:docChg chg="sldOrd">
      <pc:chgData name="MUIT　髙橋 博実" userId="S::hiromix222_msn.com#ext#@ccken.onmicrosoft.com::9d572560-7f87-4d11-90b9-a0fc016bcb45" providerId="AD" clId="Web-{B38F9148-D6E1-ED5E-115D-C422B38F34E1}" dt="2026-02-02T01:01:32.050" v="0"/>
      <pc:docMkLst>
        <pc:docMk/>
      </pc:docMkLst>
    </pc:docChg>
  </pc:docChgLst>
  <pc:docChgLst>
    <pc:chgData name="三菱UFJ銀行　佐藤 慶彦" userId="S::stsy441030_gmail.com#ext#@ccken.onmicrosoft.com::0bf3436e-58e3-4080-af77-4a98278a9ac3" providerId="AD" clId="Web-{41E63574-AD8B-573C-617D-E8C76D62BF85}"/>
    <pc:docChg chg="modSld sldOrd">
      <pc:chgData name="三菱UFJ銀行　佐藤 慶彦" userId="S::stsy441030_gmail.com#ext#@ccken.onmicrosoft.com::0bf3436e-58e3-4080-af77-4a98278a9ac3" providerId="AD" clId="Web-{41E63574-AD8B-573C-617D-E8C76D62BF85}" dt="2026-02-05T07:40:17.755" v="4"/>
      <pc:docMkLst>
        <pc:docMk/>
      </pc:docMkLst>
    </pc:docChg>
  </pc:docChgLst>
  <pc:docChgLst>
    <pc:chgData name="村上　淳" userId="0b8e6a16-2353-4e90-9a7d-8e4f0d078fbd" providerId="ADAL" clId="{BEAA5CF2-D809-47F7-82BC-D70155B4E606}"/>
    <pc:docChg chg="undo redo custSel addSld delSld modSld sldOrd modSection">
      <pc:chgData name="村上　淳" userId="0b8e6a16-2353-4e90-9a7d-8e4f0d078fbd" providerId="ADAL" clId="{BEAA5CF2-D809-47F7-82BC-D70155B4E606}" dt="2026-02-26T18:02:53.345" v="9755" actId="113"/>
      <pc:docMkLst>
        <pc:docMk/>
      </pc:docMkLst>
      <pc:sldChg chg="addSp delSp modSp new mod">
        <pc:chgData name="村上　淳" userId="0b8e6a16-2353-4e90-9a7d-8e4f0d078fbd" providerId="ADAL" clId="{BEAA5CF2-D809-47F7-82BC-D70155B4E606}" dt="2026-02-16T21:37:51.688" v="5008" actId="20577"/>
        <pc:sldMkLst>
          <pc:docMk/>
          <pc:sldMk cId="4236540724" sldId="928"/>
        </pc:sldMkLst>
        <pc:spChg chg="mod">
          <ac:chgData name="村上　淳" userId="0b8e6a16-2353-4e90-9a7d-8e4f0d078fbd" providerId="ADAL" clId="{BEAA5CF2-D809-47F7-82BC-D70155B4E606}" dt="2026-02-14T03:51:34.243" v="4503" actId="20577"/>
          <ac:spMkLst>
            <pc:docMk/>
            <pc:sldMk cId="4236540724" sldId="928"/>
            <ac:spMk id="3" creationId="{9E345483-FD87-EE47-CCD5-64F9091ACE4A}"/>
          </ac:spMkLst>
        </pc:spChg>
        <pc:graphicFrameChg chg="add mod modGraphic">
          <ac:chgData name="村上　淳" userId="0b8e6a16-2353-4e90-9a7d-8e4f0d078fbd" providerId="ADAL" clId="{BEAA5CF2-D809-47F7-82BC-D70155B4E606}" dt="2026-02-16T21:37:51.688" v="5008" actId="20577"/>
          <ac:graphicFrameMkLst>
            <pc:docMk/>
            <pc:sldMk cId="4236540724" sldId="928"/>
            <ac:graphicFrameMk id="4" creationId="{9A9385D8-EF1D-F4EE-74A1-BDE8AAE1BD74}"/>
          </ac:graphicFrameMkLst>
        </pc:graphicFrameChg>
      </pc:sldChg>
      <pc:sldChg chg="delSp mod">
        <pc:chgData name="村上　淳" userId="0b8e6a16-2353-4e90-9a7d-8e4f0d078fbd" providerId="ADAL" clId="{BEAA5CF2-D809-47F7-82BC-D70155B4E606}" dt="2026-02-26T13:55:10.684" v="5904" actId="478"/>
        <pc:sldMkLst>
          <pc:docMk/>
          <pc:sldMk cId="3913572286" sldId="963"/>
        </pc:sldMkLst>
      </pc:sldChg>
      <pc:sldChg chg="addSp delSp modSp add mod">
        <pc:chgData name="村上　淳" userId="0b8e6a16-2353-4e90-9a7d-8e4f0d078fbd" providerId="ADAL" clId="{BEAA5CF2-D809-47F7-82BC-D70155B4E606}" dt="2026-02-26T17:22:05.755" v="8925" actId="20577"/>
        <pc:sldMkLst>
          <pc:docMk/>
          <pc:sldMk cId="1056783319" sldId="1009"/>
        </pc:sldMkLst>
        <pc:spChg chg="mod">
          <ac:chgData name="村上　淳" userId="0b8e6a16-2353-4e90-9a7d-8e4f0d078fbd" providerId="ADAL" clId="{BEAA5CF2-D809-47F7-82BC-D70155B4E606}" dt="2026-02-26T17:22:05.755" v="8925" actId="20577"/>
          <ac:spMkLst>
            <pc:docMk/>
            <pc:sldMk cId="1056783319" sldId="1009"/>
            <ac:spMk id="3" creationId="{F28DF799-AB39-78A8-0B38-64C1D46B8BC3}"/>
          </ac:spMkLst>
        </pc:spChg>
        <pc:spChg chg="add mod">
          <ac:chgData name="村上　淳" userId="0b8e6a16-2353-4e90-9a7d-8e4f0d078fbd" providerId="ADAL" clId="{BEAA5CF2-D809-47F7-82BC-D70155B4E606}" dt="2026-02-26T16:36:51.738" v="7374" actId="1076"/>
          <ac:spMkLst>
            <pc:docMk/>
            <pc:sldMk cId="1056783319" sldId="1009"/>
            <ac:spMk id="10" creationId="{F87C80D3-A9A6-8203-089B-53E910A66DA5}"/>
          </ac:spMkLst>
        </pc:spChg>
        <pc:spChg chg="mod">
          <ac:chgData name="村上　淳" userId="0b8e6a16-2353-4e90-9a7d-8e4f0d078fbd" providerId="ADAL" clId="{BEAA5CF2-D809-47F7-82BC-D70155B4E606}" dt="2026-02-26T16:35:11.896" v="7326" actId="14100"/>
          <ac:spMkLst>
            <pc:docMk/>
            <pc:sldMk cId="1056783319" sldId="1009"/>
            <ac:spMk id="12" creationId="{A5463BC2-A0FA-1E64-0EC0-5B0194C3CF38}"/>
          </ac:spMkLst>
        </pc:spChg>
        <pc:spChg chg="mod">
          <ac:chgData name="村上　淳" userId="0b8e6a16-2353-4e90-9a7d-8e4f0d078fbd" providerId="ADAL" clId="{BEAA5CF2-D809-47F7-82BC-D70155B4E606}" dt="2026-02-26T16:23:21.458" v="7002" actId="571"/>
          <ac:spMkLst>
            <pc:docMk/>
            <pc:sldMk cId="1056783319" sldId="1009"/>
            <ac:spMk id="13" creationId="{64D03DA3-304A-D7E3-53E3-61D22FB986D1}"/>
          </ac:spMkLst>
        </pc:spChg>
        <pc:spChg chg="mod">
          <ac:chgData name="村上　淳" userId="0b8e6a16-2353-4e90-9a7d-8e4f0d078fbd" providerId="ADAL" clId="{BEAA5CF2-D809-47F7-82BC-D70155B4E606}" dt="2026-02-26T16:36:55.998" v="7386" actId="1076"/>
          <ac:spMkLst>
            <pc:docMk/>
            <pc:sldMk cId="1056783319" sldId="1009"/>
            <ac:spMk id="14" creationId="{DCC3DCC9-8352-A9AB-C2DD-26B8B8FDCF79}"/>
          </ac:spMkLst>
        </pc:spChg>
        <pc:spChg chg="mod">
          <ac:chgData name="村上　淳" userId="0b8e6a16-2353-4e90-9a7d-8e4f0d078fbd" providerId="ADAL" clId="{BEAA5CF2-D809-47F7-82BC-D70155B4E606}" dt="2026-02-26T16:23:21.458" v="7002" actId="571"/>
          <ac:spMkLst>
            <pc:docMk/>
            <pc:sldMk cId="1056783319" sldId="1009"/>
            <ac:spMk id="15" creationId="{05728ED5-1DCE-CD50-80ED-2C563FB6440C}"/>
          </ac:spMkLst>
        </pc:spChg>
        <pc:spChg chg="add mod ord">
          <ac:chgData name="村上　淳" userId="0b8e6a16-2353-4e90-9a7d-8e4f0d078fbd" providerId="ADAL" clId="{BEAA5CF2-D809-47F7-82BC-D70155B4E606}" dt="2026-02-26T16:36:51.445" v="7373" actId="1076"/>
          <ac:spMkLst>
            <pc:docMk/>
            <pc:sldMk cId="1056783319" sldId="1009"/>
            <ac:spMk id="18" creationId="{FD1D2E03-61A7-CF8C-8CF9-D118834CC18F}"/>
          </ac:spMkLst>
        </pc:spChg>
        <pc:spChg chg="add mod">
          <ac:chgData name="村上　淳" userId="0b8e6a16-2353-4e90-9a7d-8e4f0d078fbd" providerId="ADAL" clId="{BEAA5CF2-D809-47F7-82BC-D70155B4E606}" dt="2026-02-26T16:36:51.445" v="7373" actId="1076"/>
          <ac:spMkLst>
            <pc:docMk/>
            <pc:sldMk cId="1056783319" sldId="1009"/>
            <ac:spMk id="19" creationId="{8AD19679-0868-7FB7-F261-FC03A12DAC10}"/>
          </ac:spMkLst>
        </pc:spChg>
        <pc:spChg chg="add mod">
          <ac:chgData name="村上　淳" userId="0b8e6a16-2353-4e90-9a7d-8e4f0d078fbd" providerId="ADAL" clId="{BEAA5CF2-D809-47F7-82BC-D70155B4E606}" dt="2026-02-26T16:36:51.445" v="7373" actId="1076"/>
          <ac:spMkLst>
            <pc:docMk/>
            <pc:sldMk cId="1056783319" sldId="1009"/>
            <ac:spMk id="20" creationId="{E9FE7F4C-AD35-00E2-CC3C-E8C424EA303B}"/>
          </ac:spMkLst>
        </pc:spChg>
        <pc:spChg chg="add mod">
          <ac:chgData name="村上　淳" userId="0b8e6a16-2353-4e90-9a7d-8e4f0d078fbd" providerId="ADAL" clId="{BEAA5CF2-D809-47F7-82BC-D70155B4E606}" dt="2026-02-26T16:36:51.445" v="7373" actId="1076"/>
          <ac:spMkLst>
            <pc:docMk/>
            <pc:sldMk cId="1056783319" sldId="1009"/>
            <ac:spMk id="21" creationId="{94D58F3A-7F06-4A22-6421-A54010D9B518}"/>
          </ac:spMkLst>
        </pc:spChg>
        <pc:spChg chg="add mod">
          <ac:chgData name="村上　淳" userId="0b8e6a16-2353-4e90-9a7d-8e4f0d078fbd" providerId="ADAL" clId="{BEAA5CF2-D809-47F7-82BC-D70155B4E606}" dt="2026-02-26T16:36:58.587" v="7390" actId="403"/>
          <ac:spMkLst>
            <pc:docMk/>
            <pc:sldMk cId="1056783319" sldId="1009"/>
            <ac:spMk id="22" creationId="{D8EC787B-6671-C5C7-13F3-0C01A39AD718}"/>
          </ac:spMkLst>
        </pc:spChg>
        <pc:spChg chg="add mod">
          <ac:chgData name="村上　淳" userId="0b8e6a16-2353-4e90-9a7d-8e4f0d078fbd" providerId="ADAL" clId="{BEAA5CF2-D809-47F7-82BC-D70155B4E606}" dt="2026-02-26T16:36:55.643" v="7385" actId="403"/>
          <ac:spMkLst>
            <pc:docMk/>
            <pc:sldMk cId="1056783319" sldId="1009"/>
            <ac:spMk id="23" creationId="{6740960A-A474-F67E-5A30-FA88F3867E67}"/>
          </ac:spMkLst>
        </pc:spChg>
        <pc:spChg chg="add mod">
          <ac:chgData name="村上　淳" userId="0b8e6a16-2353-4e90-9a7d-8e4f0d078fbd" providerId="ADAL" clId="{BEAA5CF2-D809-47F7-82BC-D70155B4E606}" dt="2026-02-26T16:34:41.163" v="7323" actId="1076"/>
          <ac:spMkLst>
            <pc:docMk/>
            <pc:sldMk cId="1056783319" sldId="1009"/>
            <ac:spMk id="25" creationId="{B6A3789C-38AC-3CF0-FB68-DAF757916C44}"/>
          </ac:spMkLst>
        </pc:spChg>
        <pc:grpChg chg="mod">
          <ac:chgData name="村上　淳" userId="0b8e6a16-2353-4e90-9a7d-8e4f0d078fbd" providerId="ADAL" clId="{BEAA5CF2-D809-47F7-82BC-D70155B4E606}" dt="2026-02-26T16:23:21.458" v="7002" actId="571"/>
          <ac:grpSpMkLst>
            <pc:docMk/>
            <pc:sldMk cId="1056783319" sldId="1009"/>
            <ac:grpSpMk id="11" creationId="{A00FA8F3-2AFB-5367-0E53-0D42E12FD427}"/>
          </ac:grpSpMkLst>
        </pc:grpChg>
      </pc:sldChg>
      <pc:sldChg chg="modSp add mod">
        <pc:chgData name="村上　淳" userId="0b8e6a16-2353-4e90-9a7d-8e4f0d078fbd" providerId="ADAL" clId="{BEAA5CF2-D809-47F7-82BC-D70155B4E606}" dt="2026-02-26T17:21:58.544" v="8915" actId="20577"/>
        <pc:sldMkLst>
          <pc:docMk/>
          <pc:sldMk cId="865026807" sldId="1010"/>
        </pc:sldMkLst>
        <pc:spChg chg="mod">
          <ac:chgData name="村上　淳" userId="0b8e6a16-2353-4e90-9a7d-8e4f0d078fbd" providerId="ADAL" clId="{BEAA5CF2-D809-47F7-82BC-D70155B4E606}" dt="2026-02-26T17:21:58.544" v="8915" actId="20577"/>
          <ac:spMkLst>
            <pc:docMk/>
            <pc:sldMk cId="865026807" sldId="1010"/>
            <ac:spMk id="3" creationId="{63BB8BCB-F115-5A53-5C11-892947A2C762}"/>
          </ac:spMkLst>
        </pc:spChg>
        <pc:spChg chg="mod">
          <ac:chgData name="村上　淳" userId="0b8e6a16-2353-4e90-9a7d-8e4f0d078fbd" providerId="ADAL" clId="{BEAA5CF2-D809-47F7-82BC-D70155B4E606}" dt="2026-02-26T17:06:08.573" v="8292" actId="1076"/>
          <ac:spMkLst>
            <pc:docMk/>
            <pc:sldMk cId="865026807" sldId="1010"/>
            <ac:spMk id="10" creationId="{750B34C1-58B0-07F3-8663-07BDB2705F47}"/>
          </ac:spMkLst>
        </pc:spChg>
        <pc:spChg chg="mod">
          <ac:chgData name="村上　淳" userId="0b8e6a16-2353-4e90-9a7d-8e4f0d078fbd" providerId="ADAL" clId="{BEAA5CF2-D809-47F7-82BC-D70155B4E606}" dt="2026-02-26T16:37:29.664" v="7410" actId="20577"/>
          <ac:spMkLst>
            <pc:docMk/>
            <pc:sldMk cId="865026807" sldId="1010"/>
            <ac:spMk id="13" creationId="{658C6FAE-F70B-D408-3706-020CF194491E}"/>
          </ac:spMkLst>
        </pc:spChg>
        <pc:spChg chg="mod">
          <ac:chgData name="村上　淳" userId="0b8e6a16-2353-4e90-9a7d-8e4f0d078fbd" providerId="ADAL" clId="{BEAA5CF2-D809-47F7-82BC-D70155B4E606}" dt="2026-02-26T17:06:42.099" v="8334" actId="6549"/>
          <ac:spMkLst>
            <pc:docMk/>
            <pc:sldMk cId="865026807" sldId="1010"/>
            <ac:spMk id="14" creationId="{AFBA9317-3702-693B-E3DC-48EF94B07BAB}"/>
          </ac:spMkLst>
        </pc:spChg>
        <pc:spChg chg="mod">
          <ac:chgData name="村上　淳" userId="0b8e6a16-2353-4e90-9a7d-8e4f0d078fbd" providerId="ADAL" clId="{BEAA5CF2-D809-47F7-82BC-D70155B4E606}" dt="2026-02-26T16:37:23.934" v="7394" actId="20577"/>
          <ac:spMkLst>
            <pc:docMk/>
            <pc:sldMk cId="865026807" sldId="1010"/>
            <ac:spMk id="15" creationId="{D4C70DD5-9721-073E-ADB1-897B71FAD97D}"/>
          </ac:spMkLst>
        </pc:spChg>
        <pc:spChg chg="mod">
          <ac:chgData name="村上　淳" userId="0b8e6a16-2353-4e90-9a7d-8e4f0d078fbd" providerId="ADAL" clId="{BEAA5CF2-D809-47F7-82BC-D70155B4E606}" dt="2026-02-26T17:06:08.573" v="8292" actId="1076"/>
          <ac:spMkLst>
            <pc:docMk/>
            <pc:sldMk cId="865026807" sldId="1010"/>
            <ac:spMk id="18" creationId="{C41D42B4-3E69-D3CE-1FFC-81970EFA2929}"/>
          </ac:spMkLst>
        </pc:spChg>
        <pc:spChg chg="mod">
          <ac:chgData name="村上　淳" userId="0b8e6a16-2353-4e90-9a7d-8e4f0d078fbd" providerId="ADAL" clId="{BEAA5CF2-D809-47F7-82BC-D70155B4E606}" dt="2026-02-26T17:06:08.573" v="8292" actId="1076"/>
          <ac:spMkLst>
            <pc:docMk/>
            <pc:sldMk cId="865026807" sldId="1010"/>
            <ac:spMk id="19" creationId="{5E08F347-856B-8135-4FDA-FB42DF253260}"/>
          </ac:spMkLst>
        </pc:spChg>
        <pc:spChg chg="mod">
          <ac:chgData name="村上　淳" userId="0b8e6a16-2353-4e90-9a7d-8e4f0d078fbd" providerId="ADAL" clId="{BEAA5CF2-D809-47F7-82BC-D70155B4E606}" dt="2026-02-26T16:38:50.848" v="7482" actId="20577"/>
          <ac:spMkLst>
            <pc:docMk/>
            <pc:sldMk cId="865026807" sldId="1010"/>
            <ac:spMk id="20" creationId="{9B06F5A0-09F9-EDB2-23AC-802AE5CD39B7}"/>
          </ac:spMkLst>
        </pc:spChg>
        <pc:spChg chg="mod">
          <ac:chgData name="村上　淳" userId="0b8e6a16-2353-4e90-9a7d-8e4f0d078fbd" providerId="ADAL" clId="{BEAA5CF2-D809-47F7-82BC-D70155B4E606}" dt="2026-02-26T17:17:41.094" v="8687" actId="20577"/>
          <ac:spMkLst>
            <pc:docMk/>
            <pc:sldMk cId="865026807" sldId="1010"/>
            <ac:spMk id="22" creationId="{F13063F6-E504-B8DE-9AB3-6DF43510DC4D}"/>
          </ac:spMkLst>
        </pc:spChg>
        <pc:spChg chg="mod">
          <ac:chgData name="村上　淳" userId="0b8e6a16-2353-4e90-9a7d-8e4f0d078fbd" providerId="ADAL" clId="{BEAA5CF2-D809-47F7-82BC-D70155B4E606}" dt="2026-02-26T17:21:36.227" v="8904" actId="20577"/>
          <ac:spMkLst>
            <pc:docMk/>
            <pc:sldMk cId="865026807" sldId="1010"/>
            <ac:spMk id="23" creationId="{A437D224-E90A-A39D-0CEC-935B8BE7A8BA}"/>
          </ac:spMkLst>
        </pc:spChg>
        <pc:spChg chg="mod">
          <ac:chgData name="村上　淳" userId="0b8e6a16-2353-4e90-9a7d-8e4f0d078fbd" providerId="ADAL" clId="{BEAA5CF2-D809-47F7-82BC-D70155B4E606}" dt="2026-02-26T17:20:22.155" v="8832" actId="20577"/>
          <ac:spMkLst>
            <pc:docMk/>
            <pc:sldMk cId="865026807" sldId="1010"/>
            <ac:spMk id="25" creationId="{D030D5E2-5076-2CF4-D9EF-FBD0C0C4CD59}"/>
          </ac:spMkLst>
        </pc:spChg>
      </pc:sldChg>
      <pc:sldChg chg="addSp delSp modSp add mod">
        <pc:chgData name="村上　淳" userId="0b8e6a16-2353-4e90-9a7d-8e4f0d078fbd" providerId="ADAL" clId="{BEAA5CF2-D809-47F7-82BC-D70155B4E606}" dt="2026-02-26T18:02:53.345" v="9755" actId="113"/>
        <pc:sldMkLst>
          <pc:docMk/>
          <pc:sldMk cId="3418834785" sldId="1011"/>
        </pc:sldMkLst>
        <pc:spChg chg="mod">
          <ac:chgData name="村上　淳" userId="0b8e6a16-2353-4e90-9a7d-8e4f0d078fbd" providerId="ADAL" clId="{BEAA5CF2-D809-47F7-82BC-D70155B4E606}" dt="2026-02-26T17:46:49.276" v="9049" actId="20577"/>
          <ac:spMkLst>
            <pc:docMk/>
            <pc:sldMk cId="3418834785" sldId="1011"/>
            <ac:spMk id="10" creationId="{18886D78-94BE-92E9-0AEB-388FA537048A}"/>
          </ac:spMkLst>
        </pc:spChg>
        <pc:spChg chg="mod">
          <ac:chgData name="村上　淳" userId="0b8e6a16-2353-4e90-9a7d-8e4f0d078fbd" providerId="ADAL" clId="{BEAA5CF2-D809-47F7-82BC-D70155B4E606}" dt="2026-02-26T17:22:33.951" v="8932"/>
          <ac:spMkLst>
            <pc:docMk/>
            <pc:sldMk cId="3418834785" sldId="1011"/>
            <ac:spMk id="13" creationId="{904C0D19-5A9C-65F7-8CB8-E63BF0F4384A}"/>
          </ac:spMkLst>
        </pc:spChg>
        <pc:spChg chg="mod">
          <ac:chgData name="村上　淳" userId="0b8e6a16-2353-4e90-9a7d-8e4f0d078fbd" providerId="ADAL" clId="{BEAA5CF2-D809-47F7-82BC-D70155B4E606}" dt="2026-02-26T18:02:32.474" v="9749" actId="115"/>
          <ac:spMkLst>
            <pc:docMk/>
            <pc:sldMk cId="3418834785" sldId="1011"/>
            <ac:spMk id="14" creationId="{402CB6AF-B85F-5109-5FBA-7EDDBFB63B63}"/>
          </ac:spMkLst>
        </pc:spChg>
        <pc:spChg chg="mod">
          <ac:chgData name="村上　淳" userId="0b8e6a16-2353-4e90-9a7d-8e4f0d078fbd" providerId="ADAL" clId="{BEAA5CF2-D809-47F7-82BC-D70155B4E606}" dt="2026-02-26T17:22:23.227" v="8929" actId="20577"/>
          <ac:spMkLst>
            <pc:docMk/>
            <pc:sldMk cId="3418834785" sldId="1011"/>
            <ac:spMk id="15" creationId="{A027CAD1-B2FD-12B3-BA66-63B5E7C74636}"/>
          </ac:spMkLst>
        </pc:spChg>
        <pc:spChg chg="add mod">
          <ac:chgData name="村上　淳" userId="0b8e6a16-2353-4e90-9a7d-8e4f0d078fbd" providerId="ADAL" clId="{BEAA5CF2-D809-47F7-82BC-D70155B4E606}" dt="2026-02-26T18:00:02.187" v="9552" actId="1076"/>
          <ac:spMkLst>
            <pc:docMk/>
            <pc:sldMk cId="3418834785" sldId="1011"/>
            <ac:spMk id="16" creationId="{B4586D1C-D8CD-0BAA-2621-EA1C0B7F4D61}"/>
          </ac:spMkLst>
        </pc:spChg>
        <pc:spChg chg="add del">
          <ac:chgData name="村上　淳" userId="0b8e6a16-2353-4e90-9a7d-8e4f0d078fbd" providerId="ADAL" clId="{BEAA5CF2-D809-47F7-82BC-D70155B4E606}" dt="2026-02-26T17:27:47.524" v="8943" actId="478"/>
          <ac:spMkLst>
            <pc:docMk/>
            <pc:sldMk cId="3418834785" sldId="1011"/>
            <ac:spMk id="18" creationId="{E7AF780C-D8BB-4FE5-C675-B6770F65C799}"/>
          </ac:spMkLst>
        </pc:spChg>
        <pc:spChg chg="add del mod">
          <ac:chgData name="村上　淳" userId="0b8e6a16-2353-4e90-9a7d-8e4f0d078fbd" providerId="ADAL" clId="{BEAA5CF2-D809-47F7-82BC-D70155B4E606}" dt="2026-02-26T17:27:58.185" v="8961" actId="20577"/>
          <ac:spMkLst>
            <pc:docMk/>
            <pc:sldMk cId="3418834785" sldId="1011"/>
            <ac:spMk id="19" creationId="{1BADC45A-B5E8-8E9F-D3D0-DD0CCC591892}"/>
          </ac:spMkLst>
        </pc:spChg>
        <pc:spChg chg="add del mod">
          <ac:chgData name="村上　淳" userId="0b8e6a16-2353-4e90-9a7d-8e4f0d078fbd" providerId="ADAL" clId="{BEAA5CF2-D809-47F7-82BC-D70155B4E606}" dt="2026-02-26T17:57:37.614" v="9386" actId="1076"/>
          <ac:spMkLst>
            <pc:docMk/>
            <pc:sldMk cId="3418834785" sldId="1011"/>
            <ac:spMk id="22" creationId="{18D12FEE-BAC1-C8B4-2CCC-695D6E553966}"/>
          </ac:spMkLst>
        </pc:spChg>
        <pc:spChg chg="mod">
          <ac:chgData name="村上　淳" userId="0b8e6a16-2353-4e90-9a7d-8e4f0d078fbd" providerId="ADAL" clId="{BEAA5CF2-D809-47F7-82BC-D70155B4E606}" dt="2026-02-26T18:02:53.345" v="9755" actId="113"/>
          <ac:spMkLst>
            <pc:docMk/>
            <pc:sldMk cId="3418834785" sldId="1011"/>
            <ac:spMk id="25" creationId="{324EC020-6C76-C5FB-15F8-4975E6CD5A1A}"/>
          </ac:spMkLst>
        </pc:spChg>
        <pc:picChg chg="add mod modCrop">
          <ac:chgData name="村上　淳" userId="0b8e6a16-2353-4e90-9a7d-8e4f0d078fbd" providerId="ADAL" clId="{BEAA5CF2-D809-47F7-82BC-D70155B4E606}" dt="2026-02-26T17:58:25.415" v="9398" actId="1076"/>
          <ac:picMkLst>
            <pc:docMk/>
            <pc:sldMk cId="3418834785" sldId="1011"/>
            <ac:picMk id="8" creationId="{62473BCF-AA2C-7B85-FF26-BF50EC29D29D}"/>
          </ac:picMkLst>
        </pc:picChg>
      </pc:sldChg>
    </pc:docChg>
  </pc:docChgLst>
  <pc:docChgLst>
    <pc:chgData name="MUIT　土屋 遼太郎" userId="S::ryoukunjajaan4127_gmail.com#ext#@ccken.onmicrosoft.com::fd1358ce-a2d5-4118-97fd-140e7e3174f1" providerId="AD" clId="Web-{8AB16D50-6359-A4CA-9171-FB390D8A2AB3}"/>
    <pc:docChg chg="modSld">
      <pc:chgData name="MUIT　土屋 遼太郎" userId="S::ryoukunjajaan4127_gmail.com#ext#@ccken.onmicrosoft.com::fd1358ce-a2d5-4118-97fd-140e7e3174f1" providerId="AD" clId="Web-{8AB16D50-6359-A4CA-9171-FB390D8A2AB3}" dt="2026-02-04T15:19:59.382" v="1" actId="14100"/>
      <pc:docMkLst>
        <pc:docMk/>
      </pc:docMkLst>
    </pc:docChg>
  </pc:docChgLst>
  <pc:docChgLst>
    <pc:chgData name="主査　福島 直人" userId="S::naoto_2_fukushima@ccken.onmicrosoft.com::8f548a50-3d4a-4660-b17c-82fdb2003fd5" providerId="AD" clId="Web-{A661C6C6-18A8-466C-9265-B601474E1747}"/>
    <pc:docChg chg="delSld modSld modSection">
      <pc:chgData name="主査　福島 直人" userId="S::naoto_2_fukushima@ccken.onmicrosoft.com::8f548a50-3d4a-4660-b17c-82fdb2003fd5" providerId="AD" clId="Web-{A661C6C6-18A8-466C-9265-B601474E1747}" dt="2026-02-10T02:33:40.511" v="404" actId="20577"/>
      <pc:docMkLst>
        <pc:docMk/>
      </pc:docMkLst>
      <pc:sldChg chg="modSp">
        <pc:chgData name="主査　福島 直人" userId="S::naoto_2_fukushima@ccken.onmicrosoft.com::8f548a50-3d4a-4660-b17c-82fdb2003fd5" providerId="AD" clId="Web-{A661C6C6-18A8-466C-9265-B601474E1747}" dt="2026-02-10T02:27:29.859" v="328"/>
        <pc:sldMkLst>
          <pc:docMk/>
          <pc:sldMk cId="1666554009" sldId="885"/>
        </pc:sldMkLst>
        <pc:graphicFrameChg chg="mod modGraphic">
          <ac:chgData name="主査　福島 直人" userId="S::naoto_2_fukushima@ccken.onmicrosoft.com::8f548a50-3d4a-4660-b17c-82fdb2003fd5" providerId="AD" clId="Web-{A661C6C6-18A8-466C-9265-B601474E1747}" dt="2026-02-10T02:27:29.859" v="328"/>
          <ac:graphicFrameMkLst>
            <pc:docMk/>
            <pc:sldMk cId="1666554009" sldId="885"/>
            <ac:graphicFrameMk id="6" creationId="{A8D57CB2-3FB8-350B-2A76-AB28ACF735FB}"/>
          </ac:graphicFrameMkLst>
        </pc:graphicFrameChg>
      </pc:sldChg>
    </pc:docChg>
  </pc:docChgLst>
  <pc:docChgLst>
    <pc:chgData name="三菱UFJ信託銀行　網野 智仁" userId="S::tomohito_amino@ccken.onmicrosoft.com::f8474316-ab6c-4136-bc0a-a68b4c48cb80" providerId="AD" clId="Web-{BEFB0014-9DD0-B0D5-9DE1-3F3D83A81AC1}"/>
    <pc:docChg chg="modSld">
      <pc:chgData name="三菱UFJ信託銀行　網野 智仁" userId="S::tomohito_amino@ccken.onmicrosoft.com::f8474316-ab6c-4136-bc0a-a68b4c48cb80" providerId="AD" clId="Web-{BEFB0014-9DD0-B0D5-9DE1-3F3D83A81AC1}" dt="2026-02-18T15:02:32.148" v="301" actId="20577"/>
      <pc:docMkLst>
        <pc:docMk/>
      </pc:docMkLst>
      <pc:sldChg chg="modSp">
        <pc:chgData name="三菱UFJ信託銀行　網野 智仁" userId="S::tomohito_amino@ccken.onmicrosoft.com::f8474316-ab6c-4136-bc0a-a68b4c48cb80" providerId="AD" clId="Web-{BEFB0014-9DD0-B0D5-9DE1-3F3D83A81AC1}" dt="2026-02-18T14:35:33.889" v="20" actId="20577"/>
        <pc:sldMkLst>
          <pc:docMk/>
          <pc:sldMk cId="4077408376" sldId="962"/>
        </pc:sldMkLst>
        <pc:spChg chg="mod">
          <ac:chgData name="三菱UFJ信託銀行　網野 智仁" userId="S::tomohito_amino@ccken.onmicrosoft.com::f8474316-ab6c-4136-bc0a-a68b4c48cb80" providerId="AD" clId="Web-{BEFB0014-9DD0-B0D5-9DE1-3F3D83A81AC1}" dt="2026-02-18T14:35:33.889" v="20" actId="20577"/>
          <ac:spMkLst>
            <pc:docMk/>
            <pc:sldMk cId="4077408376" sldId="962"/>
            <ac:spMk id="22" creationId="{54EC706D-632B-1154-C001-0AD3FE3EA28D}"/>
          </ac:spMkLst>
        </pc:spChg>
      </pc:sldChg>
      <pc:sldChg chg="modSp">
        <pc:chgData name="三菱UFJ信託銀行　網野 智仁" userId="S::tomohito_amino@ccken.onmicrosoft.com::f8474316-ab6c-4136-bc0a-a68b4c48cb80" providerId="AD" clId="Web-{BEFB0014-9DD0-B0D5-9DE1-3F3D83A81AC1}" dt="2026-02-18T14:34:56.964" v="17" actId="20577"/>
        <pc:sldMkLst>
          <pc:docMk/>
          <pc:sldMk cId="3913572286" sldId="963"/>
        </pc:sldMkLst>
        <pc:spChg chg="mod">
          <ac:chgData name="三菱UFJ信託銀行　網野 智仁" userId="S::tomohito_amino@ccken.onmicrosoft.com::f8474316-ab6c-4136-bc0a-a68b4c48cb80" providerId="AD" clId="Web-{BEFB0014-9DD0-B0D5-9DE1-3F3D83A81AC1}" dt="2026-02-18T14:34:56.964" v="17" actId="20577"/>
          <ac:spMkLst>
            <pc:docMk/>
            <pc:sldMk cId="3913572286" sldId="963"/>
            <ac:spMk id="10" creationId="{DC55178E-5128-52D5-AB2D-4C5DCBB21AD3}"/>
          </ac:spMkLst>
        </pc:spChg>
      </pc:sldChg>
    </pc:docChg>
  </pc:docChgLst>
  <pc:docChgLst>
    <pc:chgData name="明治安田　荻野 純平" userId="S::jy-ogino@ccken.onmicrosoft.com::27cba3d8-e4d3-428c-9353-43187c47438c" providerId="AD" clId="Web-{37518018-671E-4B3B-879D-3C7BF3F364E6}"/>
    <pc:docChg chg="modSld">
      <pc:chgData name="明治安田　荻野 純平" userId="S::jy-ogino@ccken.onmicrosoft.com::27cba3d8-e4d3-428c-9353-43187c47438c" providerId="AD" clId="Web-{37518018-671E-4B3B-879D-3C7BF3F364E6}" dt="2026-02-26T15:13:22.626" v="18" actId="20577"/>
      <pc:docMkLst>
        <pc:docMk/>
      </pc:docMkLst>
      <pc:sldChg chg="modSp">
        <pc:chgData name="明治安田　荻野 純平" userId="S::jy-ogino@ccken.onmicrosoft.com::27cba3d8-e4d3-428c-9353-43187c47438c" providerId="AD" clId="Web-{37518018-671E-4B3B-879D-3C7BF3F364E6}" dt="2026-02-26T15:13:22.626" v="18" actId="20577"/>
        <pc:sldMkLst>
          <pc:docMk/>
          <pc:sldMk cId="433359686" sldId="1008"/>
        </pc:sldMkLst>
        <pc:spChg chg="mod">
          <ac:chgData name="明治安田　荻野 純平" userId="S::jy-ogino@ccken.onmicrosoft.com::27cba3d8-e4d3-428c-9353-43187c47438c" providerId="AD" clId="Web-{37518018-671E-4B3B-879D-3C7BF3F364E6}" dt="2026-02-26T15:13:22.626" v="18" actId="20577"/>
          <ac:spMkLst>
            <pc:docMk/>
            <pc:sldMk cId="433359686" sldId="1008"/>
            <ac:spMk id="102" creationId="{0DB7154A-9423-8777-3CA7-F333C5E91EFC}"/>
          </ac:spMkLst>
        </pc:spChg>
        <pc:spChg chg="mod">
          <ac:chgData name="明治安田　荻野 純平" userId="S::jy-ogino@ccken.onmicrosoft.com::27cba3d8-e4d3-428c-9353-43187c47438c" providerId="AD" clId="Web-{37518018-671E-4B3B-879D-3C7BF3F364E6}" dt="2026-02-26T15:13:15.594" v="17" actId="20577"/>
          <ac:spMkLst>
            <pc:docMk/>
            <pc:sldMk cId="433359686" sldId="1008"/>
            <ac:spMk id="106" creationId="{44D63749-B564-413B-B974-DFDEF7B56650}"/>
          </ac:spMkLst>
        </pc:spChg>
      </pc:sldChg>
    </pc:docChg>
  </pc:docChgLst>
  <pc:docChgLst>
    <pc:chgData name="ono kanta/0888989/小野　幹太" userId="S::kanta.ono.ma_mcgc.com#ext#@ccken.onmicrosoft.com::dfbd62e6-aad9-430f-8c23-c5eb0da84986" providerId="AD" clId="Web-{C35EC127-53F7-BF22-DB4D-079F067F6C46}"/>
    <pc:docChg chg="modSld">
      <pc:chgData name="ono kanta/0888989/小野　幹太" userId="S::kanta.ono.ma_mcgc.com#ext#@ccken.onmicrosoft.com::dfbd62e6-aad9-430f-8c23-c5eb0da84986" providerId="AD" clId="Web-{C35EC127-53F7-BF22-DB4D-079F067F6C46}" dt="2026-02-12T07:48:48.726" v="17"/>
      <pc:docMkLst>
        <pc:docMk/>
      </pc:docMkLst>
    </pc:docChg>
  </pc:docChgLst>
  <pc:docChgLst>
    <pc:chgData name="三菱UFJ信託銀行　網野 智仁" userId="S::tomohito_amino@ccken.onmicrosoft.com::f8474316-ab6c-4136-bc0a-a68b4c48cb80" providerId="AD" clId="Web-{0DC9B0B9-4B8F-FBAF-D6CE-115C9E6D17F8}"/>
    <pc:docChg chg="modSld">
      <pc:chgData name="三菱UFJ信託銀行　網野 智仁" userId="S::tomohito_amino@ccken.onmicrosoft.com::f8474316-ab6c-4136-bc0a-a68b4c48cb80" providerId="AD" clId="Web-{0DC9B0B9-4B8F-FBAF-D6CE-115C9E6D17F8}" dt="2026-02-05T08:27:10.805" v="13" actId="20577"/>
      <pc:docMkLst>
        <pc:docMk/>
      </pc:docMkLst>
      <pc:sldChg chg="modSp modCm">
        <pc:chgData name="三菱UFJ信託銀行　網野 智仁" userId="S::tomohito_amino@ccken.onmicrosoft.com::f8474316-ab6c-4136-bc0a-a68b4c48cb80" providerId="AD" clId="Web-{0DC9B0B9-4B8F-FBAF-D6CE-115C9E6D17F8}" dt="2026-02-05T08:27:10.805" v="13" actId="20577"/>
        <pc:sldMkLst>
          <pc:docMk/>
          <pc:sldMk cId="2863164929" sldId="773"/>
        </pc:sldMkLst>
        <pc:spChg chg="mod">
          <ac:chgData name="三菱UFJ信託銀行　網野 智仁" userId="S::tomohito_amino@ccken.onmicrosoft.com::f8474316-ab6c-4136-bc0a-a68b4c48cb80" providerId="AD" clId="Web-{0DC9B0B9-4B8F-FBAF-D6CE-115C9E6D17F8}" dt="2026-02-05T08:27:10.805" v="13" actId="20577"/>
          <ac:spMkLst>
            <pc:docMk/>
            <pc:sldMk cId="2863164929" sldId="773"/>
            <ac:spMk id="11" creationId="{EAA32C65-6221-F52E-FD71-8495FDEFED2E}"/>
          </ac:spMkLst>
        </pc:spChg>
        <pc:spChg chg="mod">
          <ac:chgData name="三菱UFJ信託銀行　網野 智仁" userId="S::tomohito_amino@ccken.onmicrosoft.com::f8474316-ab6c-4136-bc0a-a68b4c48cb80" providerId="AD" clId="Web-{0DC9B0B9-4B8F-FBAF-D6CE-115C9E6D17F8}" dt="2026-02-05T08:27:01.023" v="10" actId="20577"/>
          <ac:spMkLst>
            <pc:docMk/>
            <pc:sldMk cId="2863164929" sldId="773"/>
            <ac:spMk id="16" creationId="{376FFBE3-3FC4-D1DA-7323-AE428AA8AB37}"/>
          </ac:spMkLst>
        </pc:spChg>
        <pc:extLst>
          <p:ext xmlns:p="http://schemas.openxmlformats.org/presentationml/2006/main" uri="{D6D511B9-2390-475A-947B-AFAB55BFBCF1}">
            <pc226:cmChg xmlns:pc226="http://schemas.microsoft.com/office/powerpoint/2022/06/main/command" chg="mod">
              <pc226:chgData name="三菱UFJ信託銀行　網野 智仁" userId="S::tomohito_amino@ccken.onmicrosoft.com::f8474316-ab6c-4136-bc0a-a68b4c48cb80" providerId="AD" clId="Web-{0DC9B0B9-4B8F-FBAF-D6CE-115C9E6D17F8}" dt="2026-02-05T08:26:57.961" v="9" actId="20577"/>
              <pc2:cmMkLst xmlns:pc2="http://schemas.microsoft.com/office/powerpoint/2019/9/main/command">
                <pc:docMk/>
                <pc:sldMk cId="2863164929" sldId="773"/>
                <pc2:cmMk id="{60ED2862-3758-4C29-B0CE-18BA170BE44F}"/>
              </pc2:cmMkLst>
            </pc226:cmChg>
          </p:ext>
        </pc:extLst>
      </pc:sldChg>
    </pc:docChg>
  </pc:docChgLst>
  <pc:docChgLst>
    <pc:chgData name="村上　淳" userId="S::ji-murakami@ccken.onmicrosoft.com::0b8e6a16-2353-4e90-9a7d-8e4f0d078fbd" providerId="AD" clId="Web-{D0E1380E-BA2C-EF0D-29A8-D992EA076AF8}"/>
    <pc:docChg chg="delSld modSection">
      <pc:chgData name="村上　淳" userId="S::ji-murakami@ccken.onmicrosoft.com::0b8e6a16-2353-4e90-9a7d-8e4f0d078fbd" providerId="AD" clId="Web-{D0E1380E-BA2C-EF0D-29A8-D992EA076AF8}" dt="2026-02-26T14:26:15.995" v="5"/>
      <pc:docMkLst>
        <pc:docMk/>
      </pc:docMkLst>
    </pc:docChg>
  </pc:docChgLst>
  <pc:docChgLst>
    <pc:chgData name="村上　淳" userId="S::ji-murakami@ccken.onmicrosoft.com::0b8e6a16-2353-4e90-9a7d-8e4f0d078fbd" providerId="AD" clId="Web-{230F0E27-60B2-14C6-D3D7-FAA5633EDCB6}"/>
    <pc:docChg chg="modSld">
      <pc:chgData name="村上　淳" userId="S::ji-murakami@ccken.onmicrosoft.com::0b8e6a16-2353-4e90-9a7d-8e4f0d078fbd" providerId="AD" clId="Web-{230F0E27-60B2-14C6-D3D7-FAA5633EDCB6}" dt="2026-02-14T03:55:47.604" v="8"/>
      <pc:docMkLst>
        <pc:docMk/>
      </pc:docMkLst>
      <pc:sldChg chg="modSp">
        <pc:chgData name="村上　淳" userId="S::ji-murakami@ccken.onmicrosoft.com::0b8e6a16-2353-4e90-9a7d-8e4f0d078fbd" providerId="AD" clId="Web-{230F0E27-60B2-14C6-D3D7-FAA5633EDCB6}" dt="2026-02-14T03:55:47.604" v="8"/>
        <pc:sldMkLst>
          <pc:docMk/>
          <pc:sldMk cId="4236540724" sldId="928"/>
        </pc:sldMkLst>
        <pc:graphicFrameChg chg="mod modGraphic">
          <ac:chgData name="村上　淳" userId="S::ji-murakami@ccken.onmicrosoft.com::0b8e6a16-2353-4e90-9a7d-8e4f0d078fbd" providerId="AD" clId="Web-{230F0E27-60B2-14C6-D3D7-FAA5633EDCB6}" dt="2026-02-14T03:55:47.604" v="8"/>
          <ac:graphicFrameMkLst>
            <pc:docMk/>
            <pc:sldMk cId="4236540724" sldId="928"/>
            <ac:graphicFrameMk id="4" creationId="{9A9385D8-EF1D-F4EE-74A1-BDE8AAE1BD74}"/>
          </ac:graphicFrameMkLst>
        </pc:graphicFrameChg>
      </pc:sldChg>
    </pc:docChg>
  </pc:docChgLst>
  <pc:docChgLst>
    <pc:chgData name="明治安田　荻野 純平" userId="S::jy-ogino@ccken.onmicrosoft.com::27cba3d8-e4d3-428c-9353-43187c47438c" providerId="AD" clId="Web-{AB0E568D-D6B3-60E5-C910-4928E23B2B43}"/>
    <pc:docChg chg="addSld modSld modSection">
      <pc:chgData name="明治安田　荻野 純平" userId="S::jy-ogino@ccken.onmicrosoft.com::27cba3d8-e4d3-428c-9353-43187c47438c" providerId="AD" clId="Web-{AB0E568D-D6B3-60E5-C910-4928E23B2B43}" dt="2026-02-23T22:21:48.406" v="15"/>
      <pc:docMkLst>
        <pc:docMk/>
      </pc:docMkLst>
      <pc:sldChg chg="add">
        <pc:chgData name="明治安田　荻野 純平" userId="S::jy-ogino@ccken.onmicrosoft.com::27cba3d8-e4d3-428c-9353-43187c47438c" providerId="AD" clId="Web-{AB0E568D-D6B3-60E5-C910-4928E23B2B43}" dt="2026-02-23T22:19:25.156" v="2"/>
        <pc:sldMkLst>
          <pc:docMk/>
          <pc:sldMk cId="3546692421" sldId="980"/>
        </pc:sldMkLst>
      </pc:sldChg>
      <pc:sldChg chg="add">
        <pc:chgData name="明治安田　荻野 純平" userId="S::jy-ogino@ccken.onmicrosoft.com::27cba3d8-e4d3-428c-9353-43187c47438c" providerId="AD" clId="Web-{AB0E568D-D6B3-60E5-C910-4928E23B2B43}" dt="2026-02-23T22:19:25.531" v="5"/>
        <pc:sldMkLst>
          <pc:docMk/>
          <pc:sldMk cId="2912982522" sldId="983"/>
        </pc:sldMkLst>
      </pc:sldChg>
    </pc:docChg>
  </pc:docChgLst>
  <pc:docChgLst>
    <pc:chgData name="masazaki yoshihiro/6201258/昌崎　良浩" userId="S::yoshihiro.masazaki.mk_mcgc.com#ext#@ccken.onmicrosoft.com::338b9127-7fcd-4e96-b095-c08a802489d5" providerId="AD" clId="Web-{E4E12434-E0D5-C538-0E72-D651F69DF734}"/>
    <pc:docChg chg="addSld modSld sldOrd modSection">
      <pc:chgData name="masazaki yoshihiro/6201258/昌崎　良浩" userId="S::yoshihiro.masazaki.mk_mcgc.com#ext#@ccken.onmicrosoft.com::338b9127-7fcd-4e96-b095-c08a802489d5" providerId="AD" clId="Web-{E4E12434-E0D5-C538-0E72-D651F69DF734}" dt="2026-02-12T09:10:59.165" v="43" actId="20577"/>
      <pc:docMkLst>
        <pc:docMk/>
      </pc:docMkLst>
    </pc:docChg>
  </pc:docChgLst>
  <pc:docChgLst>
    <pc:chgData name="辻 隆嗣" userId="S::takashi_tsuji_kirin.co.jp#ext#@ccken.onmicrosoft.com::66bd25c5-6a19-4bfe-b72e-b916c98b8eb2" providerId="AD" clId="Web-{C0C2407B-5618-1DC4-E68B-5FD8ABF87E42}"/>
    <pc:docChg chg="modSld">
      <pc:chgData name="辻 隆嗣" userId="S::takashi_tsuji_kirin.co.jp#ext#@ccken.onmicrosoft.com::66bd25c5-6a19-4bfe-b72e-b916c98b8eb2" providerId="AD" clId="Web-{C0C2407B-5618-1DC4-E68B-5FD8ABF87E42}" dt="2026-02-12T00:52:24.588" v="24" actId="1076"/>
      <pc:docMkLst>
        <pc:docMk/>
      </pc:docMkLst>
    </pc:docChg>
  </pc:docChgLst>
  <pc:docChgLst>
    <pc:chgData name="主査　福島 直人" userId="S::naoto_2_fukushima@ccken.onmicrosoft.com::8f548a50-3d4a-4660-b17c-82fdb2003fd5" providerId="AD" clId="Web-{E74E8271-A96A-3748-2421-33D3DD3ADD89}"/>
    <pc:docChg chg="modSld">
      <pc:chgData name="主査　福島 直人" userId="S::naoto_2_fukushima@ccken.onmicrosoft.com::8f548a50-3d4a-4660-b17c-82fdb2003fd5" providerId="AD" clId="Web-{E74E8271-A96A-3748-2421-33D3DD3ADD89}" dt="2026-02-21T11:40:28.063" v="63" actId="1076"/>
      <pc:docMkLst>
        <pc:docMk/>
      </pc:docMkLst>
      <pc:sldChg chg="addSp delSp modSp">
        <pc:chgData name="主査　福島 直人" userId="S::naoto_2_fukushima@ccken.onmicrosoft.com::8f548a50-3d4a-4660-b17c-82fdb2003fd5" providerId="AD" clId="Web-{E74E8271-A96A-3748-2421-33D3DD3ADD89}" dt="2026-02-21T11:40:28.063" v="63" actId="1076"/>
        <pc:sldMkLst>
          <pc:docMk/>
          <pc:sldMk cId="2104226278" sldId="925"/>
        </pc:sldMkLst>
        <pc:spChg chg="mod">
          <ac:chgData name="主査　福島 直人" userId="S::naoto_2_fukushima@ccken.onmicrosoft.com::8f548a50-3d4a-4660-b17c-82fdb2003fd5" providerId="AD" clId="Web-{E74E8271-A96A-3748-2421-33D3DD3ADD89}" dt="2026-02-21T11:40:19.141" v="62" actId="20577"/>
          <ac:spMkLst>
            <pc:docMk/>
            <pc:sldMk cId="2104226278" sldId="925"/>
            <ac:spMk id="4" creationId="{38AF7428-4374-5A78-5C06-9D6202138608}"/>
          </ac:spMkLst>
        </pc:spChg>
        <pc:picChg chg="add mod modCrop">
          <ac:chgData name="主査　福島 直人" userId="S::naoto_2_fukushima@ccken.onmicrosoft.com::8f548a50-3d4a-4660-b17c-82fdb2003fd5" providerId="AD" clId="Web-{E74E8271-A96A-3748-2421-33D3DD3ADD89}" dt="2026-02-21T11:40:28.063" v="63" actId="1076"/>
          <ac:picMkLst>
            <pc:docMk/>
            <pc:sldMk cId="2104226278" sldId="925"/>
            <ac:picMk id="86" creationId="{ACF50ECB-63D2-3664-554C-92FE04CEB54E}"/>
          </ac:picMkLst>
        </pc:picChg>
      </pc:sldChg>
    </pc:docChg>
  </pc:docChgLst>
  <pc:docChgLst>
    <pc:chgData name="masazaki yoshihiro/6201258/昌崎　良浩" userId="S::yoshihiro.masazaki.mk_mcgc.com#ext#@ccken.onmicrosoft.com::338b9127-7fcd-4e96-b095-c08a802489d5" providerId="AD" clId="Web-{CC8FFD0D-0ABB-EDC0-7056-C9257A3901CF}"/>
    <pc:docChg chg="modSld sldOrd">
      <pc:chgData name="masazaki yoshihiro/6201258/昌崎　良浩" userId="S::yoshihiro.masazaki.mk_mcgc.com#ext#@ccken.onmicrosoft.com::338b9127-7fcd-4e96-b095-c08a802489d5" providerId="AD" clId="Web-{CC8FFD0D-0ABB-EDC0-7056-C9257A3901CF}" dt="2026-02-23T23:36:31.609" v="59" actId="1076"/>
      <pc:docMkLst>
        <pc:docMk/>
      </pc:docMkLst>
      <pc:sldChg chg="modSp">
        <pc:chgData name="masazaki yoshihiro/6201258/昌崎　良浩" userId="S::yoshihiro.masazaki.mk_mcgc.com#ext#@ccken.onmicrosoft.com::338b9127-7fcd-4e96-b095-c08a802489d5" providerId="AD" clId="Web-{CC8FFD0D-0ABB-EDC0-7056-C9257A3901CF}" dt="2026-02-23T23:25:46.244" v="8" actId="20577"/>
        <pc:sldMkLst>
          <pc:docMk/>
          <pc:sldMk cId="3546692421" sldId="980"/>
        </pc:sldMkLst>
        <pc:spChg chg="mod">
          <ac:chgData name="masazaki yoshihiro/6201258/昌崎　良浩" userId="S::yoshihiro.masazaki.mk_mcgc.com#ext#@ccken.onmicrosoft.com::338b9127-7fcd-4e96-b095-c08a802489d5" providerId="AD" clId="Web-{CC8FFD0D-0ABB-EDC0-7056-C9257A3901CF}" dt="2026-02-23T23:25:46.244" v="8" actId="20577"/>
          <ac:spMkLst>
            <pc:docMk/>
            <pc:sldMk cId="3546692421" sldId="980"/>
            <ac:spMk id="3" creationId="{621978EE-DA10-745F-625F-087334F96D8E}"/>
          </ac:spMkLst>
        </pc:spChg>
      </pc:sldChg>
    </pc:docChg>
  </pc:docChgLst>
  <pc:docChgLst>
    <pc:chgData name="主査　福島 直人" userId="S::naoto_2_fukushima@ccken.onmicrosoft.com::8f548a50-3d4a-4660-b17c-82fdb2003fd5" providerId="AD" clId="Web-{28F07BA1-D4AC-4852-5565-6DE8BCD3BFDB}"/>
    <pc:docChg chg="delSld modSld delSection modSection">
      <pc:chgData name="主査　福島 直人" userId="S::naoto_2_fukushima@ccken.onmicrosoft.com::8f548a50-3d4a-4660-b17c-82fdb2003fd5" providerId="AD" clId="Web-{28F07BA1-D4AC-4852-5565-6DE8BCD3BFDB}" dt="2026-02-19T01:02:00.411" v="68" actId="1076"/>
      <pc:docMkLst>
        <pc:docMk/>
      </pc:docMkLst>
      <pc:sldChg chg="addSp modSp">
        <pc:chgData name="主査　福島 直人" userId="S::naoto_2_fukushima@ccken.onmicrosoft.com::8f548a50-3d4a-4660-b17c-82fdb2003fd5" providerId="AD" clId="Web-{28F07BA1-D4AC-4852-5565-6DE8BCD3BFDB}" dt="2026-02-19T00:31:19.192" v="42" actId="14100"/>
        <pc:sldMkLst>
          <pc:docMk/>
          <pc:sldMk cId="4049209207" sldId="636"/>
        </pc:sldMkLst>
        <pc:spChg chg="mod">
          <ac:chgData name="主査　福島 直人" userId="S::naoto_2_fukushima@ccken.onmicrosoft.com::8f548a50-3d4a-4660-b17c-82fdb2003fd5" providerId="AD" clId="Web-{28F07BA1-D4AC-4852-5565-6DE8BCD3BFDB}" dt="2026-02-19T00:30:29.089" v="26" actId="20577"/>
          <ac:spMkLst>
            <pc:docMk/>
            <pc:sldMk cId="4049209207" sldId="636"/>
            <ac:spMk id="8" creationId="{2C2EB76A-7420-5F31-1301-953C21D57E89}"/>
          </ac:spMkLst>
        </pc:spChg>
      </pc:sldChg>
      <pc:sldChg chg="modSp">
        <pc:chgData name="主査　福島 直人" userId="S::naoto_2_fukushima@ccken.onmicrosoft.com::8f548a50-3d4a-4660-b17c-82fdb2003fd5" providerId="AD" clId="Web-{28F07BA1-D4AC-4852-5565-6DE8BCD3BFDB}" dt="2026-02-19T00:07:27.081" v="11" actId="20577"/>
        <pc:sldMkLst>
          <pc:docMk/>
          <pc:sldMk cId="2104226278" sldId="925"/>
        </pc:sldMkLst>
        <pc:spChg chg="mod">
          <ac:chgData name="主査　福島 直人" userId="S::naoto_2_fukushima@ccken.onmicrosoft.com::8f548a50-3d4a-4660-b17c-82fdb2003fd5" providerId="AD" clId="Web-{28F07BA1-D4AC-4852-5565-6DE8BCD3BFDB}" dt="2026-02-19T00:07:27.081" v="11" actId="20577"/>
          <ac:spMkLst>
            <pc:docMk/>
            <pc:sldMk cId="2104226278" sldId="925"/>
            <ac:spMk id="8" creationId="{86440CC3-A7FA-CFCE-E7B3-E982C5743E8B}"/>
          </ac:spMkLst>
        </pc:spChg>
      </pc:sldChg>
      <pc:sldChg chg="modSp">
        <pc:chgData name="主査　福島 直人" userId="S::naoto_2_fukushima@ccken.onmicrosoft.com::8f548a50-3d4a-4660-b17c-82fdb2003fd5" providerId="AD" clId="Web-{28F07BA1-D4AC-4852-5565-6DE8BCD3BFDB}" dt="2026-02-19T00:52:47.559" v="49" actId="20577"/>
        <pc:sldMkLst>
          <pc:docMk/>
          <pc:sldMk cId="3496318797" sldId="954"/>
        </pc:sldMkLst>
        <pc:spChg chg="mod">
          <ac:chgData name="主査　福島 直人" userId="S::naoto_2_fukushima@ccken.onmicrosoft.com::8f548a50-3d4a-4660-b17c-82fdb2003fd5" providerId="AD" clId="Web-{28F07BA1-D4AC-4852-5565-6DE8BCD3BFDB}" dt="2026-02-19T00:40:54.535" v="43" actId="20577"/>
          <ac:spMkLst>
            <pc:docMk/>
            <pc:sldMk cId="3496318797" sldId="954"/>
            <ac:spMk id="4" creationId="{3B6C0785-3157-0125-9BC3-856014475624}"/>
          </ac:spMkLst>
        </pc:spChg>
      </pc:sldChg>
      <pc:sldChg chg="addSp delSp modSp">
        <pc:chgData name="主査　福島 直人" userId="S::naoto_2_fukushima@ccken.onmicrosoft.com::8f548a50-3d4a-4660-b17c-82fdb2003fd5" providerId="AD" clId="Web-{28F07BA1-D4AC-4852-5565-6DE8BCD3BFDB}" dt="2026-02-19T00:30:42.357" v="31"/>
        <pc:sldMkLst>
          <pc:docMk/>
          <pc:sldMk cId="1984299581" sldId="957"/>
        </pc:sldMkLst>
      </pc:sldChg>
      <pc:sldChg chg="modSp modCm">
        <pc:chgData name="主査　福島 直人" userId="S::naoto_2_fukushima@ccken.onmicrosoft.com::8f548a50-3d4a-4660-b17c-82fdb2003fd5" providerId="AD" clId="Web-{28F07BA1-D4AC-4852-5565-6DE8BCD3BFDB}" dt="2026-02-19T00:59:58.689" v="67" actId="20577"/>
        <pc:sldMkLst>
          <pc:docMk/>
          <pc:sldMk cId="4077408376" sldId="962"/>
        </pc:sldMkLst>
        <pc:spChg chg="mod">
          <ac:chgData name="主査　福島 直人" userId="S::naoto_2_fukushima@ccken.onmicrosoft.com::8f548a50-3d4a-4660-b17c-82fdb2003fd5" providerId="AD" clId="Web-{28F07BA1-D4AC-4852-5565-6DE8BCD3BFDB}" dt="2026-02-19T00:59:58.689" v="67" actId="20577"/>
          <ac:spMkLst>
            <pc:docMk/>
            <pc:sldMk cId="4077408376" sldId="962"/>
            <ac:spMk id="6" creationId="{72934253-6514-F777-3BF3-81C99250DB74}"/>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28F07BA1-D4AC-4852-5565-6DE8BCD3BFDB}" dt="2026-02-19T00:59:58.689" v="67" actId="20577"/>
              <pc2:cmMkLst xmlns:pc2="http://schemas.microsoft.com/office/powerpoint/2019/9/main/command">
                <pc:docMk/>
                <pc:sldMk cId="4077408376" sldId="962"/>
                <pc2:cmMk id="{6D97F101-5591-432D-ACF5-45C2DDF31A80}"/>
              </pc2:cmMkLst>
            </pc226:cmChg>
          </p:ext>
        </pc:extLst>
      </pc:sldChg>
      <pc:sldChg chg="modSp">
        <pc:chgData name="主査　福島 直人" userId="S::naoto_2_fukushima@ccken.onmicrosoft.com::8f548a50-3d4a-4660-b17c-82fdb2003fd5" providerId="AD" clId="Web-{28F07BA1-D4AC-4852-5565-6DE8BCD3BFDB}" dt="2026-02-19T01:02:00.411" v="68" actId="1076"/>
        <pc:sldMkLst>
          <pc:docMk/>
          <pc:sldMk cId="3913572286" sldId="963"/>
        </pc:sldMkLst>
        <pc:spChg chg="mod">
          <ac:chgData name="主査　福島 直人" userId="S::naoto_2_fukushima@ccken.onmicrosoft.com::8f548a50-3d4a-4660-b17c-82fdb2003fd5" providerId="AD" clId="Web-{28F07BA1-D4AC-4852-5565-6DE8BCD3BFDB}" dt="2026-02-19T00:57:33.637" v="63" actId="20577"/>
          <ac:spMkLst>
            <pc:docMk/>
            <pc:sldMk cId="3913572286" sldId="963"/>
            <ac:spMk id="4" creationId="{7620D1D4-3C19-7AFB-29D1-A5875FB24387}"/>
          </ac:spMkLst>
        </pc:spChg>
        <pc:spChg chg="mod">
          <ac:chgData name="主査　福島 直人" userId="S::naoto_2_fukushima@ccken.onmicrosoft.com::8f548a50-3d4a-4660-b17c-82fdb2003fd5" providerId="AD" clId="Web-{28F07BA1-D4AC-4852-5565-6DE8BCD3BFDB}" dt="2026-02-19T01:02:00.411" v="68" actId="1076"/>
          <ac:spMkLst>
            <pc:docMk/>
            <pc:sldMk cId="3913572286" sldId="963"/>
            <ac:spMk id="5" creationId="{AC3DE9BA-634B-AF73-92AE-5059797484AD}"/>
          </ac:spMkLst>
        </pc:spChg>
      </pc:sldChg>
    </pc:docChg>
  </pc:docChgLst>
  <pc:docChgLst>
    <pc:chgData name="桑野 陽介／kuwano,yosuke IT部" userId="0390b73e-bb27-4327-9ae0-a07abe663ffc" providerId="ADAL" clId="{252CB249-1AFD-49FB-B55C-A61D8BDDE0DB}"/>
    <pc:docChg chg="undo redo custSel addSld delSld modSld modSection">
      <pc:chgData name="桑野 陽介／kuwano,yosuke IT部" userId="0390b73e-bb27-4327-9ae0-a07abe663ffc" providerId="ADAL" clId="{252CB249-1AFD-49FB-B55C-A61D8BDDE0DB}" dt="2026-02-20T00:27:18.746" v="6855" actId="20577"/>
      <pc:docMkLst>
        <pc:docMk/>
      </pc:docMkLst>
      <pc:sldChg chg="modSp mod">
        <pc:chgData name="桑野 陽介／kuwano,yosuke IT部" userId="0390b73e-bb27-4327-9ae0-a07abe663ffc" providerId="ADAL" clId="{252CB249-1AFD-49FB-B55C-A61D8BDDE0DB}" dt="2026-02-06T05:09:18.784" v="3342" actId="1076"/>
        <pc:sldMkLst>
          <pc:docMk/>
          <pc:sldMk cId="2585609864" sldId="805"/>
        </pc:sldMkLst>
        <pc:spChg chg="mod">
          <ac:chgData name="桑野 陽介／kuwano,yosuke IT部" userId="0390b73e-bb27-4327-9ae0-a07abe663ffc" providerId="ADAL" clId="{252CB249-1AFD-49FB-B55C-A61D8BDDE0DB}" dt="2026-02-06T05:09:18.784" v="3342" actId="1076"/>
          <ac:spMkLst>
            <pc:docMk/>
            <pc:sldMk cId="2585609864" sldId="805"/>
            <ac:spMk id="14" creationId="{37369E3C-828C-A23F-67FC-975BC85BA315}"/>
          </ac:spMkLst>
        </pc:spChg>
      </pc:sldChg>
    </pc:docChg>
  </pc:docChgLst>
  <pc:docChgLst>
    <pc:chgData name="主査　福島 直人" userId="S::naoto_2_fukushima@ccken.onmicrosoft.com::8f548a50-3d4a-4660-b17c-82fdb2003fd5" providerId="AD" clId="Web-{5B6A2005-474E-2886-99CB-F8E87E3779F2}"/>
    <pc:docChg chg="modSld">
      <pc:chgData name="主査　福島 直人" userId="S::naoto_2_fukushima@ccken.onmicrosoft.com::8f548a50-3d4a-4660-b17c-82fdb2003fd5" providerId="AD" clId="Web-{5B6A2005-474E-2886-99CB-F8E87E3779F2}" dt="2026-02-11T15:05:36.798" v="1" actId="20577"/>
      <pc:docMkLst>
        <pc:docMk/>
      </pc:docMkLst>
      <pc:sldChg chg="modSp">
        <pc:chgData name="主査　福島 直人" userId="S::naoto_2_fukushima@ccken.onmicrosoft.com::8f548a50-3d4a-4660-b17c-82fdb2003fd5" providerId="AD" clId="Web-{5B6A2005-474E-2886-99CB-F8E87E3779F2}" dt="2026-02-11T15:05:36.798" v="1" actId="20577"/>
        <pc:sldMkLst>
          <pc:docMk/>
          <pc:sldMk cId="2290740309" sldId="674"/>
        </pc:sldMkLst>
        <pc:spChg chg="mod">
          <ac:chgData name="主査　福島 直人" userId="S::naoto_2_fukushima@ccken.onmicrosoft.com::8f548a50-3d4a-4660-b17c-82fdb2003fd5" providerId="AD" clId="Web-{5B6A2005-474E-2886-99CB-F8E87E3779F2}" dt="2026-02-11T15:05:36.798" v="1" actId="20577"/>
          <ac:spMkLst>
            <pc:docMk/>
            <pc:sldMk cId="2290740309" sldId="674"/>
            <ac:spMk id="2" creationId="{00000000-0000-0000-0000-000000000000}"/>
          </ac:spMkLst>
        </pc:spChg>
      </pc:sldChg>
    </pc:docChg>
  </pc:docChgLst>
  <pc:docChgLst>
    <pc:chgData name="主査　福島 直人" userId="S::naoto_2_fukushima@ccken.onmicrosoft.com::8f548a50-3d4a-4660-b17c-82fdb2003fd5" providerId="AD" clId="Web-{A50A1B2C-31A3-21C5-CDD5-B4B58EBABCF9}"/>
    <pc:docChg chg="modSld">
      <pc:chgData name="主査　福島 直人" userId="S::naoto_2_fukushima@ccken.onmicrosoft.com::8f548a50-3d4a-4660-b17c-82fdb2003fd5" providerId="AD" clId="Web-{A50A1B2C-31A3-21C5-CDD5-B4B58EBABCF9}" dt="2026-03-03T03:06:16.958" v="3"/>
      <pc:docMkLst>
        <pc:docMk/>
      </pc:docMkLst>
      <pc:sldChg chg="modSp">
        <pc:chgData name="主査　福島 直人" userId="S::naoto_2_fukushima@ccken.onmicrosoft.com::8f548a50-3d4a-4660-b17c-82fdb2003fd5" providerId="AD" clId="Web-{A50A1B2C-31A3-21C5-CDD5-B4B58EBABCF9}" dt="2026-03-03T03:06:16.958" v="3"/>
        <pc:sldMkLst>
          <pc:docMk/>
          <pc:sldMk cId="2188131942" sldId="971"/>
        </pc:sldMkLst>
        <pc:graphicFrameChg chg="mod modGraphic">
          <ac:chgData name="主査　福島 直人" userId="S::naoto_2_fukushima@ccken.onmicrosoft.com::8f548a50-3d4a-4660-b17c-82fdb2003fd5" providerId="AD" clId="Web-{A50A1B2C-31A3-21C5-CDD5-B4B58EBABCF9}" dt="2026-03-03T03:06:16.958" v="3"/>
          <ac:graphicFrameMkLst>
            <pc:docMk/>
            <pc:sldMk cId="2188131942" sldId="971"/>
            <ac:graphicFrameMk id="4" creationId="{86CD3068-5FDF-061F-02E7-01CDAEE3DBFB}"/>
          </ac:graphicFrameMkLst>
        </pc:graphicFrameChg>
      </pc:sldChg>
    </pc:docChg>
  </pc:docChgLst>
  <pc:docChgLst>
    <pc:chgData name="主査　福島 直人" userId="S::naoto_2_fukushima@ccken.onmicrosoft.com::8f548a50-3d4a-4660-b17c-82fdb2003fd5" providerId="AD" clId="Web-{BFC22C27-2D32-FF71-A8D3-A1B5E5BC06A1}"/>
    <pc:docChg chg="modSld">
      <pc:chgData name="主査　福島 直人" userId="S::naoto_2_fukushima@ccken.onmicrosoft.com::8f548a50-3d4a-4660-b17c-82fdb2003fd5" providerId="AD" clId="Web-{BFC22C27-2D32-FF71-A8D3-A1B5E5BC06A1}" dt="2026-02-05T07:55:04.860" v="1" actId="20577"/>
      <pc:docMkLst>
        <pc:docMk/>
      </pc:docMkLst>
    </pc:docChg>
  </pc:docChgLst>
  <pc:docChgLst>
    <pc:chgData name="東京海上日動システムズ　小田 和弥" userId="S::kazuya.oda1014_gmail.com#ext#@ccken.onmicrosoft.com::7d754f48-d90c-443c-a8c9-ee8d894037e8" providerId="AD" clId="Web-{E4D70F69-539F-2C92-B9AE-E25CBF528A71}"/>
    <pc:docChg chg="modSld sldOrd">
      <pc:chgData name="東京海上日動システムズ　小田 和弥" userId="S::kazuya.oda1014_gmail.com#ext#@ccken.onmicrosoft.com::7d754f48-d90c-443c-a8c9-ee8d894037e8" providerId="AD" clId="Web-{E4D70F69-539F-2C92-B9AE-E25CBF528A71}" dt="2026-02-05T08:00:21.887" v="108" actId="20577"/>
      <pc:docMkLst>
        <pc:docMk/>
      </pc:docMkLst>
      <pc:sldChg chg="ord">
        <pc:chgData name="東京海上日動システムズ　小田 和弥" userId="S::kazuya.oda1014_gmail.com#ext#@ccken.onmicrosoft.com::7d754f48-d90c-443c-a8c9-ee8d894037e8" providerId="AD" clId="Web-{E4D70F69-539F-2C92-B9AE-E25CBF528A71}" dt="2026-02-05T07:54:33.424" v="98"/>
        <pc:sldMkLst>
          <pc:docMk/>
          <pc:sldMk cId="594026210" sldId="832"/>
        </pc:sldMkLst>
      </pc:sldChg>
    </pc:docChg>
  </pc:docChgLst>
  <pc:docChgLst>
    <pc:chgData name="明治安田　荻野 純平" userId="S::jy-ogino@ccken.onmicrosoft.com::27cba3d8-e4d3-428c-9353-43187c47438c" providerId="AD" clId="Web-{E0FEEB17-A4E3-C948-6284-032574EFD8DB}"/>
    <pc:docChg chg="addSld delSld modSld modSection">
      <pc:chgData name="明治安田　荻野 純平" userId="S::jy-ogino@ccken.onmicrosoft.com::27cba3d8-e4d3-428c-9353-43187c47438c" providerId="AD" clId="Web-{E0FEEB17-A4E3-C948-6284-032574EFD8DB}" dt="2026-03-01T16:39:42.591" v="564" actId="1076"/>
      <pc:docMkLst>
        <pc:docMk/>
      </pc:docMkLst>
      <pc:sldChg chg="modSp">
        <pc:chgData name="明治安田　荻野 純平" userId="S::jy-ogino@ccken.onmicrosoft.com::27cba3d8-e4d3-428c-9353-43187c47438c" providerId="AD" clId="Web-{E0FEEB17-A4E3-C948-6284-032574EFD8DB}" dt="2026-03-01T16:24:33.609" v="381"/>
        <pc:sldMkLst>
          <pc:docMk/>
          <pc:sldMk cId="2104226278" sldId="925"/>
        </pc:sldMkLst>
        <pc:spChg chg="mod">
          <ac:chgData name="明治安田　荻野 純平" userId="S::jy-ogino@ccken.onmicrosoft.com::27cba3d8-e4d3-428c-9353-43187c47438c" providerId="AD" clId="Web-{E0FEEB17-A4E3-C948-6284-032574EFD8DB}" dt="2026-03-01T16:24:33.609" v="381"/>
          <ac:spMkLst>
            <pc:docMk/>
            <pc:sldMk cId="2104226278" sldId="925"/>
            <ac:spMk id="4" creationId="{38AF7428-4374-5A78-5C06-9D6202138608}"/>
          </ac:spMkLst>
        </pc:spChg>
      </pc:sldChg>
      <pc:sldChg chg="modSp">
        <pc:chgData name="明治安田　荻野 純平" userId="S::jy-ogino@ccken.onmicrosoft.com::27cba3d8-e4d3-428c-9353-43187c47438c" providerId="AD" clId="Web-{E0FEEB17-A4E3-C948-6284-032574EFD8DB}" dt="2026-03-01T16:37:10.838" v="533" actId="20577"/>
        <pc:sldMkLst>
          <pc:docMk/>
          <pc:sldMk cId="20629679" sldId="955"/>
        </pc:sldMkLst>
        <pc:spChg chg="mod">
          <ac:chgData name="明治安田　荻野 純平" userId="S::jy-ogino@ccken.onmicrosoft.com::27cba3d8-e4d3-428c-9353-43187c47438c" providerId="AD" clId="Web-{E0FEEB17-A4E3-C948-6284-032574EFD8DB}" dt="2026-03-01T16:37:10.838" v="533" actId="20577"/>
          <ac:spMkLst>
            <pc:docMk/>
            <pc:sldMk cId="20629679" sldId="955"/>
            <ac:spMk id="5" creationId="{3E8D3B7C-E884-C22A-9ADF-4BE38B496EEE}"/>
          </ac:spMkLst>
        </pc:spChg>
      </pc:sldChg>
      <pc:sldChg chg="modSp">
        <pc:chgData name="明治安田　荻野 純平" userId="S::jy-ogino@ccken.onmicrosoft.com::27cba3d8-e4d3-428c-9353-43187c47438c" providerId="AD" clId="Web-{E0FEEB17-A4E3-C948-6284-032574EFD8DB}" dt="2026-03-01T16:37:46.870" v="534" actId="1076"/>
        <pc:sldMkLst>
          <pc:docMk/>
          <pc:sldMk cId="3913572286" sldId="963"/>
        </pc:sldMkLst>
        <pc:spChg chg="mod">
          <ac:chgData name="明治安田　荻野 純平" userId="S::jy-ogino@ccken.onmicrosoft.com::27cba3d8-e4d3-428c-9353-43187c47438c" providerId="AD" clId="Web-{E0FEEB17-A4E3-C948-6284-032574EFD8DB}" dt="2026-03-01T16:37:46.870" v="534" actId="1076"/>
          <ac:spMkLst>
            <pc:docMk/>
            <pc:sldMk cId="3913572286" sldId="963"/>
            <ac:spMk id="10" creationId="{DC55178E-5128-52D5-AB2D-4C5DCBB21AD3}"/>
          </ac:spMkLst>
        </pc:spChg>
      </pc:sldChg>
      <pc:sldChg chg="modSp">
        <pc:chgData name="明治安田　荻野 純平" userId="S::jy-ogino@ccken.onmicrosoft.com::27cba3d8-e4d3-428c-9353-43187c47438c" providerId="AD" clId="Web-{E0FEEB17-A4E3-C948-6284-032574EFD8DB}" dt="2026-03-01T16:23:46.781" v="377"/>
        <pc:sldMkLst>
          <pc:docMk/>
          <pc:sldMk cId="3211560190" sldId="974"/>
        </pc:sldMkLst>
        <pc:spChg chg="mod">
          <ac:chgData name="明治安田　荻野 純平" userId="S::jy-ogino@ccken.onmicrosoft.com::27cba3d8-e4d3-428c-9353-43187c47438c" providerId="AD" clId="Web-{E0FEEB17-A4E3-C948-6284-032574EFD8DB}" dt="2026-03-01T16:23:46.781" v="377"/>
          <ac:spMkLst>
            <pc:docMk/>
            <pc:sldMk cId="3211560190" sldId="974"/>
            <ac:spMk id="26" creationId="{37BDFC22-17F5-C34B-13D9-790848410026}"/>
          </ac:spMkLst>
        </pc:spChg>
      </pc:sldChg>
      <pc:sldChg chg="modSp">
        <pc:chgData name="明治安田　荻野 純平" userId="S::jy-ogino@ccken.onmicrosoft.com::27cba3d8-e4d3-428c-9353-43187c47438c" providerId="AD" clId="Web-{E0FEEB17-A4E3-C948-6284-032574EFD8DB}" dt="2026-03-01T16:38:37.403" v="548"/>
        <pc:sldMkLst>
          <pc:docMk/>
          <pc:sldMk cId="3546692421" sldId="980"/>
        </pc:sldMkLst>
        <pc:spChg chg="mod">
          <ac:chgData name="明治安田　荻野 純平" userId="S::jy-ogino@ccken.onmicrosoft.com::27cba3d8-e4d3-428c-9353-43187c47438c" providerId="AD" clId="Web-{E0FEEB17-A4E3-C948-6284-032574EFD8DB}" dt="2026-03-01T16:38:32.590" v="546"/>
          <ac:spMkLst>
            <pc:docMk/>
            <pc:sldMk cId="3546692421" sldId="980"/>
            <ac:spMk id="5" creationId="{BAAF9625-22AB-A318-2CBB-596A0CA3A0A4}"/>
          </ac:spMkLst>
        </pc:spChg>
        <pc:spChg chg="mod">
          <ac:chgData name="明治安田　荻野 純平" userId="S::jy-ogino@ccken.onmicrosoft.com::27cba3d8-e4d3-428c-9353-43187c47438c" providerId="AD" clId="Web-{E0FEEB17-A4E3-C948-6284-032574EFD8DB}" dt="2026-03-01T16:38:37.403" v="548"/>
          <ac:spMkLst>
            <pc:docMk/>
            <pc:sldMk cId="3546692421" sldId="980"/>
            <ac:spMk id="7" creationId="{73C9CC36-5106-FA6E-D7D0-6E8085975EA5}"/>
          </ac:spMkLst>
        </pc:spChg>
        <pc:spChg chg="mod">
          <ac:chgData name="明治安田　荻野 純平" userId="S::jy-ogino@ccken.onmicrosoft.com::27cba3d8-e4d3-428c-9353-43187c47438c" providerId="AD" clId="Web-{E0FEEB17-A4E3-C948-6284-032574EFD8DB}" dt="2026-03-01T15:40:01.598" v="40" actId="1076"/>
          <ac:spMkLst>
            <pc:docMk/>
            <pc:sldMk cId="3546692421" sldId="980"/>
            <ac:spMk id="26" creationId="{1DDFE578-6D43-6964-20E8-EC12EF1DC4E4}"/>
          </ac:spMkLst>
        </pc:spChg>
        <pc:spChg chg="mod">
          <ac:chgData name="明治安田　荻野 純平" userId="S::jy-ogino@ccken.onmicrosoft.com::27cba3d8-e4d3-428c-9353-43187c47438c" providerId="AD" clId="Web-{E0FEEB17-A4E3-C948-6284-032574EFD8DB}" dt="2026-03-01T15:39:36.815" v="38" actId="20577"/>
          <ac:spMkLst>
            <pc:docMk/>
            <pc:sldMk cId="3546692421" sldId="980"/>
            <ac:spMk id="28" creationId="{DB427BBD-C582-B64A-FB03-104781F2E6FD}"/>
          </ac:spMkLst>
        </pc:spChg>
        <pc:spChg chg="mod">
          <ac:chgData name="明治安田　荻野 純平" userId="S::jy-ogino@ccken.onmicrosoft.com::27cba3d8-e4d3-428c-9353-43187c47438c" providerId="AD" clId="Web-{E0FEEB17-A4E3-C948-6284-032574EFD8DB}" dt="2026-03-01T15:39:44.472" v="39" actId="20577"/>
          <ac:spMkLst>
            <pc:docMk/>
            <pc:sldMk cId="3546692421" sldId="980"/>
            <ac:spMk id="30" creationId="{0266B2B0-8CE3-6E93-4290-1F99B3FD4060}"/>
          </ac:spMkLst>
        </pc:spChg>
        <pc:spChg chg="mod">
          <ac:chgData name="明治安田　荻野 純平" userId="S::jy-ogino@ccken.onmicrosoft.com::27cba3d8-e4d3-428c-9353-43187c47438c" providerId="AD" clId="Web-{E0FEEB17-A4E3-C948-6284-032574EFD8DB}" dt="2026-03-01T16:30:39.099" v="475"/>
          <ac:spMkLst>
            <pc:docMk/>
            <pc:sldMk cId="3546692421" sldId="980"/>
            <ac:spMk id="48" creationId="{0A0B5312-1131-3B4E-8877-D319C2D6D2D3}"/>
          </ac:spMkLst>
        </pc:spChg>
        <pc:spChg chg="mod">
          <ac:chgData name="明治安田　荻野 純平" userId="S::jy-ogino@ccken.onmicrosoft.com::27cba3d8-e4d3-428c-9353-43187c47438c" providerId="AD" clId="Web-{E0FEEB17-A4E3-C948-6284-032574EFD8DB}" dt="2026-03-01T16:31:23.180" v="479" actId="1076"/>
          <ac:spMkLst>
            <pc:docMk/>
            <pc:sldMk cId="3546692421" sldId="980"/>
            <ac:spMk id="50" creationId="{CDF8C38B-D8B2-DC12-EC1A-81F1B5ADDDE0}"/>
          </ac:spMkLst>
        </pc:spChg>
        <pc:spChg chg="mod">
          <ac:chgData name="明治安田　荻野 純平" userId="S::jy-ogino@ccken.onmicrosoft.com::27cba3d8-e4d3-428c-9353-43187c47438c" providerId="AD" clId="Web-{E0FEEB17-A4E3-C948-6284-032574EFD8DB}" dt="2026-03-01T16:31:14.274" v="478"/>
          <ac:spMkLst>
            <pc:docMk/>
            <pc:sldMk cId="3546692421" sldId="980"/>
            <ac:spMk id="52" creationId="{87674BF5-3598-C3E5-386F-222C566EBCA9}"/>
          </ac:spMkLst>
        </pc:spChg>
        <pc:spChg chg="mod">
          <ac:chgData name="明治安田　荻野 純平" userId="S::jy-ogino@ccken.onmicrosoft.com::27cba3d8-e4d3-428c-9353-43187c47438c" providerId="AD" clId="Web-{E0FEEB17-A4E3-C948-6284-032574EFD8DB}" dt="2026-03-01T16:33:02.267" v="502" actId="20577"/>
          <ac:spMkLst>
            <pc:docMk/>
            <pc:sldMk cId="3546692421" sldId="980"/>
            <ac:spMk id="54" creationId="{9F85AE0A-D3CB-1B39-85FE-A396889AA4D0}"/>
          </ac:spMkLst>
        </pc:spChg>
      </pc:sldChg>
      <pc:sldChg chg="delSp modSp">
        <pc:chgData name="明治安田　荻野 純平" userId="S::jy-ogino@ccken.onmicrosoft.com::27cba3d8-e4d3-428c-9353-43187c47438c" providerId="AD" clId="Web-{E0FEEB17-A4E3-C948-6284-032574EFD8DB}" dt="2026-03-01T16:39:28.654" v="562"/>
        <pc:sldMkLst>
          <pc:docMk/>
          <pc:sldMk cId="2912982522" sldId="983"/>
        </pc:sldMkLst>
        <pc:spChg chg="mod">
          <ac:chgData name="明治安田　荻野 純平" userId="S::jy-ogino@ccken.onmicrosoft.com::27cba3d8-e4d3-428c-9353-43187c47438c" providerId="AD" clId="Web-{E0FEEB17-A4E3-C948-6284-032574EFD8DB}" dt="2026-03-01T16:17:29.162" v="240" actId="1076"/>
          <ac:spMkLst>
            <pc:docMk/>
            <pc:sldMk cId="2912982522" sldId="983"/>
            <ac:spMk id="4" creationId="{3DF6FE05-BAEF-9EB2-22BE-128877E30059}"/>
          </ac:spMkLst>
        </pc:spChg>
        <pc:spChg chg="mod">
          <ac:chgData name="明治安田　荻野 純平" userId="S::jy-ogino@ccken.onmicrosoft.com::27cba3d8-e4d3-428c-9353-43187c47438c" providerId="AD" clId="Web-{E0FEEB17-A4E3-C948-6284-032574EFD8DB}" dt="2026-03-01T16:17:29.584" v="252" actId="1076"/>
          <ac:spMkLst>
            <pc:docMk/>
            <pc:sldMk cId="2912982522" sldId="983"/>
            <ac:spMk id="5" creationId="{3D80048A-BD09-3DAE-F2B5-5EAF52E99B8F}"/>
          </ac:spMkLst>
        </pc:spChg>
        <pc:spChg chg="mod">
          <ac:chgData name="明治安田　荻野 純平" userId="S::jy-ogino@ccken.onmicrosoft.com::27cba3d8-e4d3-428c-9353-43187c47438c" providerId="AD" clId="Web-{E0FEEB17-A4E3-C948-6284-032574EFD8DB}" dt="2026-03-01T16:17:29.615" v="253" actId="1076"/>
          <ac:spMkLst>
            <pc:docMk/>
            <pc:sldMk cId="2912982522" sldId="983"/>
            <ac:spMk id="6" creationId="{5861E616-B896-8AA8-8EB5-FD4FDA0AD0F6}"/>
          </ac:spMkLst>
        </pc:spChg>
        <pc:spChg chg="mod">
          <ac:chgData name="明治安田　荻野 純平" userId="S::jy-ogino@ccken.onmicrosoft.com::27cba3d8-e4d3-428c-9353-43187c47438c" providerId="AD" clId="Web-{E0FEEB17-A4E3-C948-6284-032574EFD8DB}" dt="2026-03-01T16:17:29.209" v="241" actId="1076"/>
          <ac:spMkLst>
            <pc:docMk/>
            <pc:sldMk cId="2912982522" sldId="983"/>
            <ac:spMk id="7" creationId="{42E24D2E-8E60-35A2-91D2-E3E2D414A748}"/>
          </ac:spMkLst>
        </pc:spChg>
        <pc:spChg chg="mod">
          <ac:chgData name="明治安田　荻野 純平" userId="S::jy-ogino@ccken.onmicrosoft.com::27cba3d8-e4d3-428c-9353-43187c47438c" providerId="AD" clId="Web-{E0FEEB17-A4E3-C948-6284-032574EFD8DB}" dt="2026-03-01T16:17:29.647" v="254" actId="1076"/>
          <ac:spMkLst>
            <pc:docMk/>
            <pc:sldMk cId="2912982522" sldId="983"/>
            <ac:spMk id="8" creationId="{513C4F2B-AE35-7297-FB3C-6AA24AACC3A0}"/>
          </ac:spMkLst>
        </pc:spChg>
        <pc:spChg chg="mod">
          <ac:chgData name="明治安田　荻野 純平" userId="S::jy-ogino@ccken.onmicrosoft.com::27cba3d8-e4d3-428c-9353-43187c47438c" providerId="AD" clId="Web-{E0FEEB17-A4E3-C948-6284-032574EFD8DB}" dt="2026-03-01T16:17:29.240" v="242" actId="1076"/>
          <ac:spMkLst>
            <pc:docMk/>
            <pc:sldMk cId="2912982522" sldId="983"/>
            <ac:spMk id="10" creationId="{761471CE-6714-758F-D829-29B22D9F7663}"/>
          </ac:spMkLst>
        </pc:spChg>
        <pc:spChg chg="mod">
          <ac:chgData name="明治安田　荻野 純平" userId="S::jy-ogino@ccken.onmicrosoft.com::27cba3d8-e4d3-428c-9353-43187c47438c" providerId="AD" clId="Web-{E0FEEB17-A4E3-C948-6284-032574EFD8DB}" dt="2026-03-01T16:17:29.381" v="246" actId="1076"/>
          <ac:spMkLst>
            <pc:docMk/>
            <pc:sldMk cId="2912982522" sldId="983"/>
            <ac:spMk id="20" creationId="{281D8492-B0AF-DF35-EAD0-55123FDC07E8}"/>
          </ac:spMkLst>
        </pc:spChg>
        <pc:spChg chg="mod">
          <ac:chgData name="明治安田　荻野 純平" userId="S::jy-ogino@ccken.onmicrosoft.com::27cba3d8-e4d3-428c-9353-43187c47438c" providerId="AD" clId="Web-{E0FEEB17-A4E3-C948-6284-032574EFD8DB}" dt="2026-03-01T16:17:29.412" v="247" actId="1076"/>
          <ac:spMkLst>
            <pc:docMk/>
            <pc:sldMk cId="2912982522" sldId="983"/>
            <ac:spMk id="27" creationId="{C22B4FCC-EFEF-4F67-15FC-2A697F500845}"/>
          </ac:spMkLst>
        </pc:spChg>
        <pc:spChg chg="mod">
          <ac:chgData name="明治安田　荻野 純平" userId="S::jy-ogino@ccken.onmicrosoft.com::27cba3d8-e4d3-428c-9353-43187c47438c" providerId="AD" clId="Web-{E0FEEB17-A4E3-C948-6284-032574EFD8DB}" dt="2026-03-01T16:17:29.287" v="243" actId="1076"/>
          <ac:spMkLst>
            <pc:docMk/>
            <pc:sldMk cId="2912982522" sldId="983"/>
            <ac:spMk id="30" creationId="{C1B39B77-FBD9-C481-BDB8-3FD440FBEB56}"/>
          </ac:spMkLst>
        </pc:spChg>
        <pc:spChg chg="mod">
          <ac:chgData name="明治安田　荻野 純平" userId="S::jy-ogino@ccken.onmicrosoft.com::27cba3d8-e4d3-428c-9353-43187c47438c" providerId="AD" clId="Web-{E0FEEB17-A4E3-C948-6284-032574EFD8DB}" dt="2026-03-01T16:35:06.241" v="526"/>
          <ac:spMkLst>
            <pc:docMk/>
            <pc:sldMk cId="2912982522" sldId="983"/>
            <ac:spMk id="31" creationId="{10764CD6-5C0A-2629-2BD6-C59591142F2E}"/>
          </ac:spMkLst>
        </pc:spChg>
        <pc:spChg chg="mod">
          <ac:chgData name="明治安田　荻野 純平" userId="S::jy-ogino@ccken.onmicrosoft.com::27cba3d8-e4d3-428c-9353-43187c47438c" providerId="AD" clId="Web-{E0FEEB17-A4E3-C948-6284-032574EFD8DB}" dt="2026-03-01T16:17:29.443" v="248" actId="1076"/>
          <ac:spMkLst>
            <pc:docMk/>
            <pc:sldMk cId="2912982522" sldId="983"/>
            <ac:spMk id="1025" creationId="{1FA3DB33-9C82-17CD-1DC8-07B1C679B30D}"/>
          </ac:spMkLst>
        </pc:spChg>
        <pc:spChg chg="mod">
          <ac:chgData name="明治安田　荻野 純平" userId="S::jy-ogino@ccken.onmicrosoft.com::27cba3d8-e4d3-428c-9353-43187c47438c" providerId="AD" clId="Web-{E0FEEB17-A4E3-C948-6284-032574EFD8DB}" dt="2026-03-01T16:39:24.497" v="559"/>
          <ac:spMkLst>
            <pc:docMk/>
            <pc:sldMk cId="2912982522" sldId="983"/>
            <ac:spMk id="1028" creationId="{41518210-4B66-CB14-0675-543B862A686F}"/>
          </ac:spMkLst>
        </pc:spChg>
        <pc:spChg chg="mod">
          <ac:chgData name="明治安田　荻野 純平" userId="S::jy-ogino@ccken.onmicrosoft.com::27cba3d8-e4d3-428c-9353-43187c47438c" providerId="AD" clId="Web-{E0FEEB17-A4E3-C948-6284-032574EFD8DB}" dt="2026-03-01T16:35:00.740" v="525"/>
          <ac:spMkLst>
            <pc:docMk/>
            <pc:sldMk cId="2912982522" sldId="983"/>
            <ac:spMk id="1029" creationId="{98843844-BC1D-C0C4-BFBC-25264B8C60FF}"/>
          </ac:spMkLst>
        </pc:spChg>
        <pc:spChg chg="mod">
          <ac:chgData name="明治安田　荻野 純平" userId="S::jy-ogino@ccken.onmicrosoft.com::27cba3d8-e4d3-428c-9353-43187c47438c" providerId="AD" clId="Web-{E0FEEB17-A4E3-C948-6284-032574EFD8DB}" dt="2026-03-01T16:39:20.622" v="558"/>
          <ac:spMkLst>
            <pc:docMk/>
            <pc:sldMk cId="2912982522" sldId="983"/>
            <ac:spMk id="1032" creationId="{428DD5BD-C273-5AFF-394B-F268E0F1CCB5}"/>
          </ac:spMkLst>
        </pc:spChg>
        <pc:spChg chg="mod">
          <ac:chgData name="明治安田　荻野 純平" userId="S::jy-ogino@ccken.onmicrosoft.com::27cba3d8-e4d3-428c-9353-43187c47438c" providerId="AD" clId="Web-{E0FEEB17-A4E3-C948-6284-032574EFD8DB}" dt="2026-03-01T16:39:28.591" v="560"/>
          <ac:spMkLst>
            <pc:docMk/>
            <pc:sldMk cId="2912982522" sldId="983"/>
            <ac:spMk id="1047" creationId="{7B4D5BB7-46B6-E1E6-453C-E87CCEDC256E}"/>
          </ac:spMkLst>
        </pc:spChg>
        <pc:spChg chg="mod">
          <ac:chgData name="明治安田　荻野 純平" userId="S::jy-ogino@ccken.onmicrosoft.com::27cba3d8-e4d3-428c-9353-43187c47438c" providerId="AD" clId="Web-{E0FEEB17-A4E3-C948-6284-032574EFD8DB}" dt="2026-03-01T16:39:28.591" v="561"/>
          <ac:spMkLst>
            <pc:docMk/>
            <pc:sldMk cId="2912982522" sldId="983"/>
            <ac:spMk id="1049" creationId="{FBDC66AD-F09E-F923-F665-851BDCE38728}"/>
          </ac:spMkLst>
        </pc:spChg>
        <pc:spChg chg="mod">
          <ac:chgData name="明治安田　荻野 純平" userId="S::jy-ogino@ccken.onmicrosoft.com::27cba3d8-e4d3-428c-9353-43187c47438c" providerId="AD" clId="Web-{E0FEEB17-A4E3-C948-6284-032574EFD8DB}" dt="2026-03-01T16:39:28.654" v="562"/>
          <ac:spMkLst>
            <pc:docMk/>
            <pc:sldMk cId="2912982522" sldId="983"/>
            <ac:spMk id="1050" creationId="{C4C73788-5563-36B5-1786-005D073A2866}"/>
          </ac:spMkLst>
        </pc:spChg>
        <pc:spChg chg="mod">
          <ac:chgData name="明治安田　荻野 純平" userId="S::jy-ogino@ccken.onmicrosoft.com::27cba3d8-e4d3-428c-9353-43187c47438c" providerId="AD" clId="Web-{E0FEEB17-A4E3-C948-6284-032574EFD8DB}" dt="2026-03-01T16:17:29.100" v="238" actId="1076"/>
          <ac:spMkLst>
            <pc:docMk/>
            <pc:sldMk cId="2912982522" sldId="983"/>
            <ac:spMk id="1052" creationId="{EB4D71D2-F363-1B27-3E78-0A79E296C7EF}"/>
          </ac:spMkLst>
        </pc:spChg>
        <pc:spChg chg="mod">
          <ac:chgData name="明治安田　荻野 純平" userId="S::jy-ogino@ccken.onmicrosoft.com::27cba3d8-e4d3-428c-9353-43187c47438c" providerId="AD" clId="Web-{E0FEEB17-A4E3-C948-6284-032574EFD8DB}" dt="2026-03-01T16:17:29.037" v="236" actId="1076"/>
          <ac:spMkLst>
            <pc:docMk/>
            <pc:sldMk cId="2912982522" sldId="983"/>
            <ac:spMk id="1054" creationId="{60495D22-92DC-F479-4514-1D5268439114}"/>
          </ac:spMkLst>
        </pc:spChg>
        <pc:spChg chg="mod">
          <ac:chgData name="明治安田　荻野 純平" userId="S::jy-ogino@ccken.onmicrosoft.com::27cba3d8-e4d3-428c-9353-43187c47438c" providerId="AD" clId="Web-{E0FEEB17-A4E3-C948-6284-032574EFD8DB}" dt="2026-03-01T16:17:29.068" v="237" actId="1076"/>
          <ac:spMkLst>
            <pc:docMk/>
            <pc:sldMk cId="2912982522" sldId="983"/>
            <ac:spMk id="1056" creationId="{E40639B8-8488-D49C-2392-E58237C29316}"/>
          </ac:spMkLst>
        </pc:spChg>
      </pc:sldChg>
      <pc:sldChg chg="modSp">
        <pc:chgData name="明治安田　荻野 純平" userId="S::jy-ogino@ccken.onmicrosoft.com::27cba3d8-e4d3-428c-9353-43187c47438c" providerId="AD" clId="Web-{E0FEEB17-A4E3-C948-6284-032574EFD8DB}" dt="2026-03-01T16:26:01.564" v="410"/>
        <pc:sldMkLst>
          <pc:docMk/>
          <pc:sldMk cId="995557494" sldId="986"/>
        </pc:sldMkLst>
        <pc:spChg chg="mod">
          <ac:chgData name="明治安田　荻野 純平" userId="S::jy-ogino@ccken.onmicrosoft.com::27cba3d8-e4d3-428c-9353-43187c47438c" providerId="AD" clId="Web-{E0FEEB17-A4E3-C948-6284-032574EFD8DB}" dt="2026-03-01T16:26:01.564" v="410"/>
          <ac:spMkLst>
            <pc:docMk/>
            <pc:sldMk cId="995557494" sldId="986"/>
            <ac:spMk id="15" creationId="{0231106D-00AC-045A-06E9-A593D65CE9C7}"/>
          </ac:spMkLst>
        </pc:spChg>
      </pc:sldChg>
      <pc:sldChg chg="modSp">
        <pc:chgData name="明治安田　荻野 純平" userId="S::jy-ogino@ccken.onmicrosoft.com::27cba3d8-e4d3-428c-9353-43187c47438c" providerId="AD" clId="Web-{E0FEEB17-A4E3-C948-6284-032574EFD8DB}" dt="2026-03-01T16:37:57.948" v="535"/>
        <pc:sldMkLst>
          <pc:docMk/>
          <pc:sldMk cId="426927151" sldId="994"/>
        </pc:sldMkLst>
        <pc:spChg chg="mod">
          <ac:chgData name="明治安田　荻野 純平" userId="S::jy-ogino@ccken.onmicrosoft.com::27cba3d8-e4d3-428c-9353-43187c47438c" providerId="AD" clId="Web-{E0FEEB17-A4E3-C948-6284-032574EFD8DB}" dt="2026-03-01T16:37:57.948" v="535"/>
          <ac:spMkLst>
            <pc:docMk/>
            <pc:sldMk cId="426927151" sldId="994"/>
            <ac:spMk id="7" creationId="{6E64AC3F-3438-DD13-A95F-325BD896BF3E}"/>
          </ac:spMkLst>
        </pc:spChg>
        <pc:spChg chg="mod">
          <ac:chgData name="明治安田　荻野 純平" userId="S::jy-ogino@ccken.onmicrosoft.com::27cba3d8-e4d3-428c-9353-43187c47438c" providerId="AD" clId="Web-{E0FEEB17-A4E3-C948-6284-032574EFD8DB}" dt="2026-03-01T16:23:10.186" v="374"/>
          <ac:spMkLst>
            <pc:docMk/>
            <pc:sldMk cId="426927151" sldId="994"/>
            <ac:spMk id="8" creationId="{C43B855E-EB9C-1CA5-CB59-7F2F308903B7}"/>
          </ac:spMkLst>
        </pc:spChg>
        <pc:spChg chg="mod">
          <ac:chgData name="明治安田　荻野 純平" userId="S::jy-ogino@ccken.onmicrosoft.com::27cba3d8-e4d3-428c-9353-43187c47438c" providerId="AD" clId="Web-{E0FEEB17-A4E3-C948-6284-032574EFD8DB}" dt="2026-03-01T16:23:17.671" v="376"/>
          <ac:spMkLst>
            <pc:docMk/>
            <pc:sldMk cId="426927151" sldId="994"/>
            <ac:spMk id="12" creationId="{352C1BA3-1C8C-1BBB-4346-8CFA309AEF9A}"/>
          </ac:spMkLst>
        </pc:spChg>
        <pc:spChg chg="mod">
          <ac:chgData name="明治安田　荻野 純平" userId="S::jy-ogino@ccken.onmicrosoft.com::27cba3d8-e4d3-428c-9353-43187c47438c" providerId="AD" clId="Web-{E0FEEB17-A4E3-C948-6284-032574EFD8DB}" dt="2026-03-01T16:23:14.952" v="375"/>
          <ac:spMkLst>
            <pc:docMk/>
            <pc:sldMk cId="426927151" sldId="994"/>
            <ac:spMk id="17" creationId="{59FB0804-E414-C1DE-E694-BDEBB480E10B}"/>
          </ac:spMkLst>
        </pc:spChg>
        <pc:spChg chg="mod">
          <ac:chgData name="明治安田　荻野 純平" userId="S::jy-ogino@ccken.onmicrosoft.com::27cba3d8-e4d3-428c-9353-43187c47438c" providerId="AD" clId="Web-{E0FEEB17-A4E3-C948-6284-032574EFD8DB}" dt="2026-03-01T16:22:45.827" v="371"/>
          <ac:spMkLst>
            <pc:docMk/>
            <pc:sldMk cId="426927151" sldId="994"/>
            <ac:spMk id="22" creationId="{9B66A0FA-980B-E050-52E1-0C11A3F6E54B}"/>
          </ac:spMkLst>
        </pc:spChg>
        <pc:spChg chg="mod">
          <ac:chgData name="明治安田　荻野 純平" userId="S::jy-ogino@ccken.onmicrosoft.com::27cba3d8-e4d3-428c-9353-43187c47438c" providerId="AD" clId="Web-{E0FEEB17-A4E3-C948-6284-032574EFD8DB}" dt="2026-03-01T16:22:51.920" v="372"/>
          <ac:spMkLst>
            <pc:docMk/>
            <pc:sldMk cId="426927151" sldId="994"/>
            <ac:spMk id="23" creationId="{11B526AC-9C4F-C28E-6AF5-4903CE9E3071}"/>
          </ac:spMkLst>
        </pc:spChg>
      </pc:sldChg>
      <pc:sldChg chg="modSp">
        <pc:chgData name="明治安田　荻野 純平" userId="S::jy-ogino@ccken.onmicrosoft.com::27cba3d8-e4d3-428c-9353-43187c47438c" providerId="AD" clId="Web-{E0FEEB17-A4E3-C948-6284-032574EFD8DB}" dt="2026-03-01T16:38:17.090" v="545"/>
        <pc:sldMkLst>
          <pc:docMk/>
          <pc:sldMk cId="1557085014" sldId="1005"/>
        </pc:sldMkLst>
        <pc:spChg chg="mod">
          <ac:chgData name="明治安田　荻野 純平" userId="S::jy-ogino@ccken.onmicrosoft.com::27cba3d8-e4d3-428c-9353-43187c47438c" providerId="AD" clId="Web-{E0FEEB17-A4E3-C948-6284-032574EFD8DB}" dt="2026-03-01T16:38:07.542" v="536"/>
          <ac:spMkLst>
            <pc:docMk/>
            <pc:sldMk cId="1557085014" sldId="1005"/>
            <ac:spMk id="8" creationId="{2E81E1DD-8697-48A5-D2F1-3CE5E364CF03}"/>
          </ac:spMkLst>
        </pc:spChg>
        <pc:spChg chg="mod">
          <ac:chgData name="明治安田　荻野 純平" userId="S::jy-ogino@ccken.onmicrosoft.com::27cba3d8-e4d3-428c-9353-43187c47438c" providerId="AD" clId="Web-{E0FEEB17-A4E3-C948-6284-032574EFD8DB}" dt="2026-03-01T16:38:16.965" v="537"/>
          <ac:spMkLst>
            <pc:docMk/>
            <pc:sldMk cId="1557085014" sldId="1005"/>
            <ac:spMk id="12" creationId="{0E173D1D-BB62-54CB-AB4B-C633F7A15517}"/>
          </ac:spMkLst>
        </pc:spChg>
        <pc:spChg chg="mod">
          <ac:chgData name="明治安田　荻野 純平" userId="S::jy-ogino@ccken.onmicrosoft.com::27cba3d8-e4d3-428c-9353-43187c47438c" providerId="AD" clId="Web-{E0FEEB17-A4E3-C948-6284-032574EFD8DB}" dt="2026-03-01T16:27:42.272" v="434"/>
          <ac:spMkLst>
            <pc:docMk/>
            <pc:sldMk cId="1557085014" sldId="1005"/>
            <ac:spMk id="13" creationId="{4D4EF219-1F28-B1DD-9731-C4D8EC6F670E}"/>
          </ac:spMkLst>
        </pc:spChg>
        <pc:spChg chg="mod">
          <ac:chgData name="明治安田　荻野 純平" userId="S::jy-ogino@ccken.onmicrosoft.com::27cba3d8-e4d3-428c-9353-43187c47438c" providerId="AD" clId="Web-{E0FEEB17-A4E3-C948-6284-032574EFD8DB}" dt="2026-03-01T16:38:16.965" v="538"/>
          <ac:spMkLst>
            <pc:docMk/>
            <pc:sldMk cId="1557085014" sldId="1005"/>
            <ac:spMk id="14" creationId="{07AA9ED9-BD5D-6440-9C4E-FB7AFDC97B13}"/>
          </ac:spMkLst>
        </pc:spChg>
        <pc:spChg chg="mod">
          <ac:chgData name="明治安田　荻野 純平" userId="S::jy-ogino@ccken.onmicrosoft.com::27cba3d8-e4d3-428c-9353-43187c47438c" providerId="AD" clId="Web-{E0FEEB17-A4E3-C948-6284-032574EFD8DB}" dt="2026-03-01T16:38:16.965" v="539"/>
          <ac:spMkLst>
            <pc:docMk/>
            <pc:sldMk cId="1557085014" sldId="1005"/>
            <ac:spMk id="15" creationId="{D94820B2-0325-0B3A-D3B7-BB4F4CE9DD58}"/>
          </ac:spMkLst>
        </pc:spChg>
        <pc:spChg chg="mod">
          <ac:chgData name="明治安田　荻野 純平" userId="S::jy-ogino@ccken.onmicrosoft.com::27cba3d8-e4d3-428c-9353-43187c47438c" providerId="AD" clId="Web-{E0FEEB17-A4E3-C948-6284-032574EFD8DB}" dt="2026-03-01T16:38:16.965" v="540"/>
          <ac:spMkLst>
            <pc:docMk/>
            <pc:sldMk cId="1557085014" sldId="1005"/>
            <ac:spMk id="16" creationId="{FDAEBB84-9BE3-FBF6-11EE-7ACA11A228FF}"/>
          </ac:spMkLst>
        </pc:spChg>
        <pc:spChg chg="mod">
          <ac:chgData name="明治安田　荻野 純平" userId="S::jy-ogino@ccken.onmicrosoft.com::27cba3d8-e4d3-428c-9353-43187c47438c" providerId="AD" clId="Web-{E0FEEB17-A4E3-C948-6284-032574EFD8DB}" dt="2026-03-01T16:27:25.209" v="430"/>
          <ac:spMkLst>
            <pc:docMk/>
            <pc:sldMk cId="1557085014" sldId="1005"/>
            <ac:spMk id="17" creationId="{34B9CE4E-7850-82F4-6128-825C6D4BBFDD}"/>
          </ac:spMkLst>
        </pc:spChg>
        <pc:spChg chg="mod">
          <ac:chgData name="明治安田　荻野 純平" userId="S::jy-ogino@ccken.onmicrosoft.com::27cba3d8-e4d3-428c-9353-43187c47438c" providerId="AD" clId="Web-{E0FEEB17-A4E3-C948-6284-032574EFD8DB}" dt="2026-03-01T16:27:17.615" v="429"/>
          <ac:spMkLst>
            <pc:docMk/>
            <pc:sldMk cId="1557085014" sldId="1005"/>
            <ac:spMk id="18" creationId="{B52DBDFA-4625-6A69-4741-25E128A37707}"/>
          </ac:spMkLst>
        </pc:spChg>
        <pc:spChg chg="mod">
          <ac:chgData name="明治安田　荻野 純平" userId="S::jy-ogino@ccken.onmicrosoft.com::27cba3d8-e4d3-428c-9353-43187c47438c" providerId="AD" clId="Web-{E0FEEB17-A4E3-C948-6284-032574EFD8DB}" dt="2026-03-01T16:27:25.209" v="431"/>
          <ac:spMkLst>
            <pc:docMk/>
            <pc:sldMk cId="1557085014" sldId="1005"/>
            <ac:spMk id="19" creationId="{FF3FB144-26EB-AF99-B71B-1F52E6E62E29}"/>
          </ac:spMkLst>
        </pc:spChg>
        <pc:spChg chg="mod">
          <ac:chgData name="明治安田　荻野 純平" userId="S::jy-ogino@ccken.onmicrosoft.com::27cba3d8-e4d3-428c-9353-43187c47438c" providerId="AD" clId="Web-{E0FEEB17-A4E3-C948-6284-032574EFD8DB}" dt="2026-03-01T16:27:25.209" v="432"/>
          <ac:spMkLst>
            <pc:docMk/>
            <pc:sldMk cId="1557085014" sldId="1005"/>
            <ac:spMk id="20" creationId="{2DC3E7AA-22AE-3847-4553-5E737F0778D5}"/>
          </ac:spMkLst>
        </pc:spChg>
        <pc:spChg chg="mod">
          <ac:chgData name="明治安田　荻野 純平" userId="S::jy-ogino@ccken.onmicrosoft.com::27cba3d8-e4d3-428c-9353-43187c47438c" providerId="AD" clId="Web-{E0FEEB17-A4E3-C948-6284-032574EFD8DB}" dt="2026-03-01T16:27:25.334" v="433"/>
          <ac:spMkLst>
            <pc:docMk/>
            <pc:sldMk cId="1557085014" sldId="1005"/>
            <ac:spMk id="21" creationId="{F6844661-1027-8E89-D428-2A98A81183F8}"/>
          </ac:spMkLst>
        </pc:spChg>
        <pc:spChg chg="mod">
          <ac:chgData name="明治安田　荻野 純平" userId="S::jy-ogino@ccken.onmicrosoft.com::27cba3d8-e4d3-428c-9353-43187c47438c" providerId="AD" clId="Web-{E0FEEB17-A4E3-C948-6284-032574EFD8DB}" dt="2026-03-01T16:38:16.965" v="541"/>
          <ac:spMkLst>
            <pc:docMk/>
            <pc:sldMk cId="1557085014" sldId="1005"/>
            <ac:spMk id="26" creationId="{B124331C-3A53-238D-959D-FB97D2880ECD}"/>
          </ac:spMkLst>
        </pc:spChg>
        <pc:spChg chg="mod">
          <ac:chgData name="明治安田　荻野 純平" userId="S::jy-ogino@ccken.onmicrosoft.com::27cba3d8-e4d3-428c-9353-43187c47438c" providerId="AD" clId="Web-{E0FEEB17-A4E3-C948-6284-032574EFD8DB}" dt="2026-03-01T16:38:16.965" v="542"/>
          <ac:spMkLst>
            <pc:docMk/>
            <pc:sldMk cId="1557085014" sldId="1005"/>
            <ac:spMk id="27" creationId="{4F791B21-21E3-8854-9794-504A1538C6EC}"/>
          </ac:spMkLst>
        </pc:spChg>
        <pc:spChg chg="mod">
          <ac:chgData name="明治安田　荻野 純平" userId="S::jy-ogino@ccken.onmicrosoft.com::27cba3d8-e4d3-428c-9353-43187c47438c" providerId="AD" clId="Web-{E0FEEB17-A4E3-C948-6284-032574EFD8DB}" dt="2026-03-01T16:38:16.965" v="543"/>
          <ac:spMkLst>
            <pc:docMk/>
            <pc:sldMk cId="1557085014" sldId="1005"/>
            <ac:spMk id="28" creationId="{20E0FD0B-0F79-2218-200B-D9A6A5457413}"/>
          </ac:spMkLst>
        </pc:spChg>
        <pc:spChg chg="mod">
          <ac:chgData name="明治安田　荻野 純平" userId="S::jy-ogino@ccken.onmicrosoft.com::27cba3d8-e4d3-428c-9353-43187c47438c" providerId="AD" clId="Web-{E0FEEB17-A4E3-C948-6284-032574EFD8DB}" dt="2026-03-01T16:38:16.965" v="544"/>
          <ac:spMkLst>
            <pc:docMk/>
            <pc:sldMk cId="1557085014" sldId="1005"/>
            <ac:spMk id="29" creationId="{A80DC16D-0E4B-C18D-C4B6-0CD77389391F}"/>
          </ac:spMkLst>
        </pc:spChg>
        <pc:spChg chg="mod">
          <ac:chgData name="明治安田　荻野 純平" userId="S::jy-ogino@ccken.onmicrosoft.com::27cba3d8-e4d3-428c-9353-43187c47438c" providerId="AD" clId="Web-{E0FEEB17-A4E3-C948-6284-032574EFD8DB}" dt="2026-03-01T16:38:17.090" v="545"/>
          <ac:spMkLst>
            <pc:docMk/>
            <pc:sldMk cId="1557085014" sldId="1005"/>
            <ac:spMk id="30" creationId="{6AE1188B-37DE-1A1B-6984-9A1A8275D4C6}"/>
          </ac:spMkLst>
        </pc:spChg>
      </pc:sldChg>
      <pc:sldChg chg="modSp">
        <pc:chgData name="明治安田　荻野 純平" userId="S::jy-ogino@ccken.onmicrosoft.com::27cba3d8-e4d3-428c-9353-43187c47438c" providerId="AD" clId="Web-{E0FEEB17-A4E3-C948-6284-032574EFD8DB}" dt="2026-03-01T16:39:09.153" v="557"/>
        <pc:sldMkLst>
          <pc:docMk/>
          <pc:sldMk cId="433359686" sldId="1008"/>
        </pc:sldMkLst>
        <pc:spChg chg="mod">
          <ac:chgData name="明治安田　荻野 純平" userId="S::jy-ogino@ccken.onmicrosoft.com::27cba3d8-e4d3-428c-9353-43187c47438c" providerId="AD" clId="Web-{E0FEEB17-A4E3-C948-6284-032574EFD8DB}" dt="2026-03-01T16:34:08.582" v="510"/>
          <ac:spMkLst>
            <pc:docMk/>
            <pc:sldMk cId="433359686" sldId="1008"/>
            <ac:spMk id="7" creationId="{2982206F-0657-4D05-EFEC-DEFB72D781B0}"/>
          </ac:spMkLst>
        </pc:spChg>
        <pc:spChg chg="mod">
          <ac:chgData name="明治安田　荻野 純平" userId="S::jy-ogino@ccken.onmicrosoft.com::27cba3d8-e4d3-428c-9353-43187c47438c" providerId="AD" clId="Web-{E0FEEB17-A4E3-C948-6284-032574EFD8DB}" dt="2026-03-01T16:38:59.387" v="552"/>
          <ac:spMkLst>
            <pc:docMk/>
            <pc:sldMk cId="433359686" sldId="1008"/>
            <ac:spMk id="8" creationId="{D5298AA4-3E5C-FB0E-6286-2E97290F0861}"/>
          </ac:spMkLst>
        </pc:spChg>
        <pc:spChg chg="mod">
          <ac:chgData name="明治安田　荻野 純平" userId="S::jy-ogino@ccken.onmicrosoft.com::27cba3d8-e4d3-428c-9353-43187c47438c" providerId="AD" clId="Web-{E0FEEB17-A4E3-C948-6284-032574EFD8DB}" dt="2026-03-01T16:33:50.972" v="509"/>
          <ac:spMkLst>
            <pc:docMk/>
            <pc:sldMk cId="433359686" sldId="1008"/>
            <ac:spMk id="19" creationId="{3862DA4F-B110-5CBE-CAE9-88B248F7A576}"/>
          </ac:spMkLst>
        </pc:spChg>
        <pc:spChg chg="mod">
          <ac:chgData name="明治安田　荻野 純平" userId="S::jy-ogino@ccken.onmicrosoft.com::27cba3d8-e4d3-428c-9353-43187c47438c" providerId="AD" clId="Web-{E0FEEB17-A4E3-C948-6284-032574EFD8DB}" dt="2026-03-01T16:34:08.582" v="511"/>
          <ac:spMkLst>
            <pc:docMk/>
            <pc:sldMk cId="433359686" sldId="1008"/>
            <ac:spMk id="27" creationId="{83F653AE-6D14-8867-1C20-E7472D310CC0}"/>
          </ac:spMkLst>
        </pc:spChg>
        <pc:spChg chg="mod">
          <ac:chgData name="明治安田　荻野 純平" userId="S::jy-ogino@ccken.onmicrosoft.com::27cba3d8-e4d3-428c-9353-43187c47438c" providerId="AD" clId="Web-{E0FEEB17-A4E3-C948-6284-032574EFD8DB}" dt="2026-03-01T16:34:08.582" v="512"/>
          <ac:spMkLst>
            <pc:docMk/>
            <pc:sldMk cId="433359686" sldId="1008"/>
            <ac:spMk id="29" creationId="{759DB99F-C287-84FE-3717-644902797AD0}"/>
          </ac:spMkLst>
        </pc:spChg>
        <pc:spChg chg="mod">
          <ac:chgData name="明治安田　荻野 純平" userId="S::jy-ogino@ccken.onmicrosoft.com::27cba3d8-e4d3-428c-9353-43187c47438c" providerId="AD" clId="Web-{E0FEEB17-A4E3-C948-6284-032574EFD8DB}" dt="2026-03-01T16:34:08.707" v="513"/>
          <ac:spMkLst>
            <pc:docMk/>
            <pc:sldMk cId="433359686" sldId="1008"/>
            <ac:spMk id="50" creationId="{F34060DF-7616-E119-93F5-5058E4290A3A}"/>
          </ac:spMkLst>
        </pc:spChg>
        <pc:spChg chg="mod">
          <ac:chgData name="明治安田　荻野 純平" userId="S::jy-ogino@ccken.onmicrosoft.com::27cba3d8-e4d3-428c-9353-43187c47438c" providerId="AD" clId="Web-{E0FEEB17-A4E3-C948-6284-032574EFD8DB}" dt="2026-03-01T16:39:09.013" v="553"/>
          <ac:spMkLst>
            <pc:docMk/>
            <pc:sldMk cId="433359686" sldId="1008"/>
            <ac:spMk id="56" creationId="{FBE47691-5267-1458-7B44-9D755962C2A6}"/>
          </ac:spMkLst>
        </pc:spChg>
        <pc:spChg chg="mod">
          <ac:chgData name="明治安田　荻野 純平" userId="S::jy-ogino@ccken.onmicrosoft.com::27cba3d8-e4d3-428c-9353-43187c47438c" providerId="AD" clId="Web-{E0FEEB17-A4E3-C948-6284-032574EFD8DB}" dt="2026-03-01T16:39:09.013" v="554"/>
          <ac:spMkLst>
            <pc:docMk/>
            <pc:sldMk cId="433359686" sldId="1008"/>
            <ac:spMk id="61" creationId="{D94E4B6D-17C3-3516-77B4-8E3C0B4B7836}"/>
          </ac:spMkLst>
        </pc:spChg>
        <pc:spChg chg="mod">
          <ac:chgData name="明治安田　荻野 純平" userId="S::jy-ogino@ccken.onmicrosoft.com::27cba3d8-e4d3-428c-9353-43187c47438c" providerId="AD" clId="Web-{E0FEEB17-A4E3-C948-6284-032574EFD8DB}" dt="2026-03-01T16:39:09.013" v="555"/>
          <ac:spMkLst>
            <pc:docMk/>
            <pc:sldMk cId="433359686" sldId="1008"/>
            <ac:spMk id="70" creationId="{02861B32-793A-C57C-8F99-AB0327E3FF2C}"/>
          </ac:spMkLst>
        </pc:spChg>
        <pc:spChg chg="mod">
          <ac:chgData name="明治安田　荻野 純平" userId="S::jy-ogino@ccken.onmicrosoft.com::27cba3d8-e4d3-428c-9353-43187c47438c" providerId="AD" clId="Web-{E0FEEB17-A4E3-C948-6284-032574EFD8DB}" dt="2026-03-01T16:39:09.013" v="556"/>
          <ac:spMkLst>
            <pc:docMk/>
            <pc:sldMk cId="433359686" sldId="1008"/>
            <ac:spMk id="86" creationId="{498A48E6-34AD-EC2E-F652-630133E11806}"/>
          </ac:spMkLst>
        </pc:spChg>
        <pc:spChg chg="mod">
          <ac:chgData name="明治安田　荻野 純平" userId="S::jy-ogino@ccken.onmicrosoft.com::27cba3d8-e4d3-428c-9353-43187c47438c" providerId="AD" clId="Web-{E0FEEB17-A4E3-C948-6284-032574EFD8DB}" dt="2026-03-01T16:39:09.153" v="557"/>
          <ac:spMkLst>
            <pc:docMk/>
            <pc:sldMk cId="433359686" sldId="1008"/>
            <ac:spMk id="90" creationId="{4012FE4B-23BC-4B84-CD99-A509E520A874}"/>
          </ac:spMkLst>
        </pc:spChg>
        <pc:spChg chg="mod">
          <ac:chgData name="明治安田　荻野 純平" userId="S::jy-ogino@ccken.onmicrosoft.com::27cba3d8-e4d3-428c-9353-43187c47438c" providerId="AD" clId="Web-{E0FEEB17-A4E3-C948-6284-032574EFD8DB}" dt="2026-03-01T15:40:52.851" v="62" actId="20577"/>
          <ac:spMkLst>
            <pc:docMk/>
            <pc:sldMk cId="433359686" sldId="1008"/>
            <ac:spMk id="102" creationId="{0DB7154A-9423-8777-3CA7-F333C5E91EFC}"/>
          </ac:spMkLst>
        </pc:spChg>
        <pc:spChg chg="mod">
          <ac:chgData name="明治安田　荻野 純平" userId="S::jy-ogino@ccken.onmicrosoft.com::27cba3d8-e4d3-428c-9353-43187c47438c" providerId="AD" clId="Web-{E0FEEB17-A4E3-C948-6284-032574EFD8DB}" dt="2026-03-01T16:38:54.966" v="551" actId="20577"/>
          <ac:spMkLst>
            <pc:docMk/>
            <pc:sldMk cId="433359686" sldId="1008"/>
            <ac:spMk id="104" creationId="{F40619A9-38FB-E22D-EC35-0EB32F5F3498}"/>
          </ac:spMkLst>
        </pc:spChg>
        <pc:spChg chg="mod">
          <ac:chgData name="明治安田　荻野 純平" userId="S::jy-ogino@ccken.onmicrosoft.com::27cba3d8-e4d3-428c-9353-43187c47438c" providerId="AD" clId="Web-{E0FEEB17-A4E3-C948-6284-032574EFD8DB}" dt="2026-03-01T16:38:50.028" v="549" actId="20577"/>
          <ac:spMkLst>
            <pc:docMk/>
            <pc:sldMk cId="433359686" sldId="1008"/>
            <ac:spMk id="105" creationId="{1AB37318-3A4C-94C8-97D7-A9B2D0C55589}"/>
          </ac:spMkLst>
        </pc:spChg>
      </pc:sldChg>
      <pc:sldChg chg="addSp delSp modSp add replId">
        <pc:chgData name="明治安田　荻野 純平" userId="S::jy-ogino@ccken.onmicrosoft.com::27cba3d8-e4d3-428c-9353-43187c47438c" providerId="AD" clId="Web-{E0FEEB17-A4E3-C948-6284-032574EFD8DB}" dt="2026-03-01T16:39:42.591" v="564" actId="1076"/>
        <pc:sldMkLst>
          <pc:docMk/>
          <pc:sldMk cId="3141537626" sldId="1012"/>
        </pc:sldMkLst>
        <pc:spChg chg="mod">
          <ac:chgData name="明治安田　荻野 純平" userId="S::jy-ogino@ccken.onmicrosoft.com::27cba3d8-e4d3-428c-9353-43187c47438c" providerId="AD" clId="Web-{E0FEEB17-A4E3-C948-6284-032574EFD8DB}" dt="2026-03-01T16:19:21.260" v="343" actId="20577"/>
          <ac:spMkLst>
            <pc:docMk/>
            <pc:sldMk cId="3141537626" sldId="1012"/>
            <ac:spMk id="3" creationId="{2437164A-9496-EB9F-A347-D26451E29A8A}"/>
          </ac:spMkLst>
        </pc:spChg>
        <pc:spChg chg="add">
          <ac:chgData name="明治安田　荻野 純平" userId="S::jy-ogino@ccken.onmicrosoft.com::27cba3d8-e4d3-428c-9353-43187c47438c" providerId="AD" clId="Web-{E0FEEB17-A4E3-C948-6284-032574EFD8DB}" dt="2026-03-01T16:18:56.291" v="328"/>
          <ac:spMkLst>
            <pc:docMk/>
            <pc:sldMk cId="3141537626" sldId="1012"/>
            <ac:spMk id="16" creationId="{06205FEE-467E-4B24-3B7E-A71E8F013DFE}"/>
          </ac:spMkLst>
        </pc:spChg>
        <pc:spChg chg="add">
          <ac:chgData name="明治安田　荻野 純平" userId="S::jy-ogino@ccken.onmicrosoft.com::27cba3d8-e4d3-428c-9353-43187c47438c" providerId="AD" clId="Web-{E0FEEB17-A4E3-C948-6284-032574EFD8DB}" dt="2026-03-01T16:18:56.322" v="329"/>
          <ac:spMkLst>
            <pc:docMk/>
            <pc:sldMk cId="3141537626" sldId="1012"/>
            <ac:spMk id="18" creationId="{6065471C-0F5D-ECA2-299F-30C95D584CF8}"/>
          </ac:spMkLst>
        </pc:spChg>
        <pc:spChg chg="add">
          <ac:chgData name="明治安田　荻野 純平" userId="S::jy-ogino@ccken.onmicrosoft.com::27cba3d8-e4d3-428c-9353-43187c47438c" providerId="AD" clId="Web-{E0FEEB17-A4E3-C948-6284-032574EFD8DB}" dt="2026-03-01T16:18:56.384" v="331"/>
          <ac:spMkLst>
            <pc:docMk/>
            <pc:sldMk cId="3141537626" sldId="1012"/>
            <ac:spMk id="23" creationId="{CEEE26DD-90E5-F863-0AAC-2B225F907783}"/>
          </ac:spMkLst>
        </pc:spChg>
        <pc:spChg chg="add">
          <ac:chgData name="明治安田　荻野 純平" userId="S::jy-ogino@ccken.onmicrosoft.com::27cba3d8-e4d3-428c-9353-43187c47438c" providerId="AD" clId="Web-{E0FEEB17-A4E3-C948-6284-032574EFD8DB}" dt="2026-03-01T16:18:56.400" v="332"/>
          <ac:spMkLst>
            <pc:docMk/>
            <pc:sldMk cId="3141537626" sldId="1012"/>
            <ac:spMk id="25" creationId="{2B7CB434-F7BC-30CE-315A-9187A3F5A57A}"/>
          </ac:spMkLst>
        </pc:spChg>
        <pc:spChg chg="add">
          <ac:chgData name="明治安田　荻野 純平" userId="S::jy-ogino@ccken.onmicrosoft.com::27cba3d8-e4d3-428c-9353-43187c47438c" providerId="AD" clId="Web-{E0FEEB17-A4E3-C948-6284-032574EFD8DB}" dt="2026-03-01T16:18:56.431" v="333"/>
          <ac:spMkLst>
            <pc:docMk/>
            <pc:sldMk cId="3141537626" sldId="1012"/>
            <ac:spMk id="28" creationId="{FB1A7DFB-178E-1C96-5B81-F81743EA4B35}"/>
          </ac:spMkLst>
        </pc:spChg>
        <pc:spChg chg="add mod">
          <ac:chgData name="明治安田　荻野 純平" userId="S::jy-ogino@ccken.onmicrosoft.com::27cba3d8-e4d3-428c-9353-43187c47438c" providerId="AD" clId="Web-{E0FEEB17-A4E3-C948-6284-032574EFD8DB}" dt="2026-03-01T16:35:37.523" v="529"/>
          <ac:spMkLst>
            <pc:docMk/>
            <pc:sldMk cId="3141537626" sldId="1012"/>
            <ac:spMk id="36" creationId="{ED9A7FBF-7102-D243-0FF6-EE36350722EA}"/>
          </ac:spMkLst>
        </pc:spChg>
        <pc:spChg chg="add">
          <ac:chgData name="明治安田　荻野 純平" userId="S::jy-ogino@ccken.onmicrosoft.com::27cba3d8-e4d3-428c-9353-43187c47438c" providerId="AD" clId="Web-{E0FEEB17-A4E3-C948-6284-032574EFD8DB}" dt="2026-03-01T16:18:56.572" v="337"/>
          <ac:spMkLst>
            <pc:docMk/>
            <pc:sldMk cId="3141537626" sldId="1012"/>
            <ac:spMk id="38" creationId="{58D4C89B-3730-53BC-203B-B81D5721FC1E}"/>
          </ac:spMkLst>
        </pc:spChg>
        <pc:spChg chg="add">
          <ac:chgData name="明治安田　荻野 純平" userId="S::jy-ogino@ccken.onmicrosoft.com::27cba3d8-e4d3-428c-9353-43187c47438c" providerId="AD" clId="Web-{E0FEEB17-A4E3-C948-6284-032574EFD8DB}" dt="2026-03-01T16:18:56.619" v="338"/>
          <ac:spMkLst>
            <pc:docMk/>
            <pc:sldMk cId="3141537626" sldId="1012"/>
            <ac:spMk id="40" creationId="{120F810C-8C18-52B9-5065-27B327C3BB25}"/>
          </ac:spMkLst>
        </pc:spChg>
        <pc:spChg chg="add">
          <ac:chgData name="明治安田　荻野 純平" userId="S::jy-ogino@ccken.onmicrosoft.com::27cba3d8-e4d3-428c-9353-43187c47438c" providerId="AD" clId="Web-{E0FEEB17-A4E3-C948-6284-032574EFD8DB}" dt="2026-03-01T16:18:56.634" v="339"/>
          <ac:spMkLst>
            <pc:docMk/>
            <pc:sldMk cId="3141537626" sldId="1012"/>
            <ac:spMk id="42" creationId="{A0340353-E899-552A-2480-66285C504A5A}"/>
          </ac:spMkLst>
        </pc:spChg>
        <pc:spChg chg="add">
          <ac:chgData name="明治安田　荻野 純平" userId="S::jy-ogino@ccken.onmicrosoft.com::27cba3d8-e4d3-428c-9353-43187c47438c" providerId="AD" clId="Web-{E0FEEB17-A4E3-C948-6284-032574EFD8DB}" dt="2026-03-01T16:18:56.681" v="340"/>
          <ac:spMkLst>
            <pc:docMk/>
            <pc:sldMk cId="3141537626" sldId="1012"/>
            <ac:spMk id="44" creationId="{53DF4160-C46A-DB49-68EA-6A7CF2EF4972}"/>
          </ac:spMkLst>
        </pc:spChg>
        <pc:picChg chg="add">
          <ac:chgData name="明治安田　荻野 純平" userId="S::jy-ogino@ccken.onmicrosoft.com::27cba3d8-e4d3-428c-9353-43187c47438c" providerId="AD" clId="Web-{E0FEEB17-A4E3-C948-6284-032574EFD8DB}" dt="2026-03-01T16:18:56.275" v="327"/>
          <ac:picMkLst>
            <pc:docMk/>
            <pc:sldMk cId="3141537626" sldId="1012"/>
            <ac:picMk id="14" creationId="{A3C90E8F-476F-AB89-510E-442BC42C3816}"/>
          </ac:picMkLst>
        </pc:picChg>
        <pc:picChg chg="add">
          <ac:chgData name="明治安田　荻野 純平" userId="S::jy-ogino@ccken.onmicrosoft.com::27cba3d8-e4d3-428c-9353-43187c47438c" providerId="AD" clId="Web-{E0FEEB17-A4E3-C948-6284-032574EFD8DB}" dt="2026-03-01T16:18:56.462" v="334"/>
          <ac:picMkLst>
            <pc:docMk/>
            <pc:sldMk cId="3141537626" sldId="1012"/>
            <ac:picMk id="32" creationId="{9465C956-471D-AF5D-6777-C9130ECA165A}"/>
          </ac:picMkLst>
        </pc:picChg>
        <pc:picChg chg="add">
          <ac:chgData name="明治安田　荻野 純平" userId="S::jy-ogino@ccken.onmicrosoft.com::27cba3d8-e4d3-428c-9353-43187c47438c" providerId="AD" clId="Web-{E0FEEB17-A4E3-C948-6284-032574EFD8DB}" dt="2026-03-01T16:18:56.494" v="335"/>
          <ac:picMkLst>
            <pc:docMk/>
            <pc:sldMk cId="3141537626" sldId="1012"/>
            <ac:picMk id="34" creationId="{3F301C28-8DFD-8C94-23C6-E5EA8B1256E7}"/>
          </ac:picMkLst>
        </pc:picChg>
        <pc:picChg chg="add">
          <ac:chgData name="明治安田　荻野 純平" userId="S::jy-ogino@ccken.onmicrosoft.com::27cba3d8-e4d3-428c-9353-43187c47438c" providerId="AD" clId="Web-{E0FEEB17-A4E3-C948-6284-032574EFD8DB}" dt="2026-03-01T16:18:56.728" v="341"/>
          <ac:picMkLst>
            <pc:docMk/>
            <pc:sldMk cId="3141537626" sldId="1012"/>
            <ac:picMk id="46" creationId="{F6AE4923-96CB-F625-B533-D21063190A59}"/>
          </ac:picMkLst>
        </pc:picChg>
        <pc:picChg chg="add">
          <ac:chgData name="明治安田　荻野 純平" userId="S::jy-ogino@ccken.onmicrosoft.com::27cba3d8-e4d3-428c-9353-43187c47438c" providerId="AD" clId="Web-{E0FEEB17-A4E3-C948-6284-032574EFD8DB}" dt="2026-03-01T16:18:56.775" v="342"/>
          <ac:picMkLst>
            <pc:docMk/>
            <pc:sldMk cId="3141537626" sldId="1012"/>
            <ac:picMk id="48" creationId="{FC146F74-5929-5BC2-A47C-09442EC7346C}"/>
          </ac:picMkLst>
        </pc:picChg>
      </pc:sldChg>
    </pc:docChg>
  </pc:docChgLst>
  <pc:docChgLst>
    <pc:chgData name="主査　福島 直人" userId="S::naoto_2_fukushima@ccken.onmicrosoft.com::8f548a50-3d4a-4660-b17c-82fdb2003fd5" providerId="AD" clId="Web-{8207C3D4-C6B0-BC4B-0169-AB69F7FF503F}"/>
    <pc:docChg chg="addSld delSld modSld sldOrd modSection">
      <pc:chgData name="主査　福島 直人" userId="S::naoto_2_fukushima@ccken.onmicrosoft.com::8f548a50-3d4a-4660-b17c-82fdb2003fd5" providerId="AD" clId="Web-{8207C3D4-C6B0-BC4B-0169-AB69F7FF503F}" dt="2026-02-04T06:21:04.567" v="93" actId="20577"/>
      <pc:docMkLst>
        <pc:docMk/>
      </pc:docMkLst>
    </pc:docChg>
  </pc:docChgLst>
  <pc:docChgLst>
    <pc:chgData name="masazaki yoshihiro/6201258/昌崎　良浩" userId="S::yoshihiro.masazaki.mk_mcgc.com#ext#@ccken.onmicrosoft.com::338b9127-7fcd-4e96-b095-c08a802489d5" providerId="AD" clId="Web-{C856557D-112D-267B-5A3E-C69F926EE081}"/>
    <pc:docChg chg="addSld delSld modSld sldOrd modSection">
      <pc:chgData name="masazaki yoshihiro/6201258/昌崎　良浩" userId="S::yoshihiro.masazaki.mk_mcgc.com#ext#@ccken.onmicrosoft.com::338b9127-7fcd-4e96-b095-c08a802489d5" providerId="AD" clId="Web-{C856557D-112D-267B-5A3E-C69F926EE081}" dt="2026-02-19T08:36:40.153" v="408" actId="1076"/>
      <pc:docMkLst>
        <pc:docMk/>
      </pc:docMkLst>
    </pc:docChg>
  </pc:docChgLst>
  <pc:docChgLst>
    <pc:chgData name="主査　福島 直人" userId="S::naoto_2_fukushima@ccken.onmicrosoft.com::8f548a50-3d4a-4660-b17c-82fdb2003fd5" providerId="AD" clId="Web-{7A4277CF-120A-C245-582E-FB2C2CE0A9EF}"/>
    <pc:docChg chg="modSld sldOrd modSection">
      <pc:chgData name="主査　福島 直人" userId="S::naoto_2_fukushima@ccken.onmicrosoft.com::8f548a50-3d4a-4660-b17c-82fdb2003fd5" providerId="AD" clId="Web-{7A4277CF-120A-C245-582E-FB2C2CE0A9EF}" dt="2026-02-05T01:25:02.956" v="451"/>
      <pc:docMkLst>
        <pc:docMk/>
      </pc:docMkLst>
      <pc:sldChg chg="modSp">
        <pc:chgData name="主査　福島 直人" userId="S::naoto_2_fukushima@ccken.onmicrosoft.com::8f548a50-3d4a-4660-b17c-82fdb2003fd5" providerId="AD" clId="Web-{7A4277CF-120A-C245-582E-FB2C2CE0A9EF}" dt="2026-02-05T01:16:20.732" v="407" actId="20577"/>
        <pc:sldMkLst>
          <pc:docMk/>
          <pc:sldMk cId="468256319" sldId="471"/>
        </pc:sldMkLst>
        <pc:spChg chg="mod">
          <ac:chgData name="主査　福島 直人" userId="S::naoto_2_fukushima@ccken.onmicrosoft.com::8f548a50-3d4a-4660-b17c-82fdb2003fd5" providerId="AD" clId="Web-{7A4277CF-120A-C245-582E-FB2C2CE0A9EF}" dt="2026-02-05T01:12:24.509" v="370" actId="1076"/>
          <ac:spMkLst>
            <pc:docMk/>
            <pc:sldMk cId="468256319" sldId="471"/>
            <ac:spMk id="8" creationId="{2EB57A3D-2B3C-231B-5451-E2954021DEAC}"/>
          </ac:spMkLst>
        </pc:spChg>
        <pc:graphicFrameChg chg="mod modGraphic">
          <ac:chgData name="主査　福島 直人" userId="S::naoto_2_fukushima@ccken.onmicrosoft.com::8f548a50-3d4a-4660-b17c-82fdb2003fd5" providerId="AD" clId="Web-{7A4277CF-120A-C245-582E-FB2C2CE0A9EF}" dt="2026-02-05T01:07:57.424" v="318"/>
          <ac:graphicFrameMkLst>
            <pc:docMk/>
            <pc:sldMk cId="468256319" sldId="471"/>
            <ac:graphicFrameMk id="3" creationId="{EC18DF6F-C7CF-30A6-E70A-2906204D493A}"/>
          </ac:graphicFrameMkLst>
        </pc:graphicFrameChg>
        <pc:graphicFrameChg chg="mod modGraphic">
          <ac:chgData name="主査　福島 直人" userId="S::naoto_2_fukushima@ccken.onmicrosoft.com::8f548a50-3d4a-4660-b17c-82fdb2003fd5" providerId="AD" clId="Web-{7A4277CF-120A-C245-582E-FB2C2CE0A9EF}" dt="2026-02-05T01:13:08.541" v="373" actId="1076"/>
          <ac:graphicFrameMkLst>
            <pc:docMk/>
            <pc:sldMk cId="468256319" sldId="471"/>
            <ac:graphicFrameMk id="6" creationId="{0DB2FBBA-AC43-1EDA-27A9-F7A42419EF30}"/>
          </ac:graphicFrameMkLst>
        </pc:graphicFrameChg>
        <pc:graphicFrameChg chg="mod modGraphic">
          <ac:chgData name="主査　福島 直人" userId="S::naoto_2_fukushima@ccken.onmicrosoft.com::8f548a50-3d4a-4660-b17c-82fdb2003fd5" providerId="AD" clId="Web-{7A4277CF-120A-C245-582E-FB2C2CE0A9EF}" dt="2026-02-05T01:12:56.635" v="371" actId="1076"/>
          <ac:graphicFrameMkLst>
            <pc:docMk/>
            <pc:sldMk cId="468256319" sldId="471"/>
            <ac:graphicFrameMk id="9" creationId="{D0A2CC2F-E126-64DD-32A4-1C5F3361211B}"/>
          </ac:graphicFrameMkLst>
        </pc:graphicFrameChg>
        <pc:graphicFrameChg chg="mod modGraphic">
          <ac:chgData name="主査　福島 直人" userId="S::naoto_2_fukushima@ccken.onmicrosoft.com::8f548a50-3d4a-4660-b17c-82fdb2003fd5" providerId="AD" clId="Web-{7A4277CF-120A-C245-582E-FB2C2CE0A9EF}" dt="2026-02-05T01:13:01.854" v="372" actId="1076"/>
          <ac:graphicFrameMkLst>
            <pc:docMk/>
            <pc:sldMk cId="468256319" sldId="471"/>
            <ac:graphicFrameMk id="14" creationId="{81CF28A4-EEDB-E592-71A3-5D2C5757D04E}"/>
          </ac:graphicFrameMkLst>
        </pc:graphicFrameChg>
      </pc:sldChg>
    </pc:docChg>
  </pc:docChgLst>
  <pc:docChgLst>
    <pc:chgData name="主査　福島 直人" userId="S::naoto_2_fukushima@ccken.onmicrosoft.com::8f548a50-3d4a-4660-b17c-82fdb2003fd5" providerId="AD" clId="Web-{1DC42275-D788-BDEC-85E3-7E52F8C86C03}"/>
    <pc:docChg chg="delSld modSld delSection modSection">
      <pc:chgData name="主査　福島 直人" userId="S::naoto_2_fukushima@ccken.onmicrosoft.com::8f548a50-3d4a-4660-b17c-82fdb2003fd5" providerId="AD" clId="Web-{1DC42275-D788-BDEC-85E3-7E52F8C86C03}" dt="2026-03-02T07:15:47.173" v="219"/>
      <pc:docMkLst>
        <pc:docMk/>
      </pc:docMkLst>
      <pc:sldChg chg="modSp">
        <pc:chgData name="主査　福島 直人" userId="S::naoto_2_fukushima@ccken.onmicrosoft.com::8f548a50-3d4a-4660-b17c-82fdb2003fd5" providerId="AD" clId="Web-{1DC42275-D788-BDEC-85E3-7E52F8C86C03}" dt="2026-03-02T06:58:38.840" v="205"/>
        <pc:sldMkLst>
          <pc:docMk/>
          <pc:sldMk cId="1666554009" sldId="885"/>
        </pc:sldMkLst>
        <pc:graphicFrameChg chg="mod modGraphic">
          <ac:chgData name="主査　福島 直人" userId="S::naoto_2_fukushima@ccken.onmicrosoft.com::8f548a50-3d4a-4660-b17c-82fdb2003fd5" providerId="AD" clId="Web-{1DC42275-D788-BDEC-85E3-7E52F8C86C03}" dt="2026-03-02T06:58:38.840" v="205"/>
          <ac:graphicFrameMkLst>
            <pc:docMk/>
            <pc:sldMk cId="1666554009" sldId="885"/>
            <ac:graphicFrameMk id="6" creationId="{A8D57CB2-3FB8-350B-2A76-AB28ACF735FB}"/>
          </ac:graphicFrameMkLst>
        </pc:graphicFrameChg>
      </pc:sldChg>
      <pc:sldChg chg="modSp">
        <pc:chgData name="主査　福島 直人" userId="S::naoto_2_fukushima@ccken.onmicrosoft.com::8f548a50-3d4a-4660-b17c-82fdb2003fd5" providerId="AD" clId="Web-{1DC42275-D788-BDEC-85E3-7E52F8C86C03}" dt="2026-03-02T06:53:23.708" v="153"/>
        <pc:sldMkLst>
          <pc:docMk/>
          <pc:sldMk cId="2575810299" sldId="958"/>
        </pc:sldMkLst>
        <pc:spChg chg="mod">
          <ac:chgData name="主査　福島 直人" userId="S::naoto_2_fukushima@ccken.onmicrosoft.com::8f548a50-3d4a-4660-b17c-82fdb2003fd5" providerId="AD" clId="Web-{1DC42275-D788-BDEC-85E3-7E52F8C86C03}" dt="2026-03-02T06:52:22.050" v="149"/>
          <ac:spMkLst>
            <pc:docMk/>
            <pc:sldMk cId="2575810299" sldId="958"/>
            <ac:spMk id="4" creationId="{D75B16F5-6B48-B7B9-CAEF-2389F7087286}"/>
          </ac:spMkLst>
        </pc:spChg>
        <pc:spChg chg="mod">
          <ac:chgData name="主査　福島 直人" userId="S::naoto_2_fukushima@ccken.onmicrosoft.com::8f548a50-3d4a-4660-b17c-82fdb2003fd5" providerId="AD" clId="Web-{1DC42275-D788-BDEC-85E3-7E52F8C86C03}" dt="2026-03-02T06:53:11.552" v="151"/>
          <ac:spMkLst>
            <pc:docMk/>
            <pc:sldMk cId="2575810299" sldId="958"/>
            <ac:spMk id="8" creationId="{C66ECA63-BBB8-7BE9-701F-DC41AC4C99E3}"/>
          </ac:spMkLst>
        </pc:spChg>
        <pc:spChg chg="mod">
          <ac:chgData name="主査　福島 直人" userId="S::naoto_2_fukushima@ccken.onmicrosoft.com::8f548a50-3d4a-4660-b17c-82fdb2003fd5" providerId="AD" clId="Web-{1DC42275-D788-BDEC-85E3-7E52F8C86C03}" dt="2026-03-02T06:53:23.708" v="153"/>
          <ac:spMkLst>
            <pc:docMk/>
            <pc:sldMk cId="2575810299" sldId="958"/>
            <ac:spMk id="10" creationId="{4FBD7157-941A-B1E9-550A-AF89F641A5D3}"/>
          </ac:spMkLst>
        </pc:spChg>
      </pc:sldChg>
      <pc:sldChg chg="modSp">
        <pc:chgData name="主査　福島 直人" userId="S::naoto_2_fukushima@ccken.onmicrosoft.com::8f548a50-3d4a-4660-b17c-82fdb2003fd5" providerId="AD" clId="Web-{1DC42275-D788-BDEC-85E3-7E52F8C86C03}" dt="2026-03-02T06:53:41.865" v="157"/>
        <pc:sldMkLst>
          <pc:docMk/>
          <pc:sldMk cId="4077408376" sldId="962"/>
        </pc:sldMkLst>
        <pc:spChg chg="mod">
          <ac:chgData name="主査　福島 直人" userId="S::naoto_2_fukushima@ccken.onmicrosoft.com::8f548a50-3d4a-4660-b17c-82fdb2003fd5" providerId="AD" clId="Web-{1DC42275-D788-BDEC-85E3-7E52F8C86C03}" dt="2026-03-02T06:53:37.677" v="155"/>
          <ac:spMkLst>
            <pc:docMk/>
            <pc:sldMk cId="4077408376" sldId="962"/>
            <ac:spMk id="17" creationId="{6AAF473E-228E-6C7D-FC2B-FDAC17DC4FC2}"/>
          </ac:spMkLst>
        </pc:spChg>
        <pc:spChg chg="mod">
          <ac:chgData name="主査　福島 直人" userId="S::naoto_2_fukushima@ccken.onmicrosoft.com::8f548a50-3d4a-4660-b17c-82fdb2003fd5" providerId="AD" clId="Web-{1DC42275-D788-BDEC-85E3-7E52F8C86C03}" dt="2026-03-02T06:53:41.865" v="157"/>
          <ac:spMkLst>
            <pc:docMk/>
            <pc:sldMk cId="4077408376" sldId="962"/>
            <ac:spMk id="18" creationId="{60EA2B2E-08B9-2E20-C0B0-5ECB524628CA}"/>
          </ac:spMkLst>
        </pc:spChg>
      </pc:sldChg>
      <pc:sldChg chg="modSp">
        <pc:chgData name="主査　福島 直人" userId="S::naoto_2_fukushima@ccken.onmicrosoft.com::8f548a50-3d4a-4660-b17c-82fdb2003fd5" providerId="AD" clId="Web-{1DC42275-D788-BDEC-85E3-7E52F8C86C03}" dt="2026-03-02T06:54:01.803" v="161"/>
        <pc:sldMkLst>
          <pc:docMk/>
          <pc:sldMk cId="3913572286" sldId="963"/>
        </pc:sldMkLst>
        <pc:spChg chg="mod">
          <ac:chgData name="主査　福島 直人" userId="S::naoto_2_fukushima@ccken.onmicrosoft.com::8f548a50-3d4a-4660-b17c-82fdb2003fd5" providerId="AD" clId="Web-{1DC42275-D788-BDEC-85E3-7E52F8C86C03}" dt="2026-03-02T06:53:58.412" v="159"/>
          <ac:spMkLst>
            <pc:docMk/>
            <pc:sldMk cId="3913572286" sldId="963"/>
            <ac:spMk id="17" creationId="{CA1DDC59-4354-CF7B-CC6F-2861E572D396}"/>
          </ac:spMkLst>
        </pc:spChg>
        <pc:spChg chg="mod">
          <ac:chgData name="主査　福島 直人" userId="S::naoto_2_fukushima@ccken.onmicrosoft.com::8f548a50-3d4a-4660-b17c-82fdb2003fd5" providerId="AD" clId="Web-{1DC42275-D788-BDEC-85E3-7E52F8C86C03}" dt="2026-03-02T06:54:01.803" v="161"/>
          <ac:spMkLst>
            <pc:docMk/>
            <pc:sldMk cId="3913572286" sldId="963"/>
            <ac:spMk id="18" creationId="{07ADEA5F-A92E-B3E1-7046-E4B41F0CD726}"/>
          </ac:spMkLst>
        </pc:spChg>
      </pc:sldChg>
      <pc:sldChg chg="modSp">
        <pc:chgData name="主査　福島 直人" userId="S::naoto_2_fukushima@ccken.onmicrosoft.com::8f548a50-3d4a-4660-b17c-82fdb2003fd5" providerId="AD" clId="Web-{1DC42275-D788-BDEC-85E3-7E52F8C86C03}" dt="2026-03-02T06:35:59.797" v="72" actId="20577"/>
        <pc:sldMkLst>
          <pc:docMk/>
          <pc:sldMk cId="3546692421" sldId="980"/>
        </pc:sldMkLst>
        <pc:spChg chg="mod">
          <ac:chgData name="主査　福島 直人" userId="S::naoto_2_fukushima@ccken.onmicrosoft.com::8f548a50-3d4a-4660-b17c-82fdb2003fd5" providerId="AD" clId="Web-{1DC42275-D788-BDEC-85E3-7E52F8C86C03}" dt="2026-03-02T06:35:59.797" v="72" actId="20577"/>
          <ac:spMkLst>
            <pc:docMk/>
            <pc:sldMk cId="3546692421" sldId="980"/>
            <ac:spMk id="7" creationId="{73C9CC36-5106-FA6E-D7D0-6E8085975EA5}"/>
          </ac:spMkLst>
        </pc:spChg>
      </pc:sldChg>
      <pc:sldChg chg="delSp modSp">
        <pc:chgData name="主査　福島 直人" userId="S::naoto_2_fukushima@ccken.onmicrosoft.com::8f548a50-3d4a-4660-b17c-82fdb2003fd5" providerId="AD" clId="Web-{1DC42275-D788-BDEC-85E3-7E52F8C86C03}" dt="2026-03-02T06:46:20.014" v="123" actId="14100"/>
        <pc:sldMkLst>
          <pc:docMk/>
          <pc:sldMk cId="2912982522" sldId="983"/>
        </pc:sldMkLst>
        <pc:spChg chg="mod">
          <ac:chgData name="主査　福島 直人" userId="S::naoto_2_fukushima@ccken.onmicrosoft.com::8f548a50-3d4a-4660-b17c-82fdb2003fd5" providerId="AD" clId="Web-{1DC42275-D788-BDEC-85E3-7E52F8C86C03}" dt="2026-03-02T06:35:22.327" v="68" actId="20577"/>
          <ac:spMkLst>
            <pc:docMk/>
            <pc:sldMk cId="2912982522" sldId="983"/>
            <ac:spMk id="5" creationId="{3D80048A-BD09-3DAE-F2B5-5EAF52E99B8F}"/>
          </ac:spMkLst>
        </pc:spChg>
        <pc:spChg chg="mod">
          <ac:chgData name="主査　福島 直人" userId="S::naoto_2_fukushima@ccken.onmicrosoft.com::8f548a50-3d4a-4660-b17c-82fdb2003fd5" providerId="AD" clId="Web-{1DC42275-D788-BDEC-85E3-7E52F8C86C03}" dt="2026-03-02T06:35:18.905" v="67" actId="20577"/>
          <ac:spMkLst>
            <pc:docMk/>
            <pc:sldMk cId="2912982522" sldId="983"/>
            <ac:spMk id="6" creationId="{5861E616-B896-8AA8-8EB5-FD4FDA0AD0F6}"/>
          </ac:spMkLst>
        </pc:spChg>
        <pc:spChg chg="mod">
          <ac:chgData name="主査　福島 直人" userId="S::naoto_2_fukushima@ccken.onmicrosoft.com::8f548a50-3d4a-4660-b17c-82fdb2003fd5" providerId="AD" clId="Web-{1DC42275-D788-BDEC-85E3-7E52F8C86C03}" dt="2026-03-02T06:46:20.014" v="123" actId="14100"/>
          <ac:spMkLst>
            <pc:docMk/>
            <pc:sldMk cId="2912982522" sldId="983"/>
            <ac:spMk id="7" creationId="{42E24D2E-8E60-35A2-91D2-E3E2D414A748}"/>
          </ac:spMkLst>
        </pc:spChg>
        <pc:spChg chg="mod">
          <ac:chgData name="主査　福島 直人" userId="S::naoto_2_fukushima@ccken.onmicrosoft.com::8f548a50-3d4a-4660-b17c-82fdb2003fd5" providerId="AD" clId="Web-{1DC42275-D788-BDEC-85E3-7E52F8C86C03}" dt="2026-03-02T06:35:27.686" v="71" actId="20577"/>
          <ac:spMkLst>
            <pc:docMk/>
            <pc:sldMk cId="2912982522" sldId="983"/>
            <ac:spMk id="8" creationId="{513C4F2B-AE35-7297-FB3C-6AA24AACC3A0}"/>
          </ac:spMkLst>
        </pc:spChg>
        <pc:spChg chg="mod">
          <ac:chgData name="主査　福島 直人" userId="S::naoto_2_fukushima@ccken.onmicrosoft.com::8f548a50-3d4a-4660-b17c-82fdb2003fd5" providerId="AD" clId="Web-{1DC42275-D788-BDEC-85E3-7E52F8C86C03}" dt="2026-03-02T06:33:46.386" v="60" actId="14100"/>
          <ac:spMkLst>
            <pc:docMk/>
            <pc:sldMk cId="2912982522" sldId="983"/>
            <ac:spMk id="27" creationId="{C22B4FCC-EFEF-4F67-15FC-2A697F500845}"/>
          </ac:spMkLst>
        </pc:spChg>
        <pc:spChg chg="mod">
          <ac:chgData name="主査　福島 直人" userId="S::naoto_2_fukushima@ccken.onmicrosoft.com::8f548a50-3d4a-4660-b17c-82fdb2003fd5" providerId="AD" clId="Web-{1DC42275-D788-BDEC-85E3-7E52F8C86C03}" dt="2026-03-02T06:27:57.067" v="27" actId="20577"/>
          <ac:spMkLst>
            <pc:docMk/>
            <pc:sldMk cId="2912982522" sldId="983"/>
            <ac:spMk id="1028" creationId="{41518210-4B66-CB14-0675-543B862A686F}"/>
          </ac:spMkLst>
        </pc:spChg>
        <pc:spChg chg="mod">
          <ac:chgData name="主査　福島 直人" userId="S::naoto_2_fukushima@ccken.onmicrosoft.com::8f548a50-3d4a-4660-b17c-82fdb2003fd5" providerId="AD" clId="Web-{1DC42275-D788-BDEC-85E3-7E52F8C86C03}" dt="2026-03-02T06:34:16.199" v="62" actId="20577"/>
          <ac:spMkLst>
            <pc:docMk/>
            <pc:sldMk cId="2912982522" sldId="983"/>
            <ac:spMk id="1032" creationId="{428DD5BD-C273-5AFF-394B-F268E0F1CCB5}"/>
          </ac:spMkLst>
        </pc:spChg>
      </pc:sldChg>
      <pc:sldChg chg="modSp">
        <pc:chgData name="主査　福島 直人" userId="S::naoto_2_fukushima@ccken.onmicrosoft.com::8f548a50-3d4a-4660-b17c-82fdb2003fd5" providerId="AD" clId="Web-{1DC42275-D788-BDEC-85E3-7E52F8C86C03}" dt="2026-03-02T06:58:33.605" v="194"/>
        <pc:sldMkLst>
          <pc:docMk/>
          <pc:sldMk cId="3657850443" sldId="990"/>
        </pc:sldMkLst>
        <pc:graphicFrameChg chg="mod modGraphic">
          <ac:chgData name="主査　福島 直人" userId="S::naoto_2_fukushima@ccken.onmicrosoft.com::8f548a50-3d4a-4660-b17c-82fdb2003fd5" providerId="AD" clId="Web-{1DC42275-D788-BDEC-85E3-7E52F8C86C03}" dt="2026-03-02T06:58:33.605" v="194"/>
          <ac:graphicFrameMkLst>
            <pc:docMk/>
            <pc:sldMk cId="3657850443" sldId="990"/>
            <ac:graphicFrameMk id="6" creationId="{367620EE-E62C-2BD3-41C4-3D0D9EDD4F2A}"/>
          </ac:graphicFrameMkLst>
        </pc:graphicFrameChg>
      </pc:sldChg>
      <pc:sldChg chg="modSp">
        <pc:chgData name="主査　福島 直人" userId="S::naoto_2_fukushima@ccken.onmicrosoft.com::8f548a50-3d4a-4660-b17c-82fdb2003fd5" providerId="AD" clId="Web-{1DC42275-D788-BDEC-85E3-7E52F8C86C03}" dt="2026-03-02T06:40:55.881" v="80" actId="20577"/>
        <pc:sldMkLst>
          <pc:docMk/>
          <pc:sldMk cId="426927151" sldId="994"/>
        </pc:sldMkLst>
        <pc:spChg chg="mod">
          <ac:chgData name="主査　福島 直人" userId="S::naoto_2_fukushima@ccken.onmicrosoft.com::8f548a50-3d4a-4660-b17c-82fdb2003fd5" providerId="AD" clId="Web-{1DC42275-D788-BDEC-85E3-7E52F8C86C03}" dt="2026-03-02T06:36:38.469" v="75" actId="14100"/>
          <ac:spMkLst>
            <pc:docMk/>
            <pc:sldMk cId="426927151" sldId="994"/>
            <ac:spMk id="7" creationId="{6E64AC3F-3438-DD13-A95F-325BD896BF3E}"/>
          </ac:spMkLst>
        </pc:spChg>
        <pc:spChg chg="mod">
          <ac:chgData name="主査　福島 直人" userId="S::naoto_2_fukushima@ccken.onmicrosoft.com::8f548a50-3d4a-4660-b17c-82fdb2003fd5" providerId="AD" clId="Web-{1DC42275-D788-BDEC-85E3-7E52F8C86C03}" dt="2026-03-02T06:36:54.657" v="77" actId="1076"/>
          <ac:spMkLst>
            <pc:docMk/>
            <pc:sldMk cId="426927151" sldId="994"/>
            <ac:spMk id="8" creationId="{C43B855E-EB9C-1CA5-CB59-7F2F308903B7}"/>
          </ac:spMkLst>
        </pc:spChg>
        <pc:spChg chg="mod">
          <ac:chgData name="主査　福島 直人" userId="S::naoto_2_fukushima@ccken.onmicrosoft.com::8f548a50-3d4a-4660-b17c-82fdb2003fd5" providerId="AD" clId="Web-{1DC42275-D788-BDEC-85E3-7E52F8C86C03}" dt="2026-03-02T06:40:46.490" v="78" actId="20577"/>
          <ac:spMkLst>
            <pc:docMk/>
            <pc:sldMk cId="426927151" sldId="994"/>
            <ac:spMk id="15" creationId="{FCA9A3A2-8A79-ECD8-6406-6B145738BA2F}"/>
          </ac:spMkLst>
        </pc:spChg>
        <pc:spChg chg="mod">
          <ac:chgData name="主査　福島 直人" userId="S::naoto_2_fukushima@ccken.onmicrosoft.com::8f548a50-3d4a-4660-b17c-82fdb2003fd5" providerId="AD" clId="Web-{1DC42275-D788-BDEC-85E3-7E52F8C86C03}" dt="2026-03-02T06:40:55.881" v="80" actId="20577"/>
          <ac:spMkLst>
            <pc:docMk/>
            <pc:sldMk cId="426927151" sldId="994"/>
            <ac:spMk id="16" creationId="{0BA5E8E3-2BA5-FA18-B013-4F2F547DEB41}"/>
          </ac:spMkLst>
        </pc:spChg>
        <pc:spChg chg="mod">
          <ac:chgData name="主査　福島 直人" userId="S::naoto_2_fukushima@ccken.onmicrosoft.com::8f548a50-3d4a-4660-b17c-82fdb2003fd5" providerId="AD" clId="Web-{1DC42275-D788-BDEC-85E3-7E52F8C86C03}" dt="2026-03-02T06:40:52.975" v="79" actId="20577"/>
          <ac:spMkLst>
            <pc:docMk/>
            <pc:sldMk cId="426927151" sldId="994"/>
            <ac:spMk id="19" creationId="{535F66BF-CD1C-1489-9209-EC946BE93EB0}"/>
          </ac:spMkLst>
        </pc:spChg>
        <pc:spChg chg="mod">
          <ac:chgData name="主査　福島 直人" userId="S::naoto_2_fukushima@ccken.onmicrosoft.com::8f548a50-3d4a-4660-b17c-82fdb2003fd5" providerId="AD" clId="Web-{1DC42275-D788-BDEC-85E3-7E52F8C86C03}" dt="2026-03-02T06:36:48.204" v="76" actId="1076"/>
          <ac:spMkLst>
            <pc:docMk/>
            <pc:sldMk cId="426927151" sldId="994"/>
            <ac:spMk id="22" creationId="{9B66A0FA-980B-E050-52E1-0C11A3F6E54B}"/>
          </ac:spMkLst>
        </pc:spChg>
      </pc:sldChg>
      <pc:sldChg chg="modSp">
        <pc:chgData name="主査　福島 直人" userId="S::naoto_2_fukushima@ccken.onmicrosoft.com::8f548a50-3d4a-4660-b17c-82fdb2003fd5" providerId="AD" clId="Web-{1DC42275-D788-BDEC-85E3-7E52F8C86C03}" dt="2026-03-02T06:36:12.187" v="73" actId="20577"/>
        <pc:sldMkLst>
          <pc:docMk/>
          <pc:sldMk cId="1557085014" sldId="1005"/>
        </pc:sldMkLst>
        <pc:spChg chg="mod">
          <ac:chgData name="主査　福島 直人" userId="S::naoto_2_fukushima@ccken.onmicrosoft.com::8f548a50-3d4a-4660-b17c-82fdb2003fd5" providerId="AD" clId="Web-{1DC42275-D788-BDEC-85E3-7E52F8C86C03}" dt="2026-03-02T06:36:12.187" v="73" actId="20577"/>
          <ac:spMkLst>
            <pc:docMk/>
            <pc:sldMk cId="1557085014" sldId="1005"/>
            <ac:spMk id="8" creationId="{2E81E1DD-8697-48A5-D2F1-3CE5E364CF03}"/>
          </ac:spMkLst>
        </pc:spChg>
      </pc:sldChg>
      <pc:sldChg chg="modSp">
        <pc:chgData name="主査　福島 直人" userId="S::naoto_2_fukushima@ccken.onmicrosoft.com::8f548a50-3d4a-4660-b17c-82fdb2003fd5" providerId="AD" clId="Web-{1DC42275-D788-BDEC-85E3-7E52F8C86C03}" dt="2026-03-02T06:56:00.743" v="172" actId="14100"/>
        <pc:sldMkLst>
          <pc:docMk/>
          <pc:sldMk cId="3141537626" sldId="1012"/>
        </pc:sldMkLst>
        <pc:spChg chg="mod">
          <ac:chgData name="主査　福島 直人" userId="S::naoto_2_fukushima@ccken.onmicrosoft.com::8f548a50-3d4a-4660-b17c-82fdb2003fd5" providerId="AD" clId="Web-{1DC42275-D788-BDEC-85E3-7E52F8C86C03}" dt="2026-03-02T06:20:45.982" v="5" actId="20577"/>
          <ac:spMkLst>
            <pc:docMk/>
            <pc:sldMk cId="3141537626" sldId="1012"/>
            <ac:spMk id="4" creationId="{A55EE8E6-A0F1-94E7-6613-C9140D81E01A}"/>
          </ac:spMkLst>
        </pc:spChg>
        <pc:spChg chg="mod">
          <ac:chgData name="主査　福島 直人" userId="S::naoto_2_fukushima@ccken.onmicrosoft.com::8f548a50-3d4a-4660-b17c-82fdb2003fd5" providerId="AD" clId="Web-{1DC42275-D788-BDEC-85E3-7E52F8C86C03}" dt="2026-03-02T06:56:00.743" v="172" actId="14100"/>
          <ac:spMkLst>
            <pc:docMk/>
            <pc:sldMk cId="3141537626" sldId="1012"/>
            <ac:spMk id="36" creationId="{ED9A7FBF-7102-D243-0FF6-EE36350722EA}"/>
          </ac:spMkLst>
        </pc:spChg>
      </pc:sldChg>
    </pc:docChg>
  </pc:docChgLst>
  <pc:docChgLst>
    <pc:chgData name="明治安田　荻野 純平" userId="S::jy-ogino@ccken.onmicrosoft.com::27cba3d8-e4d3-428c-9353-43187c47438c" providerId="AD" clId="Web-{7D068458-584F-714A-BDF9-21BE62BA9D2E}"/>
    <pc:docChg chg="modSld">
      <pc:chgData name="明治安田　荻野 純平" userId="S::jy-ogino@ccken.onmicrosoft.com::27cba3d8-e4d3-428c-9353-43187c47438c" providerId="AD" clId="Web-{7D068458-584F-714A-BDF9-21BE62BA9D2E}" dt="2026-02-25T14:55:02.060" v="3" actId="20577"/>
      <pc:docMkLst>
        <pc:docMk/>
      </pc:docMkLst>
    </pc:docChg>
  </pc:docChgLst>
  <pc:docChgLst>
    <pc:chgData name="村上　淳" userId="S::ji-murakami@ccken.onmicrosoft.com::0b8e6a16-2353-4e90-9a7d-8e4f0d078fbd" providerId="AD" clId="Web-{BF2FFF05-FCB1-C406-206C-581C6198339D}"/>
    <pc:docChg chg="delSld modSld modSection">
      <pc:chgData name="村上　淳" userId="S::ji-murakami@ccken.onmicrosoft.com::0b8e6a16-2353-4e90-9a7d-8e4f0d078fbd" providerId="AD" clId="Web-{BF2FFF05-FCB1-C406-206C-581C6198339D}" dt="2026-02-26T18:21:25.212" v="248" actId="14100"/>
      <pc:docMkLst>
        <pc:docMk/>
      </pc:docMkLst>
      <pc:sldChg chg="modSp">
        <pc:chgData name="村上　淳" userId="S::ji-murakami@ccken.onmicrosoft.com::0b8e6a16-2353-4e90-9a7d-8e4f0d078fbd" providerId="AD" clId="Web-{BF2FFF05-FCB1-C406-206C-581C6198339D}" dt="2026-02-26T18:19:29.226" v="231"/>
        <pc:sldMkLst>
          <pc:docMk/>
          <pc:sldMk cId="3740400021" sldId="808"/>
        </pc:sldMkLst>
        <pc:spChg chg="mod">
          <ac:chgData name="村上　淳" userId="S::ji-murakami@ccken.onmicrosoft.com::0b8e6a16-2353-4e90-9a7d-8e4f0d078fbd" providerId="AD" clId="Web-{BF2FFF05-FCB1-C406-206C-581C6198339D}" dt="2026-02-26T18:11:05.276" v="92" actId="14100"/>
          <ac:spMkLst>
            <pc:docMk/>
            <pc:sldMk cId="3740400021" sldId="808"/>
            <ac:spMk id="7" creationId="{3E73ECD1-EE70-F57D-5BEB-684D4D488BC8}"/>
          </ac:spMkLst>
        </pc:spChg>
        <pc:graphicFrameChg chg="mod modGraphic">
          <ac:chgData name="村上　淳" userId="S::ji-murakami@ccken.onmicrosoft.com::0b8e6a16-2353-4e90-9a7d-8e4f0d078fbd" providerId="AD" clId="Web-{BF2FFF05-FCB1-C406-206C-581C6198339D}" dt="2026-02-26T18:19:29.226" v="231"/>
          <ac:graphicFrameMkLst>
            <pc:docMk/>
            <pc:sldMk cId="3740400021" sldId="808"/>
            <ac:graphicFrameMk id="9" creationId="{B52BE3F1-7E2C-458C-B1E6-150E3C9D8028}"/>
          </ac:graphicFrameMkLst>
        </pc:graphicFrameChg>
      </pc:sldChg>
      <pc:sldChg chg="modSp">
        <pc:chgData name="村上　淳" userId="S::ji-murakami@ccken.onmicrosoft.com::0b8e6a16-2353-4e90-9a7d-8e4f0d078fbd" providerId="AD" clId="Web-{BF2FFF05-FCB1-C406-206C-581C6198339D}" dt="2026-02-26T18:11:38.793" v="112"/>
        <pc:sldMkLst>
          <pc:docMk/>
          <pc:sldMk cId="2863564126" sldId="809"/>
        </pc:sldMkLst>
        <pc:graphicFrameChg chg="mod modGraphic">
          <ac:chgData name="村上　淳" userId="S::ji-murakami@ccken.onmicrosoft.com::0b8e6a16-2353-4e90-9a7d-8e4f0d078fbd" providerId="AD" clId="Web-{BF2FFF05-FCB1-C406-206C-581C6198339D}" dt="2026-02-26T18:11:38.793" v="112"/>
          <ac:graphicFrameMkLst>
            <pc:docMk/>
            <pc:sldMk cId="2863564126" sldId="809"/>
            <ac:graphicFrameMk id="5" creationId="{FD63A822-5B26-65A1-59E7-DEFF86BACD14}"/>
          </ac:graphicFrameMkLst>
        </pc:graphicFrameChg>
      </pc:sldChg>
      <pc:sldChg chg="modSp">
        <pc:chgData name="村上　淳" userId="S::ji-murakami@ccken.onmicrosoft.com::0b8e6a16-2353-4e90-9a7d-8e4f0d078fbd" providerId="AD" clId="Web-{BF2FFF05-FCB1-C406-206C-581C6198339D}" dt="2026-02-26T18:20:11.133" v="233"/>
        <pc:sldMkLst>
          <pc:docMk/>
          <pc:sldMk cId="4048481670" sldId="810"/>
        </pc:sldMkLst>
        <pc:graphicFrameChg chg="mod modGraphic">
          <ac:chgData name="村上　淳" userId="S::ji-murakami@ccken.onmicrosoft.com::0b8e6a16-2353-4e90-9a7d-8e4f0d078fbd" providerId="AD" clId="Web-{BF2FFF05-FCB1-C406-206C-581C6198339D}" dt="2026-02-26T18:20:11.133" v="233"/>
          <ac:graphicFrameMkLst>
            <pc:docMk/>
            <pc:sldMk cId="4048481670" sldId="810"/>
            <ac:graphicFrameMk id="6" creationId="{E852BA61-0444-8E8E-FB67-6169CAC8673A}"/>
          </ac:graphicFrameMkLst>
        </pc:graphicFrameChg>
      </pc:sldChg>
      <pc:sldChg chg="modSp">
        <pc:chgData name="村上　淳" userId="S::ji-murakami@ccken.onmicrosoft.com::0b8e6a16-2353-4e90-9a7d-8e4f0d078fbd" providerId="AD" clId="Web-{BF2FFF05-FCB1-C406-206C-581C6198339D}" dt="2026-02-26T18:14:50.580" v="153"/>
        <pc:sldMkLst>
          <pc:docMk/>
          <pc:sldMk cId="656133690" sldId="811"/>
        </pc:sldMkLst>
        <pc:graphicFrameChg chg="mod modGraphic">
          <ac:chgData name="村上　淳" userId="S::ji-murakami@ccken.onmicrosoft.com::0b8e6a16-2353-4e90-9a7d-8e4f0d078fbd" providerId="AD" clId="Web-{BF2FFF05-FCB1-C406-206C-581C6198339D}" dt="2026-02-26T18:14:50.580" v="153"/>
          <ac:graphicFrameMkLst>
            <pc:docMk/>
            <pc:sldMk cId="656133690" sldId="811"/>
            <ac:graphicFrameMk id="4" creationId="{6AB771B0-FEEF-1484-D4B9-6E7084EA28E6}"/>
          </ac:graphicFrameMkLst>
        </pc:graphicFrameChg>
      </pc:sldChg>
      <pc:sldChg chg="modSp">
        <pc:chgData name="村上　淳" userId="S::ji-murakami@ccken.onmicrosoft.com::0b8e6a16-2353-4e90-9a7d-8e4f0d078fbd" providerId="AD" clId="Web-{BF2FFF05-FCB1-C406-206C-581C6198339D}" dt="2026-02-26T18:16:50.192" v="209"/>
        <pc:sldMkLst>
          <pc:docMk/>
          <pc:sldMk cId="3784166746" sldId="812"/>
        </pc:sldMkLst>
        <pc:graphicFrameChg chg="mod modGraphic">
          <ac:chgData name="村上　淳" userId="S::ji-murakami@ccken.onmicrosoft.com::0b8e6a16-2353-4e90-9a7d-8e4f0d078fbd" providerId="AD" clId="Web-{BF2FFF05-FCB1-C406-206C-581C6198339D}" dt="2026-02-26T18:15:52.472" v="167"/>
          <ac:graphicFrameMkLst>
            <pc:docMk/>
            <pc:sldMk cId="3784166746" sldId="812"/>
            <ac:graphicFrameMk id="4" creationId="{0595A386-EC60-5C78-CDC4-89F032B930F7}"/>
          </ac:graphicFrameMkLst>
        </pc:graphicFrameChg>
        <pc:graphicFrameChg chg="mod modGraphic">
          <ac:chgData name="村上　淳" userId="S::ji-murakami@ccken.onmicrosoft.com::0b8e6a16-2353-4e90-9a7d-8e4f0d078fbd" providerId="AD" clId="Web-{BF2FFF05-FCB1-C406-206C-581C6198339D}" dt="2026-02-26T18:14:19.142" v="144"/>
          <ac:graphicFrameMkLst>
            <pc:docMk/>
            <pc:sldMk cId="3784166746" sldId="812"/>
            <ac:graphicFrameMk id="5" creationId="{507477FE-0B4E-3085-FF73-DF617CF7736C}"/>
          </ac:graphicFrameMkLst>
        </pc:graphicFrameChg>
        <pc:graphicFrameChg chg="mod modGraphic">
          <ac:chgData name="村上　淳" userId="S::ji-murakami@ccken.onmicrosoft.com::0b8e6a16-2353-4e90-9a7d-8e4f0d078fbd" providerId="AD" clId="Web-{BF2FFF05-FCB1-C406-206C-581C6198339D}" dt="2026-02-26T18:16:50.192" v="209"/>
          <ac:graphicFrameMkLst>
            <pc:docMk/>
            <pc:sldMk cId="3784166746" sldId="812"/>
            <ac:graphicFrameMk id="7" creationId="{17B6D5D2-357C-BE29-940E-AB62644F3873}"/>
          </ac:graphicFrameMkLst>
        </pc:graphicFrameChg>
      </pc:sldChg>
      <pc:sldChg chg="modSp">
        <pc:chgData name="村上　淳" userId="S::ji-murakami@ccken.onmicrosoft.com::0b8e6a16-2353-4e90-9a7d-8e4f0d078fbd" providerId="AD" clId="Web-{BF2FFF05-FCB1-C406-206C-581C6198339D}" dt="2026-02-26T18:13:16.405" v="136"/>
        <pc:sldMkLst>
          <pc:docMk/>
          <pc:sldMk cId="1689093626" sldId="838"/>
        </pc:sldMkLst>
        <pc:graphicFrameChg chg="mod modGraphic">
          <ac:chgData name="村上　淳" userId="S::ji-murakami@ccken.onmicrosoft.com::0b8e6a16-2353-4e90-9a7d-8e4f0d078fbd" providerId="AD" clId="Web-{BF2FFF05-FCB1-C406-206C-581C6198339D}" dt="2026-02-26T18:13:16.405" v="136"/>
          <ac:graphicFrameMkLst>
            <pc:docMk/>
            <pc:sldMk cId="1689093626" sldId="838"/>
            <ac:graphicFrameMk id="3" creationId="{51351D9B-EF6B-5B6B-AB95-57DF5FF96891}"/>
          </ac:graphicFrameMkLst>
        </pc:graphicFrameChg>
      </pc:sldChg>
      <pc:sldChg chg="modSp">
        <pc:chgData name="村上　淳" userId="S::ji-murakami@ccken.onmicrosoft.com::0b8e6a16-2353-4e90-9a7d-8e4f0d078fbd" providerId="AD" clId="Web-{BF2FFF05-FCB1-C406-206C-581C6198339D}" dt="2026-02-26T18:06:03.757" v="76"/>
        <pc:sldMkLst>
          <pc:docMk/>
          <pc:sldMk cId="3913572286" sldId="963"/>
        </pc:sldMkLst>
        <pc:spChg chg="mod">
          <ac:chgData name="村上　淳" userId="S::ji-murakami@ccken.onmicrosoft.com::0b8e6a16-2353-4e90-9a7d-8e4f0d078fbd" providerId="AD" clId="Web-{BF2FFF05-FCB1-C406-206C-581C6198339D}" dt="2026-02-26T18:06:03.757" v="76"/>
          <ac:spMkLst>
            <pc:docMk/>
            <pc:sldMk cId="3913572286" sldId="963"/>
            <ac:spMk id="5" creationId="{AC3DE9BA-634B-AF73-92AE-5059797484AD}"/>
          </ac:spMkLst>
        </pc:spChg>
      </pc:sldChg>
      <pc:sldChg chg="modSp">
        <pc:chgData name="村上　淳" userId="S::ji-murakami@ccken.onmicrosoft.com::0b8e6a16-2353-4e90-9a7d-8e4f0d078fbd" providerId="AD" clId="Web-{BF2FFF05-FCB1-C406-206C-581C6198339D}" dt="2026-02-26T18:09:32.005" v="90" actId="20577"/>
        <pc:sldMkLst>
          <pc:docMk/>
          <pc:sldMk cId="865026807" sldId="1010"/>
        </pc:sldMkLst>
        <pc:spChg chg="mod">
          <ac:chgData name="村上　淳" userId="S::ji-murakami@ccken.onmicrosoft.com::0b8e6a16-2353-4e90-9a7d-8e4f0d078fbd" providerId="AD" clId="Web-{BF2FFF05-FCB1-C406-206C-581C6198339D}" dt="2026-02-26T18:07:30.777" v="84" actId="20577"/>
          <ac:spMkLst>
            <pc:docMk/>
            <pc:sldMk cId="865026807" sldId="1010"/>
            <ac:spMk id="3" creationId="{63BB8BCB-F115-5A53-5C11-892947A2C762}"/>
          </ac:spMkLst>
        </pc:spChg>
        <pc:spChg chg="mod">
          <ac:chgData name="村上　淳" userId="S::ji-murakami@ccken.onmicrosoft.com::0b8e6a16-2353-4e90-9a7d-8e4f0d078fbd" providerId="AD" clId="Web-{BF2FFF05-FCB1-C406-206C-581C6198339D}" dt="2026-02-26T18:09:01.566" v="88" actId="20577"/>
          <ac:spMkLst>
            <pc:docMk/>
            <pc:sldMk cId="865026807" sldId="1010"/>
            <ac:spMk id="14" creationId="{AFBA9317-3702-693B-E3DC-48EF94B07BAB}"/>
          </ac:spMkLst>
        </pc:spChg>
        <pc:spChg chg="mod">
          <ac:chgData name="村上　淳" userId="S::ji-murakami@ccken.onmicrosoft.com::0b8e6a16-2353-4e90-9a7d-8e4f0d078fbd" providerId="AD" clId="Web-{BF2FFF05-FCB1-C406-206C-581C6198339D}" dt="2026-02-26T18:09:32.005" v="90" actId="20577"/>
          <ac:spMkLst>
            <pc:docMk/>
            <pc:sldMk cId="865026807" sldId="1010"/>
            <ac:spMk id="25" creationId="{D030D5E2-5076-2CF4-D9EF-FBD0C0C4CD59}"/>
          </ac:spMkLst>
        </pc:spChg>
      </pc:sldChg>
      <pc:sldChg chg="modSp">
        <pc:chgData name="村上　淳" userId="S::ji-murakami@ccken.onmicrosoft.com::0b8e6a16-2353-4e90-9a7d-8e4f0d078fbd" providerId="AD" clId="Web-{BF2FFF05-FCB1-C406-206C-581C6198339D}" dt="2026-02-26T18:21:25.212" v="248" actId="14100"/>
        <pc:sldMkLst>
          <pc:docMk/>
          <pc:sldMk cId="3418834785" sldId="1011"/>
        </pc:sldMkLst>
        <pc:spChg chg="mod">
          <ac:chgData name="村上　淳" userId="S::ji-murakami@ccken.onmicrosoft.com::0b8e6a16-2353-4e90-9a7d-8e4f0d078fbd" providerId="AD" clId="Web-{BF2FFF05-FCB1-C406-206C-581C6198339D}" dt="2026-02-26T18:21:25.212" v="248" actId="14100"/>
          <ac:spMkLst>
            <pc:docMk/>
            <pc:sldMk cId="3418834785" sldId="1011"/>
            <ac:spMk id="14" creationId="{402CB6AF-B85F-5109-5FBA-7EDDBFB63B63}"/>
          </ac:spMkLst>
        </pc:spChg>
        <pc:spChg chg="mod">
          <ac:chgData name="村上　淳" userId="S::ji-murakami@ccken.onmicrosoft.com::0b8e6a16-2353-4e90-9a7d-8e4f0d078fbd" providerId="AD" clId="Web-{BF2FFF05-FCB1-C406-206C-581C6198339D}" dt="2026-02-26T18:21:17.431" v="247" actId="20577"/>
          <ac:spMkLst>
            <pc:docMk/>
            <pc:sldMk cId="3418834785" sldId="1011"/>
            <ac:spMk id="19" creationId="{1BADC45A-B5E8-8E9F-D3D0-DD0CCC591892}"/>
          </ac:spMkLst>
        </pc:spChg>
      </pc:sldChg>
    </pc:docChg>
  </pc:docChgLst>
  <pc:docChgLst>
    <pc:chgData name="主査　福島 直人" userId="S::naoto_2_fukushima@ccken.onmicrosoft.com::8f548a50-3d4a-4660-b17c-82fdb2003fd5" providerId="AD" clId="Web-{0667AE7F-D9ED-8D66-2448-B08411A0C167}"/>
    <pc:docChg chg="modSld sldOrd modSection">
      <pc:chgData name="主査　福島 直人" userId="S::naoto_2_fukushima@ccken.onmicrosoft.com::8f548a50-3d4a-4660-b17c-82fdb2003fd5" providerId="AD" clId="Web-{0667AE7F-D9ED-8D66-2448-B08411A0C167}" dt="2026-02-18T13:13:12.499" v="349" actId="20577"/>
      <pc:docMkLst>
        <pc:docMk/>
      </pc:docMkLst>
      <pc:sldChg chg="modSp">
        <pc:chgData name="主査　福島 直人" userId="S::naoto_2_fukushima@ccken.onmicrosoft.com::8f548a50-3d4a-4660-b17c-82fdb2003fd5" providerId="AD" clId="Web-{0667AE7F-D9ED-8D66-2448-B08411A0C167}" dt="2026-02-18T11:25:27.100" v="1" actId="20577"/>
        <pc:sldMkLst>
          <pc:docMk/>
          <pc:sldMk cId="1392608573" sldId="727"/>
        </pc:sldMkLst>
        <pc:spChg chg="mod">
          <ac:chgData name="主査　福島 直人" userId="S::naoto_2_fukushima@ccken.onmicrosoft.com::8f548a50-3d4a-4660-b17c-82fdb2003fd5" providerId="AD" clId="Web-{0667AE7F-D9ED-8D66-2448-B08411A0C167}" dt="2026-02-18T11:25:27.100" v="1" actId="20577"/>
          <ac:spMkLst>
            <pc:docMk/>
            <pc:sldMk cId="1392608573" sldId="727"/>
            <ac:spMk id="2" creationId="{67192B83-8C50-496B-BFCB-90F00DD06133}"/>
          </ac:spMkLst>
        </pc:spChg>
      </pc:sldChg>
      <pc:sldChg chg="modSp">
        <pc:chgData name="主査　福島 直人" userId="S::naoto_2_fukushima@ccken.onmicrosoft.com::8f548a50-3d4a-4660-b17c-82fdb2003fd5" providerId="AD" clId="Web-{0667AE7F-D9ED-8D66-2448-B08411A0C167}" dt="2026-02-18T11:43:55.457" v="40" actId="20577"/>
        <pc:sldMkLst>
          <pc:docMk/>
          <pc:sldMk cId="3496318797" sldId="954"/>
        </pc:sldMkLst>
        <pc:spChg chg="mod">
          <ac:chgData name="主査　福島 直人" userId="S::naoto_2_fukushima@ccken.onmicrosoft.com::8f548a50-3d4a-4660-b17c-82fdb2003fd5" providerId="AD" clId="Web-{0667AE7F-D9ED-8D66-2448-B08411A0C167}" dt="2026-02-18T11:31:16.157" v="8" actId="20577"/>
          <ac:spMkLst>
            <pc:docMk/>
            <pc:sldMk cId="3496318797" sldId="954"/>
            <ac:spMk id="4" creationId="{3B6C0785-3157-0125-9BC3-856014475624}"/>
          </ac:spMkLst>
        </pc:spChg>
      </pc:sldChg>
      <pc:sldChg chg="modSp">
        <pc:chgData name="主査　福島 直人" userId="S::naoto_2_fukushima@ccken.onmicrosoft.com::8f548a50-3d4a-4660-b17c-82fdb2003fd5" providerId="AD" clId="Web-{0667AE7F-D9ED-8D66-2448-B08411A0C167}" dt="2026-02-18T12:13:47.980" v="174" actId="20577"/>
        <pc:sldMkLst>
          <pc:docMk/>
          <pc:sldMk cId="20629679" sldId="955"/>
        </pc:sldMkLst>
        <pc:spChg chg="mod">
          <ac:chgData name="主査　福島 直人" userId="S::naoto_2_fukushima@ccken.onmicrosoft.com::8f548a50-3d4a-4660-b17c-82fdb2003fd5" providerId="AD" clId="Web-{0667AE7F-D9ED-8D66-2448-B08411A0C167}" dt="2026-02-18T12:12:12.758" v="167" actId="20577"/>
          <ac:spMkLst>
            <pc:docMk/>
            <pc:sldMk cId="20629679" sldId="955"/>
            <ac:spMk id="5" creationId="{3E8D3B7C-E884-C22A-9ADF-4BE38B496EEE}"/>
          </ac:spMkLst>
        </pc:spChg>
        <pc:spChg chg="mod">
          <ac:chgData name="主査　福島 直人" userId="S::naoto_2_fukushima@ccken.onmicrosoft.com::8f548a50-3d4a-4660-b17c-82fdb2003fd5" providerId="AD" clId="Web-{0667AE7F-D9ED-8D66-2448-B08411A0C167}" dt="2026-02-18T11:52:08.695" v="70" actId="20577"/>
          <ac:spMkLst>
            <pc:docMk/>
            <pc:sldMk cId="20629679" sldId="955"/>
            <ac:spMk id="11" creationId="{3A694E3B-253B-3FB7-E05E-2B89ADDFFEF5}"/>
          </ac:spMkLst>
        </pc:spChg>
        <pc:spChg chg="mod">
          <ac:chgData name="主査　福島 直人" userId="S::naoto_2_fukushima@ccken.onmicrosoft.com::8f548a50-3d4a-4660-b17c-82fdb2003fd5" providerId="AD" clId="Web-{0667AE7F-D9ED-8D66-2448-B08411A0C167}" dt="2026-02-18T11:49:27.804" v="56" actId="20577"/>
          <ac:spMkLst>
            <pc:docMk/>
            <pc:sldMk cId="20629679" sldId="955"/>
            <ac:spMk id="19" creationId="{7FA90E8B-C78B-1117-E082-3C37BF6640D0}"/>
          </ac:spMkLst>
        </pc:spChg>
        <pc:spChg chg="mod">
          <ac:chgData name="主査　福島 直人" userId="S::naoto_2_fukushima@ccken.onmicrosoft.com::8f548a50-3d4a-4660-b17c-82fdb2003fd5" providerId="AD" clId="Web-{0667AE7F-D9ED-8D66-2448-B08411A0C167}" dt="2026-02-18T11:53:53.465" v="76" actId="20577"/>
          <ac:spMkLst>
            <pc:docMk/>
            <pc:sldMk cId="20629679" sldId="955"/>
            <ac:spMk id="24" creationId="{5E2147DF-6C08-7490-E84D-EF2309A03FF3}"/>
          </ac:spMkLst>
        </pc:spChg>
        <pc:spChg chg="mod">
          <ac:chgData name="主査　福島 直人" userId="S::naoto_2_fukushima@ccken.onmicrosoft.com::8f548a50-3d4a-4660-b17c-82fdb2003fd5" providerId="AD" clId="Web-{0667AE7F-D9ED-8D66-2448-B08411A0C167}" dt="2026-02-18T11:59:08.496" v="102" actId="20577"/>
          <ac:spMkLst>
            <pc:docMk/>
            <pc:sldMk cId="20629679" sldId="955"/>
            <ac:spMk id="29" creationId="{0E2D527E-0084-8CF9-CEE2-E09A0BD666FA}"/>
          </ac:spMkLst>
        </pc:spChg>
        <pc:spChg chg="mod">
          <ac:chgData name="主査　福島 直人" userId="S::naoto_2_fukushima@ccken.onmicrosoft.com::8f548a50-3d4a-4660-b17c-82fdb2003fd5" providerId="AD" clId="Web-{0667AE7F-D9ED-8D66-2448-B08411A0C167}" dt="2026-02-18T11:52:58.431" v="75" actId="14100"/>
          <ac:spMkLst>
            <pc:docMk/>
            <pc:sldMk cId="20629679" sldId="955"/>
            <ac:spMk id="31" creationId="{9159CA19-C158-05BA-5F48-7F90FB36C5EA}"/>
          </ac:spMkLst>
        </pc:spChg>
        <pc:spChg chg="mod">
          <ac:chgData name="主査　福島 直人" userId="S::naoto_2_fukushima@ccken.onmicrosoft.com::8f548a50-3d4a-4660-b17c-82fdb2003fd5" providerId="AD" clId="Web-{0667AE7F-D9ED-8D66-2448-B08411A0C167}" dt="2026-02-18T11:56:30.523" v="87" actId="20577"/>
          <ac:spMkLst>
            <pc:docMk/>
            <pc:sldMk cId="20629679" sldId="955"/>
            <ac:spMk id="34" creationId="{CFEBD4C4-B349-C9BB-2876-E2872993609F}"/>
          </ac:spMkLst>
        </pc:spChg>
        <pc:spChg chg="mod">
          <ac:chgData name="主査　福島 直人" userId="S::naoto_2_fukushima@ccken.onmicrosoft.com::8f548a50-3d4a-4660-b17c-82fdb2003fd5" providerId="AD" clId="Web-{0667AE7F-D9ED-8D66-2448-B08411A0C167}" dt="2026-02-18T12:13:47.980" v="174" actId="20577"/>
          <ac:spMkLst>
            <pc:docMk/>
            <pc:sldMk cId="20629679" sldId="955"/>
            <ac:spMk id="44" creationId="{B6A7D924-5A65-0BCB-27C7-03FDF840D74B}"/>
          </ac:spMkLst>
        </pc:spChg>
        <pc:cxnChg chg="mod">
          <ac:chgData name="主査　福島 直人" userId="S::naoto_2_fukushima@ccken.onmicrosoft.com::8f548a50-3d4a-4660-b17c-82fdb2003fd5" providerId="AD" clId="Web-{0667AE7F-D9ED-8D66-2448-B08411A0C167}" dt="2026-02-18T11:52:42.133" v="73" actId="1076"/>
          <ac:cxnSpMkLst>
            <pc:docMk/>
            <pc:sldMk cId="20629679" sldId="955"/>
            <ac:cxnSpMk id="13" creationId="{BDFAE1F0-FCF1-3BAF-9346-39872612CE68}"/>
          </ac:cxnSpMkLst>
        </pc:cxnChg>
        <pc:cxnChg chg="mod">
          <ac:chgData name="主査　福島 直人" userId="S::naoto_2_fukushima@ccken.onmicrosoft.com::8f548a50-3d4a-4660-b17c-82fdb2003fd5" providerId="AD" clId="Web-{0667AE7F-D9ED-8D66-2448-B08411A0C167}" dt="2026-02-18T11:58:39.683" v="99" actId="1076"/>
          <ac:cxnSpMkLst>
            <pc:docMk/>
            <pc:sldMk cId="20629679" sldId="955"/>
            <ac:cxnSpMk id="32" creationId="{986F2F92-87F2-0DD4-A402-9AEFB7F91DD1}"/>
          </ac:cxnSpMkLst>
        </pc:cxnChg>
      </pc:sldChg>
      <pc:sldChg chg="modSp">
        <pc:chgData name="主査　福島 直人" userId="S::naoto_2_fukushima@ccken.onmicrosoft.com::8f548a50-3d4a-4660-b17c-82fdb2003fd5" providerId="AD" clId="Web-{0667AE7F-D9ED-8D66-2448-B08411A0C167}" dt="2026-02-18T12:16:54.984" v="178" actId="20577"/>
        <pc:sldMkLst>
          <pc:docMk/>
          <pc:sldMk cId="2802704857" sldId="956"/>
        </pc:sldMkLst>
        <pc:spChg chg="mod">
          <ac:chgData name="主査　福島 直人" userId="S::naoto_2_fukushima@ccken.onmicrosoft.com::8f548a50-3d4a-4660-b17c-82fdb2003fd5" providerId="AD" clId="Web-{0667AE7F-D9ED-8D66-2448-B08411A0C167}" dt="2026-02-18T12:16:54.984" v="178" actId="20577"/>
          <ac:spMkLst>
            <pc:docMk/>
            <pc:sldMk cId="2802704857" sldId="956"/>
            <ac:spMk id="44" creationId="{197CAABA-809F-ABF9-96BD-0E89B70DC76E}"/>
          </ac:spMkLst>
        </pc:spChg>
      </pc:sldChg>
      <pc:sldChg chg="modSp">
        <pc:chgData name="主査　福島 直人" userId="S::naoto_2_fukushima@ccken.onmicrosoft.com::8f548a50-3d4a-4660-b17c-82fdb2003fd5" providerId="AD" clId="Web-{0667AE7F-D9ED-8D66-2448-B08411A0C167}" dt="2026-02-18T12:26:31.130" v="192" actId="20577"/>
        <pc:sldMkLst>
          <pc:docMk/>
          <pc:sldMk cId="2575810299" sldId="958"/>
        </pc:sldMkLst>
        <pc:spChg chg="mod">
          <ac:chgData name="主査　福島 直人" userId="S::naoto_2_fukushima@ccken.onmicrosoft.com::8f548a50-3d4a-4660-b17c-82fdb2003fd5" providerId="AD" clId="Web-{0667AE7F-D9ED-8D66-2448-B08411A0C167}" dt="2026-02-18T12:23:31.270" v="180" actId="20577"/>
          <ac:spMkLst>
            <pc:docMk/>
            <pc:sldMk cId="2575810299" sldId="958"/>
            <ac:spMk id="6" creationId="{568A092F-4BCD-F497-D8D3-73DA53EAE208}"/>
          </ac:spMkLst>
        </pc:spChg>
        <pc:spChg chg="mod">
          <ac:chgData name="主査　福島 直人" userId="S::naoto_2_fukushima@ccken.onmicrosoft.com::8f548a50-3d4a-4660-b17c-82fdb2003fd5" providerId="AD" clId="Web-{0667AE7F-D9ED-8D66-2448-B08411A0C167}" dt="2026-02-18T12:26:31.130" v="192" actId="20577"/>
          <ac:spMkLst>
            <pc:docMk/>
            <pc:sldMk cId="2575810299" sldId="958"/>
            <ac:spMk id="7" creationId="{77B1510E-D32B-59E6-7807-D1ADD4826386}"/>
          </ac:spMkLst>
        </pc:spChg>
        <pc:spChg chg="mod">
          <ac:chgData name="主査　福島 直人" userId="S::naoto_2_fukushima@ccken.onmicrosoft.com::8f548a50-3d4a-4660-b17c-82fdb2003fd5" providerId="AD" clId="Web-{0667AE7F-D9ED-8D66-2448-B08411A0C167}" dt="2026-02-18T12:26:12.880" v="186" actId="20577"/>
          <ac:spMkLst>
            <pc:docMk/>
            <pc:sldMk cId="2575810299" sldId="958"/>
            <ac:spMk id="9" creationId="{122BDB4F-8DDA-79B4-79E8-139B7EB54958}"/>
          </ac:spMkLst>
        </pc:spChg>
        <pc:spChg chg="mod">
          <ac:chgData name="主査　福島 直人" userId="S::naoto_2_fukushima@ccken.onmicrosoft.com::8f548a50-3d4a-4660-b17c-82fdb2003fd5" providerId="AD" clId="Web-{0667AE7F-D9ED-8D66-2448-B08411A0C167}" dt="2026-02-18T12:26:17.396" v="188" actId="20577"/>
          <ac:spMkLst>
            <pc:docMk/>
            <pc:sldMk cId="2575810299" sldId="958"/>
            <ac:spMk id="12" creationId="{CD67A43E-2129-F49F-AC21-CA15C1F34676}"/>
          </ac:spMkLst>
        </pc:spChg>
      </pc:sldChg>
      <pc:sldChg chg="modSp modCm">
        <pc:chgData name="主査　福島 直人" userId="S::naoto_2_fukushima@ccken.onmicrosoft.com::8f548a50-3d4a-4660-b17c-82fdb2003fd5" providerId="AD" clId="Web-{0667AE7F-D9ED-8D66-2448-B08411A0C167}" dt="2026-02-18T12:35:51.411" v="212" actId="20577"/>
        <pc:sldMkLst>
          <pc:docMk/>
          <pc:sldMk cId="4077408376" sldId="962"/>
        </pc:sldMkLst>
        <pc:spChg chg="mod">
          <ac:chgData name="主査　福島 直人" userId="S::naoto_2_fukushima@ccken.onmicrosoft.com::8f548a50-3d4a-4660-b17c-82fdb2003fd5" providerId="AD" clId="Web-{0667AE7F-D9ED-8D66-2448-B08411A0C167}" dt="2026-02-18T12:29:27.387" v="194" actId="20577"/>
          <ac:spMkLst>
            <pc:docMk/>
            <pc:sldMk cId="4077408376" sldId="962"/>
            <ac:spMk id="6" creationId="{72934253-6514-F777-3BF3-81C99250DB74}"/>
          </ac:spMkLst>
        </pc:spChg>
        <pc:spChg chg="mod">
          <ac:chgData name="主査　福島 直人" userId="S::naoto_2_fukushima@ccken.onmicrosoft.com::8f548a50-3d4a-4660-b17c-82fdb2003fd5" providerId="AD" clId="Web-{0667AE7F-D9ED-8D66-2448-B08411A0C167}" dt="2026-02-18T12:35:51.411" v="212" actId="20577"/>
          <ac:spMkLst>
            <pc:docMk/>
            <pc:sldMk cId="4077408376" sldId="962"/>
            <ac:spMk id="9" creationId="{54DDE1CC-0568-EF6F-FE9D-3552007C535E}"/>
          </ac:spMkLst>
        </pc:spChg>
        <pc:spChg chg="mod">
          <ac:chgData name="主査　福島 直人" userId="S::naoto_2_fukushima@ccken.onmicrosoft.com::8f548a50-3d4a-4660-b17c-82fdb2003fd5" providerId="AD" clId="Web-{0667AE7F-D9ED-8D66-2448-B08411A0C167}" dt="2026-02-18T12:35:06.379" v="211" actId="20577"/>
          <ac:spMkLst>
            <pc:docMk/>
            <pc:sldMk cId="4077408376" sldId="962"/>
            <ac:spMk id="12" creationId="{3A927910-672B-0641-FED7-A8527BE41529}"/>
          </ac:spMkLst>
        </pc:spChg>
        <pc:extLst>
          <p:ext xmlns:p="http://schemas.openxmlformats.org/presentationml/2006/main" uri="{D6D511B9-2390-475A-947B-AFAB55BFBCF1}">
            <pc226:cmChg xmlns:pc226="http://schemas.microsoft.com/office/powerpoint/2022/06/main/command" chg="mod">
              <pc226:chgData name="主査　福島 直人" userId="S::naoto_2_fukushima@ccken.onmicrosoft.com::8f548a50-3d4a-4660-b17c-82fdb2003fd5" providerId="AD" clId="Web-{0667AE7F-D9ED-8D66-2448-B08411A0C167}" dt="2026-02-18T12:29:27.387" v="194" actId="20577"/>
              <pc2:cmMkLst xmlns:pc2="http://schemas.microsoft.com/office/powerpoint/2019/9/main/command">
                <pc:docMk/>
                <pc:sldMk cId="4077408376" sldId="962"/>
                <pc2:cmMk id="{6D97F101-5591-432D-ACF5-45C2DDF31A80}"/>
              </pc2:cmMkLst>
            </pc226:cmChg>
          </p:ext>
        </pc:extLst>
      </pc:sldChg>
    </pc:docChg>
  </pc:docChgLst>
  <pc:docChgLst>
    <pc:chgData name="三菱UFJ信託銀行　網野 智仁" userId="S::tomohito_amino@ccken.onmicrosoft.com::f8474316-ab6c-4136-bc0a-a68b4c48cb80" providerId="AD" clId="Web-{7B8DDC43-9E5C-96FE-201C-8B8128B29043}"/>
    <pc:docChg chg="addSld modSld sldOrd modSection">
      <pc:chgData name="三菱UFJ信託銀行　網野 智仁" userId="S::tomohito_amino@ccken.onmicrosoft.com::f8474316-ab6c-4136-bc0a-a68b4c48cb80" providerId="AD" clId="Web-{7B8DDC43-9E5C-96FE-201C-8B8128B29043}" dt="2026-02-12T08:38:17.464" v="171"/>
      <pc:docMkLst>
        <pc:docMk/>
      </pc:docMkLst>
    </pc:docChg>
  </pc:docChgLst>
  <pc:docChgLst>
    <pc:chgData name="三菱UFJモルガン・スタンレー証券　中川 このみ" userId="S::nakagawakonomi.cc.kenkyukai_gmail.com#ext#@ccken.onmicrosoft.com::449cad5c-e2b6-4374-82cf-c006f203c156" providerId="AD" clId="Web-{4B895C52-ECD9-1263-BCE9-84C840768287}"/>
    <pc:docChg chg="modSld">
      <pc:chgData name="三菱UFJモルガン・スタンレー証券　中川 このみ" userId="S::nakagawakonomi.cc.kenkyukai_gmail.com#ext#@ccken.onmicrosoft.com::449cad5c-e2b6-4374-82cf-c006f203c156" providerId="AD" clId="Web-{4B895C52-ECD9-1263-BCE9-84C840768287}" dt="2026-02-12T07:29:08.970" v="151" actId="1076"/>
      <pc:docMkLst>
        <pc:docMk/>
      </pc:docMkLst>
    </pc:docChg>
  </pc:docChgLst>
  <pc:docChgLst>
    <pc:chgData name="主査　福島 直人" userId="S::naoto_2_fukushima@ccken.onmicrosoft.com::8f548a50-3d4a-4660-b17c-82fdb2003fd5" providerId="AD" clId="Web-{DE5286DE-27DF-0508-F21A-01FA61FF3FB1}"/>
    <pc:docChg chg="delSld modSld sldOrd delSection modSection">
      <pc:chgData name="主査　福島 直人" userId="S::naoto_2_fukushima@ccken.onmicrosoft.com::8f548a50-3d4a-4660-b17c-82fdb2003fd5" providerId="AD" clId="Web-{DE5286DE-27DF-0508-F21A-01FA61FF3FB1}" dt="2026-02-10T03:50:13.021" v="191"/>
      <pc:docMkLst>
        <pc:docMk/>
      </pc:docMkLst>
      <pc:sldChg chg="addSp delSp modSp">
        <pc:chgData name="主査　福島 直人" userId="S::naoto_2_fukushima@ccken.onmicrosoft.com::8f548a50-3d4a-4660-b17c-82fdb2003fd5" providerId="AD" clId="Web-{DE5286DE-27DF-0508-F21A-01FA61FF3FB1}" dt="2026-02-10T03:47:43.188" v="188" actId="1076"/>
        <pc:sldMkLst>
          <pc:docMk/>
          <pc:sldMk cId="468256319" sldId="471"/>
        </pc:sldMkLst>
        <pc:spChg chg="mod">
          <ac:chgData name="主査　福島 直人" userId="S::naoto_2_fukushima@ccken.onmicrosoft.com::8f548a50-3d4a-4660-b17c-82fdb2003fd5" providerId="AD" clId="Web-{DE5286DE-27DF-0508-F21A-01FA61FF3FB1}" dt="2026-02-10T03:47:43.188" v="188" actId="1076"/>
          <ac:spMkLst>
            <pc:docMk/>
            <pc:sldMk cId="468256319" sldId="471"/>
            <ac:spMk id="8" creationId="{2EB57A3D-2B3C-231B-5451-E2954021DEAC}"/>
          </ac:spMkLst>
        </pc:spChg>
        <pc:graphicFrameChg chg="mod modGraphic">
          <ac:chgData name="主査　福島 直人" userId="S::naoto_2_fukushima@ccken.onmicrosoft.com::8f548a50-3d4a-4660-b17c-82fdb2003fd5" providerId="AD" clId="Web-{DE5286DE-27DF-0508-F21A-01FA61FF3FB1}" dt="2026-02-10T03:46:14.511" v="183"/>
          <ac:graphicFrameMkLst>
            <pc:docMk/>
            <pc:sldMk cId="468256319" sldId="471"/>
            <ac:graphicFrameMk id="3" creationId="{EC18DF6F-C7CF-30A6-E70A-2906204D493A}"/>
          </ac:graphicFrameMkLst>
        </pc:graphicFrameChg>
        <pc:graphicFrameChg chg="add mod modGraphic">
          <ac:chgData name="主査　福島 直人" userId="S::naoto_2_fukushima@ccken.onmicrosoft.com::8f548a50-3d4a-4660-b17c-82fdb2003fd5" providerId="AD" clId="Web-{DE5286DE-27DF-0508-F21A-01FA61FF3FB1}" dt="2026-02-10T03:46:03.151" v="175"/>
          <ac:graphicFrameMkLst>
            <pc:docMk/>
            <pc:sldMk cId="468256319" sldId="471"/>
            <ac:graphicFrameMk id="4" creationId="{1F099318-8408-F823-37D5-7532CD2FB5EF}"/>
          </ac:graphicFrameMkLst>
        </pc:graphicFrameChg>
        <pc:graphicFrameChg chg="mod modGraphic">
          <ac:chgData name="主査　福島 直人" userId="S::naoto_2_fukushima@ccken.onmicrosoft.com::8f548a50-3d4a-4660-b17c-82fdb2003fd5" providerId="AD" clId="Web-{DE5286DE-27DF-0508-F21A-01FA61FF3FB1}" dt="2026-02-10T03:46:11.917" v="181"/>
          <ac:graphicFrameMkLst>
            <pc:docMk/>
            <pc:sldMk cId="468256319" sldId="471"/>
            <ac:graphicFrameMk id="6" creationId="{0DB2FBBA-AC43-1EDA-27A9-F7A42419EF30}"/>
          </ac:graphicFrameMkLst>
        </pc:graphicFrameChg>
        <pc:graphicFrameChg chg="mod modGraphic">
          <ac:chgData name="主査　福島 直人" userId="S::naoto_2_fukushima@ccken.onmicrosoft.com::8f548a50-3d4a-4660-b17c-82fdb2003fd5" providerId="AD" clId="Web-{DE5286DE-27DF-0508-F21A-01FA61FF3FB1}" dt="2026-02-10T03:46:08.495" v="179"/>
          <ac:graphicFrameMkLst>
            <pc:docMk/>
            <pc:sldMk cId="468256319" sldId="471"/>
            <ac:graphicFrameMk id="9" creationId="{D0A2CC2F-E126-64DD-32A4-1C5F3361211B}"/>
          </ac:graphicFrameMkLst>
        </pc:graphicFrameChg>
        <pc:graphicFrameChg chg="mod modGraphic">
          <ac:chgData name="主査　福島 直人" userId="S::naoto_2_fukushima@ccken.onmicrosoft.com::8f548a50-3d4a-4660-b17c-82fdb2003fd5" providerId="AD" clId="Web-{DE5286DE-27DF-0508-F21A-01FA61FF3FB1}" dt="2026-02-10T03:46:34.418" v="186" actId="1076"/>
          <ac:graphicFrameMkLst>
            <pc:docMk/>
            <pc:sldMk cId="468256319" sldId="471"/>
            <ac:graphicFrameMk id="14" creationId="{81CF28A4-EEDB-E592-71A3-5D2C5757D04E}"/>
          </ac:graphicFrameMkLst>
        </pc:graphicFrameChg>
      </pc:sldChg>
    </pc:docChg>
  </pc:docChgLst>
  <pc:docChgLst>
    <pc:chgData name="明治安田　荻野 純平" userId="S::jy-ogino@ccken.onmicrosoft.com::27cba3d8-e4d3-428c-9353-43187c47438c" providerId="AD" clId="Web-{0237C7FD-D890-071E-82F2-11329E0325D5}"/>
    <pc:docChg chg="mod modSld sldOrd">
      <pc:chgData name="明治安田　荻野 純平" userId="S::jy-ogino@ccken.onmicrosoft.com::27cba3d8-e4d3-428c-9353-43187c47438c" providerId="AD" clId="Web-{0237C7FD-D890-071E-82F2-11329E0325D5}" dt="2026-02-24T14:56:42.489" v="240"/>
      <pc:docMkLst>
        <pc:docMk/>
      </pc:docMkLst>
      <pc:sldChg chg="modSp">
        <pc:chgData name="明治安田　荻野 純平" userId="S::jy-ogino@ccken.onmicrosoft.com::27cba3d8-e4d3-428c-9353-43187c47438c" providerId="AD" clId="Web-{0237C7FD-D890-071E-82F2-11329E0325D5}" dt="2026-02-24T14:43:41.226" v="184" actId="20577"/>
        <pc:sldMkLst>
          <pc:docMk/>
          <pc:sldMk cId="2912982522" sldId="983"/>
        </pc:sldMkLst>
        <pc:spChg chg="mod">
          <ac:chgData name="明治安田　荻野 純平" userId="S::jy-ogino@ccken.onmicrosoft.com::27cba3d8-e4d3-428c-9353-43187c47438c" providerId="AD" clId="Web-{0237C7FD-D890-071E-82F2-11329E0325D5}" dt="2026-02-24T14:43:31.898" v="181" actId="20577"/>
          <ac:spMkLst>
            <pc:docMk/>
            <pc:sldMk cId="2912982522" sldId="983"/>
            <ac:spMk id="1032" creationId="{428DD5BD-C273-5AFF-394B-F268E0F1CCB5}"/>
          </ac:spMkLst>
        </pc:spChg>
      </pc:sldChg>
    </pc:docChg>
  </pc:docChgLst>
  <pc:docChgLst>
    <pc:chgData name="MUS情報システム　山脇 美結" userId="S::miyu.120112.pine_gmail.com#ext#@ccken.onmicrosoft.com::fd8ccd46-d71f-4364-8690-15c60a2853cf" providerId="AD" clId="Web-{235BF63F-E374-AB19-1E28-5CC68BF4941C}"/>
    <pc:docChg chg="addSld modSld modSection">
      <pc:chgData name="MUS情報システム　山脇 美結" userId="S::miyu.120112.pine_gmail.com#ext#@ccken.onmicrosoft.com::fd8ccd46-d71f-4364-8690-15c60a2853cf" providerId="AD" clId="Web-{235BF63F-E374-AB19-1E28-5CC68BF4941C}" dt="2026-02-05T12:16:40.945" v="354"/>
      <pc:docMkLst>
        <pc:docMk/>
      </pc:docMkLst>
      <pc:sldChg chg="addSp delSp modSp modCm">
        <pc:chgData name="MUS情報システム　山脇 美結" userId="S::miyu.120112.pine_gmail.com#ext#@ccken.onmicrosoft.com::fd8ccd46-d71f-4364-8690-15c60a2853cf" providerId="AD" clId="Web-{235BF63F-E374-AB19-1E28-5CC68BF4941C}" dt="2026-02-05T12:06:14.156" v="294" actId="20577"/>
        <pc:sldMkLst>
          <pc:docMk/>
          <pc:sldMk cId="2585609864" sldId="805"/>
        </pc:sldMkLst>
        <pc:spChg chg="add mod">
          <ac:chgData name="MUS情報システム　山脇 美結" userId="S::miyu.120112.pine_gmail.com#ext#@ccken.onmicrosoft.com::fd8ccd46-d71f-4364-8690-15c60a2853cf" providerId="AD" clId="Web-{235BF63F-E374-AB19-1E28-5CC68BF4941C}" dt="2026-02-05T12:06:14.156" v="294" actId="20577"/>
          <ac:spMkLst>
            <pc:docMk/>
            <pc:sldMk cId="2585609864" sldId="805"/>
            <ac:spMk id="6" creationId="{793CFA41-6EDE-8D1C-DF80-F2C497DE9D26}"/>
          </ac:spMkLst>
        </pc:spChg>
        <pc:spChg chg="add mod topLvl">
          <ac:chgData name="MUS情報システム　山脇 美結" userId="S::miyu.120112.pine_gmail.com#ext#@ccken.onmicrosoft.com::fd8ccd46-d71f-4364-8690-15c60a2853cf" providerId="AD" clId="Web-{235BF63F-E374-AB19-1E28-5CC68BF4941C}" dt="2026-02-05T11:58:11.044" v="258" actId="14100"/>
          <ac:spMkLst>
            <pc:docMk/>
            <pc:sldMk cId="2585609864" sldId="805"/>
            <ac:spMk id="8" creationId="{D7BC2DC2-CB76-A73F-148A-0EB3299D4993}"/>
          </ac:spMkLst>
        </pc:spChg>
        <pc:spChg chg="add mod topLvl">
          <ac:chgData name="MUS情報システム　山脇 美結" userId="S::miyu.120112.pine_gmail.com#ext#@ccken.onmicrosoft.com::fd8ccd46-d71f-4364-8690-15c60a2853cf" providerId="AD" clId="Web-{235BF63F-E374-AB19-1E28-5CC68BF4941C}" dt="2026-02-05T12:03:04.117" v="276" actId="20577"/>
          <ac:spMkLst>
            <pc:docMk/>
            <pc:sldMk cId="2585609864" sldId="805"/>
            <ac:spMk id="10" creationId="{78CEB9CE-D0D7-ACFE-41FF-E20E3537245E}"/>
          </ac:spMkLst>
        </pc:spChg>
        <pc:spChg chg="add mod topLvl">
          <ac:chgData name="MUS情報システム　山脇 美結" userId="S::miyu.120112.pine_gmail.com#ext#@ccken.onmicrosoft.com::fd8ccd46-d71f-4364-8690-15c60a2853cf" providerId="AD" clId="Web-{235BF63F-E374-AB19-1E28-5CC68BF4941C}" dt="2026-02-05T11:58:11.075" v="260" actId="14100"/>
          <ac:spMkLst>
            <pc:docMk/>
            <pc:sldMk cId="2585609864" sldId="805"/>
            <ac:spMk id="12" creationId="{C649E8FD-71D1-7C1F-200C-B2797483FCF6}"/>
          </ac:spMkLst>
        </pc:spChg>
        <pc:spChg chg="add mod topLvl">
          <ac:chgData name="MUS情報システム　山脇 美結" userId="S::miyu.120112.pine_gmail.com#ext#@ccken.onmicrosoft.com::fd8ccd46-d71f-4364-8690-15c60a2853cf" providerId="AD" clId="Web-{235BF63F-E374-AB19-1E28-5CC68BF4941C}" dt="2026-02-05T11:59:09.958" v="268" actId="1076"/>
          <ac:spMkLst>
            <pc:docMk/>
            <pc:sldMk cId="2585609864" sldId="805"/>
            <ac:spMk id="14" creationId="{37369E3C-828C-A23F-67FC-975BC85BA315}"/>
          </ac:spMkLst>
        </pc:spChg>
        <pc:spChg chg="mod ord">
          <ac:chgData name="MUS情報システム　山脇 美結" userId="S::miyu.120112.pine_gmail.com#ext#@ccken.onmicrosoft.com::fd8ccd46-d71f-4364-8690-15c60a2853cf" providerId="AD" clId="Web-{235BF63F-E374-AB19-1E28-5CC68BF4941C}" dt="2026-02-05T11:58:41.595" v="264" actId="20577"/>
          <ac:spMkLst>
            <pc:docMk/>
            <pc:sldMk cId="2585609864" sldId="805"/>
            <ac:spMk id="33" creationId="{40BF9FC3-B5B4-3CB1-5485-A87951127908}"/>
          </ac:spMkLst>
        </pc:spChg>
        <pc:extLst>
          <p:ext xmlns:p="http://schemas.openxmlformats.org/presentationml/2006/main" uri="{D6D511B9-2390-475A-947B-AFAB55BFBCF1}">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A7140654-CA9E-4285-A509-3A49433FA088}"/>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1:58:41.595" v="264" actId="20577"/>
              <pc2:cmMkLst xmlns:pc2="http://schemas.microsoft.com/office/powerpoint/2019/9/main/command">
                <pc:docMk/>
                <pc:sldMk cId="2585609864" sldId="805"/>
                <pc2:cmMk id="{D06FF855-5963-4C4A-9C6A-FEB0EE930F83}"/>
              </pc2:cmMkLst>
            </pc226:cmChg>
            <pc226:cmChg xmlns:pc226="http://schemas.microsoft.com/office/powerpoint/2022/06/main/command" chg="mod">
              <pc226:chgData name="MUS情報システム　山脇 美結" userId="S::miyu.120112.pine_gmail.com#ext#@ccken.onmicrosoft.com::fd8ccd46-d71f-4364-8690-15c60a2853cf" providerId="AD" clId="Web-{235BF63F-E374-AB19-1E28-5CC68BF4941C}" dt="2026-02-05T12:03:04.117" v="276" actId="20577"/>
              <pc2:cmMkLst xmlns:pc2="http://schemas.microsoft.com/office/powerpoint/2019/9/main/command">
                <pc:docMk/>
                <pc:sldMk cId="2585609864" sldId="805"/>
                <pc2:cmMk id="{E8C4E97F-E4E5-48FB-9525-9089D724DF4D}"/>
              </pc2:cmMkLst>
            </pc226:cmChg>
          </p:ext>
        </pc:extLst>
      </pc:sldChg>
    </pc:docChg>
  </pc:docChgLst>
  <pc:docChgLst>
    <pc:chgData name="Takahashi Ryo/高橋 諒(MELCO/ＤＩ本 販売標)" userId="53269949-349a-402b-9227-883bd9daa6d4" providerId="ADAL" clId="{8280E182-4BA5-4A1A-BA8F-3CE442B3C9C8}"/>
    <pc:docChg chg="undo custSel modSld">
      <pc:chgData name="Takahashi Ryo/高橋 諒(MELCO/ＤＩ本 販売標)" userId="53269949-349a-402b-9227-883bd9daa6d4" providerId="ADAL" clId="{8280E182-4BA5-4A1A-BA8F-3CE442B3C9C8}" dt="2026-02-17T03:43:11.786" v="107" actId="14100"/>
      <pc:docMkLst>
        <pc:docMk/>
      </pc:docMkLst>
    </pc:docChg>
  </pc:docChgLst>
  <pc:docChgLst>
    <pc:chgData name="MUIT　土屋 遼太郎" userId="S::ryoukunjajaan4127_gmail.com#ext#@ccken.onmicrosoft.com::fd1358ce-a2d5-4118-97fd-140e7e3174f1" providerId="AD" clId="Web-{D01BAC71-663D-0429-F0E0-A7B5A5699245}"/>
    <pc:docChg chg="addSld modSld modSection">
      <pc:chgData name="MUIT　土屋 遼太郎" userId="S::ryoukunjajaan4127_gmail.com#ext#@ccken.onmicrosoft.com::fd1358ce-a2d5-4118-97fd-140e7e3174f1" providerId="AD" clId="Web-{D01BAC71-663D-0429-F0E0-A7B5A5699245}" dt="2026-02-07T03:51:53.529" v="399" actId="1076"/>
      <pc:docMkLst>
        <pc:docMk/>
      </pc:docMkLst>
    </pc:docChg>
  </pc:docChgLst>
  <pc:docChgLst>
    <pc:chgData name="主査　福島 直人" userId="S::naoto_2_fukushima@ccken.onmicrosoft.com::8f548a50-3d4a-4660-b17c-82fdb2003fd5" providerId="AD" clId="Web-{9C479C87-A671-82A7-8C09-25AB96879F33}"/>
    <pc:docChg chg="addSld modSld sldOrd modSection">
      <pc:chgData name="主査　福島 直人" userId="S::naoto_2_fukushima@ccken.onmicrosoft.com::8f548a50-3d4a-4660-b17c-82fdb2003fd5" providerId="AD" clId="Web-{9C479C87-A671-82A7-8C09-25AB96879F33}" dt="2026-02-19T15:41:28.257" v="1063" actId="20577"/>
      <pc:docMkLst>
        <pc:docMk/>
      </pc:docMkLst>
      <pc:sldChg chg="modSp">
        <pc:chgData name="主査　福島 直人" userId="S::naoto_2_fukushima@ccken.onmicrosoft.com::8f548a50-3d4a-4660-b17c-82fdb2003fd5" providerId="AD" clId="Web-{9C479C87-A671-82A7-8C09-25AB96879F33}" dt="2026-02-19T15:12:06.439" v="956" actId="20577"/>
        <pc:sldMkLst>
          <pc:docMk/>
          <pc:sldMk cId="1392608573" sldId="727"/>
        </pc:sldMkLst>
        <pc:spChg chg="mod">
          <ac:chgData name="主査　福島 直人" userId="S::naoto_2_fukushima@ccken.onmicrosoft.com::8f548a50-3d4a-4660-b17c-82fdb2003fd5" providerId="AD" clId="Web-{9C479C87-A671-82A7-8C09-25AB96879F33}" dt="2026-02-19T15:12:06.439" v="956" actId="20577"/>
          <ac:spMkLst>
            <pc:docMk/>
            <pc:sldMk cId="1392608573" sldId="727"/>
            <ac:spMk id="5" creationId="{A91FDA4D-43D0-CD1A-2F78-41AC297B4E48}"/>
          </ac:spMkLst>
        </pc:spChg>
      </pc:sldChg>
      <pc:sldChg chg="addSp delSp modSp">
        <pc:chgData name="主査　福島 直人" userId="S::naoto_2_fukushima@ccken.onmicrosoft.com::8f548a50-3d4a-4660-b17c-82fdb2003fd5" providerId="AD" clId="Web-{9C479C87-A671-82A7-8C09-25AB96879F33}" dt="2026-02-19T14:49:18.270" v="929" actId="1076"/>
        <pc:sldMkLst>
          <pc:docMk/>
          <pc:sldMk cId="2104226278" sldId="925"/>
        </pc:sldMkLst>
        <pc:spChg chg="mod">
          <ac:chgData name="主査　福島 直人" userId="S::naoto_2_fukushima@ccken.onmicrosoft.com::8f548a50-3d4a-4660-b17c-82fdb2003fd5" providerId="AD" clId="Web-{9C479C87-A671-82A7-8C09-25AB96879F33}" dt="2026-02-19T14:49:06.051" v="925" actId="20577"/>
          <ac:spMkLst>
            <pc:docMk/>
            <pc:sldMk cId="2104226278" sldId="925"/>
            <ac:spMk id="4" creationId="{38AF7428-4374-5A78-5C06-9D6202138608}"/>
          </ac:spMkLst>
        </pc:spChg>
      </pc:sldChg>
      <pc:sldChg chg="addSp modSp">
        <pc:chgData name="主査　福島 直人" userId="S::naoto_2_fukushima@ccken.onmicrosoft.com::8f548a50-3d4a-4660-b17c-82fdb2003fd5" providerId="AD" clId="Web-{9C479C87-A671-82A7-8C09-25AB96879F33}" dt="2026-02-19T15:20:27.030" v="1009" actId="20577"/>
        <pc:sldMkLst>
          <pc:docMk/>
          <pc:sldMk cId="3496318797" sldId="954"/>
        </pc:sldMkLst>
      </pc:sldChg>
      <pc:sldChg chg="addSp delSp modSp">
        <pc:chgData name="主査　福島 直人" userId="S::naoto_2_fukushima@ccken.onmicrosoft.com::8f548a50-3d4a-4660-b17c-82fdb2003fd5" providerId="AD" clId="Web-{9C479C87-A671-82A7-8C09-25AB96879F33}" dt="2026-02-19T15:25:40.736" v="1027" actId="20577"/>
        <pc:sldMkLst>
          <pc:docMk/>
          <pc:sldMk cId="20629679" sldId="955"/>
        </pc:sldMkLst>
        <pc:spChg chg="mod">
          <ac:chgData name="主査　福島 直人" userId="S::naoto_2_fukushima@ccken.onmicrosoft.com::8f548a50-3d4a-4660-b17c-82fdb2003fd5" providerId="AD" clId="Web-{9C479C87-A671-82A7-8C09-25AB96879F33}" dt="2026-02-19T15:25:40.736" v="1027" actId="20577"/>
          <ac:spMkLst>
            <pc:docMk/>
            <pc:sldMk cId="20629679" sldId="955"/>
            <ac:spMk id="34" creationId="{CFEBD4C4-B349-C9BB-2876-E2872993609F}"/>
          </ac:spMkLst>
        </pc:spChg>
        <pc:cxnChg chg="mod">
          <ac:chgData name="主査　福島 直人" userId="S::naoto_2_fukushima@ccken.onmicrosoft.com::8f548a50-3d4a-4660-b17c-82fdb2003fd5" providerId="AD" clId="Web-{9C479C87-A671-82A7-8C09-25AB96879F33}" dt="2026-02-19T15:25:17.642" v="1020" actId="1076"/>
          <ac:cxnSpMkLst>
            <pc:docMk/>
            <pc:sldMk cId="20629679" sldId="955"/>
            <ac:cxnSpMk id="37" creationId="{C260F499-26E6-2B7A-8B12-8A1A5152B106}"/>
          </ac:cxnSpMkLst>
        </pc:cxnChg>
      </pc:sldChg>
      <pc:sldChg chg="modSp">
        <pc:chgData name="主査　福島 直人" userId="S::naoto_2_fukushima@ccken.onmicrosoft.com::8f548a50-3d4a-4660-b17c-82fdb2003fd5" providerId="AD" clId="Web-{9C479C87-A671-82A7-8C09-25AB96879F33}" dt="2026-02-19T15:24:11.469" v="1012" actId="20577"/>
        <pc:sldMkLst>
          <pc:docMk/>
          <pc:sldMk cId="2575810299" sldId="958"/>
        </pc:sldMkLst>
        <pc:spChg chg="mod">
          <ac:chgData name="主査　福島 直人" userId="S::naoto_2_fukushima@ccken.onmicrosoft.com::8f548a50-3d4a-4660-b17c-82fdb2003fd5" providerId="AD" clId="Web-{9C479C87-A671-82A7-8C09-25AB96879F33}" dt="2026-02-19T15:23:15.328" v="1011" actId="20577"/>
          <ac:spMkLst>
            <pc:docMk/>
            <pc:sldMk cId="2575810299" sldId="958"/>
            <ac:spMk id="3" creationId="{309EA843-8EB0-DEFE-3D01-4D8DF23D26A2}"/>
          </ac:spMkLst>
        </pc:spChg>
        <pc:spChg chg="mod">
          <ac:chgData name="主査　福島 直人" userId="S::naoto_2_fukushima@ccken.onmicrosoft.com::8f548a50-3d4a-4660-b17c-82fdb2003fd5" providerId="AD" clId="Web-{9C479C87-A671-82A7-8C09-25AB96879F33}" dt="2026-02-19T15:24:11.469" v="1012" actId="20577"/>
          <ac:spMkLst>
            <pc:docMk/>
            <pc:sldMk cId="2575810299" sldId="958"/>
            <ac:spMk id="9" creationId="{122BDB4F-8DDA-79B4-79E8-139B7EB54958}"/>
          </ac:spMkLst>
        </pc:spChg>
      </pc:sldChg>
    </pc:docChg>
  </pc:docChgLst>
  <pc:docChgLst>
    <pc:chgData name="主査　福島 直人" userId="S::naoto_2_fukushima@ccken.onmicrosoft.com::8f548a50-3d4a-4660-b17c-82fdb2003fd5" providerId="AD" clId="Web-{EC889488-9FF6-0918-46B4-F10DFD8FA948}"/>
    <pc:docChg chg="modSld">
      <pc:chgData name="主査　福島 直人" userId="S::naoto_2_fukushima@ccken.onmicrosoft.com::8f548a50-3d4a-4660-b17c-82fdb2003fd5" providerId="AD" clId="Web-{EC889488-9FF6-0918-46B4-F10DFD8FA948}" dt="2026-02-19T07:51:01.580" v="34"/>
      <pc:docMkLst>
        <pc:docMk/>
      </pc:docMkLst>
      <pc:sldChg chg="modSp">
        <pc:chgData name="主査　福島 直人" userId="S::naoto_2_fukushima@ccken.onmicrosoft.com::8f548a50-3d4a-4660-b17c-82fdb2003fd5" providerId="AD" clId="Web-{EC889488-9FF6-0918-46B4-F10DFD8FA948}" dt="2026-02-19T04:19:40.361" v="2"/>
        <pc:sldMkLst>
          <pc:docMk/>
          <pc:sldMk cId="3496318797" sldId="954"/>
        </pc:sldMkLst>
      </pc:sldChg>
      <pc:sldChg chg="modSp">
        <pc:chgData name="主査　福島 直人" userId="S::naoto_2_fukushima@ccken.onmicrosoft.com::8f548a50-3d4a-4660-b17c-82fdb2003fd5" providerId="AD" clId="Web-{EC889488-9FF6-0918-46B4-F10DFD8FA948}" dt="2026-02-19T04:04:28.642" v="1" actId="20577"/>
        <pc:sldMkLst>
          <pc:docMk/>
          <pc:sldMk cId="20629679" sldId="955"/>
        </pc:sldMkLst>
        <pc:spChg chg="mod">
          <ac:chgData name="主査　福島 直人" userId="S::naoto_2_fukushima@ccken.onmicrosoft.com::8f548a50-3d4a-4660-b17c-82fdb2003fd5" providerId="AD" clId="Web-{EC889488-9FF6-0918-46B4-F10DFD8FA948}" dt="2026-02-19T04:04:28.642" v="1" actId="20577"/>
          <ac:spMkLst>
            <pc:docMk/>
            <pc:sldMk cId="20629679" sldId="955"/>
            <ac:spMk id="34" creationId="{CFEBD4C4-B349-C9BB-2876-E2872993609F}"/>
          </ac:spMkLst>
        </pc:spChg>
      </pc:sldChg>
      <pc:sldChg chg="modSp">
        <pc:chgData name="主査　福島 直人" userId="S::naoto_2_fukushima@ccken.onmicrosoft.com::8f548a50-3d4a-4660-b17c-82fdb2003fd5" providerId="AD" clId="Web-{EC889488-9FF6-0918-46B4-F10DFD8FA948}" dt="2026-02-19T04:27:52.909" v="3"/>
        <pc:sldMkLst>
          <pc:docMk/>
          <pc:sldMk cId="2802704857" sldId="956"/>
        </pc:sldMkLst>
        <pc:spChg chg="mod">
          <ac:chgData name="主査　福島 直人" userId="S::naoto_2_fukushima@ccken.onmicrosoft.com::8f548a50-3d4a-4660-b17c-82fdb2003fd5" providerId="AD" clId="Web-{EC889488-9FF6-0918-46B4-F10DFD8FA948}" dt="2026-02-19T04:27:52.909" v="3"/>
          <ac:spMkLst>
            <pc:docMk/>
            <pc:sldMk cId="2802704857" sldId="956"/>
            <ac:spMk id="44" creationId="{197CAABA-809F-ABF9-96BD-0E89B70DC76E}"/>
          </ac:spMkLst>
        </pc:spChg>
      </pc:sldChg>
      <pc:sldChg chg="modSp">
        <pc:chgData name="主査　福島 直人" userId="S::naoto_2_fukushima@ccken.onmicrosoft.com::8f548a50-3d4a-4660-b17c-82fdb2003fd5" providerId="AD" clId="Web-{EC889488-9FF6-0918-46B4-F10DFD8FA948}" dt="2026-02-19T05:30:53.292" v="4" actId="20577"/>
        <pc:sldMkLst>
          <pc:docMk/>
          <pc:sldMk cId="4077408376" sldId="962"/>
        </pc:sldMkLst>
        <pc:spChg chg="mod">
          <ac:chgData name="主査　福島 直人" userId="S::naoto_2_fukushima@ccken.onmicrosoft.com::8f548a50-3d4a-4660-b17c-82fdb2003fd5" providerId="AD" clId="Web-{EC889488-9FF6-0918-46B4-F10DFD8FA948}" dt="2026-02-19T05:30:53.292" v="4" actId="20577"/>
          <ac:spMkLst>
            <pc:docMk/>
            <pc:sldMk cId="4077408376" sldId="962"/>
            <ac:spMk id="6" creationId="{72934253-6514-F777-3BF3-81C99250DB74}"/>
          </ac:spMkLst>
        </pc:spChg>
      </pc:sldChg>
    </pc:docChg>
  </pc:docChgLst>
  <pc:docChgLst>
    <pc:chgData name="masazaki yoshihiro/6201258/昌崎　良浩" userId="S::yoshihiro.masazaki.mk_mcgc.com#ext#@ccken.onmicrosoft.com::338b9127-7fcd-4e96-b095-c08a802489d5" providerId="AD" clId="Web-{FA778B56-13E9-B636-2992-C7234DABD891}"/>
    <pc:docChg chg="addSld modSld modSection">
      <pc:chgData name="masazaki yoshihiro/6201258/昌崎　良浩" userId="S::yoshihiro.masazaki.mk_mcgc.com#ext#@ccken.onmicrosoft.com::338b9127-7fcd-4e96-b095-c08a802489d5" providerId="AD" clId="Web-{FA778B56-13E9-B636-2992-C7234DABD891}" dt="2026-02-06T00:00:40.078" v="12" actId="20577"/>
      <pc:docMkLst>
        <pc:docMk/>
      </pc:docMkLst>
    </pc:docChg>
  </pc:docChgLst>
  <pc:docChgLst>
    <pc:chgData name="主査　福島 直人" userId="S::naoto_2_fukushima@ccken.onmicrosoft.com::8f548a50-3d4a-4660-b17c-82fdb2003fd5" providerId="AD" clId="Web-{7B0B2159-DD11-69DF-82D8-17F6BF45C170}"/>
    <pc:docChg chg="addSld modSld sldOrd modSection">
      <pc:chgData name="主査　福島 直人" userId="S::naoto_2_fukushima@ccken.onmicrosoft.com::8f548a50-3d4a-4660-b17c-82fdb2003fd5" providerId="AD" clId="Web-{7B0B2159-DD11-69DF-82D8-17F6BF45C170}" dt="2026-02-18T08:11:02.497" v="319"/>
      <pc:docMkLst>
        <pc:docMk/>
      </pc:docMkLst>
      <pc:sldChg chg="modSp">
        <pc:chgData name="主査　福島 直人" userId="S::naoto_2_fukushima@ccken.onmicrosoft.com::8f548a50-3d4a-4660-b17c-82fdb2003fd5" providerId="AD" clId="Web-{7B0B2159-DD11-69DF-82D8-17F6BF45C170}" dt="2026-02-18T08:11:02.497" v="319"/>
        <pc:sldMkLst>
          <pc:docMk/>
          <pc:sldMk cId="468256319" sldId="471"/>
        </pc:sldMkLst>
        <pc:spChg chg="mod">
          <ac:chgData name="主査　福島 直人" userId="S::naoto_2_fukushima@ccken.onmicrosoft.com::8f548a50-3d4a-4660-b17c-82fdb2003fd5" providerId="AD" clId="Web-{7B0B2159-DD11-69DF-82D8-17F6BF45C170}" dt="2026-02-18T08:09:59.667" v="313" actId="1076"/>
          <ac:spMkLst>
            <pc:docMk/>
            <pc:sldMk cId="468256319" sldId="471"/>
            <ac:spMk id="8" creationId="{2EB57A3D-2B3C-231B-5451-E2954021DEAC}"/>
          </ac:spMkLst>
        </pc:spChg>
        <pc:graphicFrameChg chg="mod modGraphic">
          <ac:chgData name="主査　福島 直人" userId="S::naoto_2_fukushima@ccken.onmicrosoft.com::8f548a50-3d4a-4660-b17c-82fdb2003fd5" providerId="AD" clId="Web-{7B0B2159-DD11-69DF-82D8-17F6BF45C170}" dt="2026-02-18T08:11:00.137" v="317"/>
          <ac:graphicFrameMkLst>
            <pc:docMk/>
            <pc:sldMk cId="468256319" sldId="471"/>
            <ac:graphicFrameMk id="4" creationId="{1F099318-8408-F823-37D5-7532CD2FB5EF}"/>
          </ac:graphicFrameMkLst>
        </pc:graphicFrameChg>
        <pc:graphicFrameChg chg="mod modGraphic">
          <ac:chgData name="主査　福島 直人" userId="S::naoto_2_fukushima@ccken.onmicrosoft.com::8f548a50-3d4a-4660-b17c-82fdb2003fd5" providerId="AD" clId="Web-{7B0B2159-DD11-69DF-82D8-17F6BF45C170}" dt="2026-02-18T08:11:02.497" v="319"/>
          <ac:graphicFrameMkLst>
            <pc:docMk/>
            <pc:sldMk cId="468256319" sldId="471"/>
            <ac:graphicFrameMk id="9" creationId="{D0A2CC2F-E126-64DD-32A4-1C5F3361211B}"/>
          </ac:graphicFrameMkLst>
        </pc:graphicFrameChg>
        <pc:graphicFrameChg chg="mod modGraphic">
          <ac:chgData name="主査　福島 直人" userId="S::naoto_2_fukushima@ccken.onmicrosoft.com::8f548a50-3d4a-4660-b17c-82fdb2003fd5" providerId="AD" clId="Web-{7B0B2159-DD11-69DF-82D8-17F6BF45C170}" dt="2026-02-18T08:10:57.840" v="315"/>
          <ac:graphicFrameMkLst>
            <pc:docMk/>
            <pc:sldMk cId="468256319" sldId="471"/>
            <ac:graphicFrameMk id="14" creationId="{81CF28A4-EEDB-E592-71A3-5D2C5757D04E}"/>
          </ac:graphicFrameMkLst>
        </pc:graphicFrameChg>
      </pc:sldChg>
      <pc:sldChg chg="modSp">
        <pc:chgData name="主査　福島 直人" userId="S::naoto_2_fukushima@ccken.onmicrosoft.com::8f548a50-3d4a-4660-b17c-82fdb2003fd5" providerId="AD" clId="Web-{7B0B2159-DD11-69DF-82D8-17F6BF45C170}" dt="2026-02-18T08:01:32.231" v="278" actId="20577"/>
        <pc:sldMkLst>
          <pc:docMk/>
          <pc:sldMk cId="2104226278" sldId="925"/>
        </pc:sldMkLst>
        <pc:spChg chg="mod">
          <ac:chgData name="主査　福島 直人" userId="S::naoto_2_fukushima@ccken.onmicrosoft.com::8f548a50-3d4a-4660-b17c-82fdb2003fd5" providerId="AD" clId="Web-{7B0B2159-DD11-69DF-82D8-17F6BF45C170}" dt="2026-02-18T07:55:25.317" v="250" actId="20577"/>
          <ac:spMkLst>
            <pc:docMk/>
            <pc:sldMk cId="2104226278" sldId="925"/>
            <ac:spMk id="4" creationId="{38AF7428-4374-5A78-5C06-9D6202138608}"/>
          </ac:spMkLst>
        </pc:spChg>
        <pc:spChg chg="mod">
          <ac:chgData name="主査　福島 直人" userId="S::naoto_2_fukushima@ccken.onmicrosoft.com::8f548a50-3d4a-4660-b17c-82fdb2003fd5" providerId="AD" clId="Web-{7B0B2159-DD11-69DF-82D8-17F6BF45C170}" dt="2026-02-18T07:45:49.333" v="227" actId="20577"/>
          <ac:spMkLst>
            <pc:docMk/>
            <pc:sldMk cId="2104226278" sldId="925"/>
            <ac:spMk id="8" creationId="{86440CC3-A7FA-CFCE-E7B3-E982C5743E8B}"/>
          </ac:spMkLst>
        </pc:spChg>
        <pc:spChg chg="mod">
          <ac:chgData name="主査　福島 直人" userId="S::naoto_2_fukushima@ccken.onmicrosoft.com::8f548a50-3d4a-4660-b17c-82fdb2003fd5" providerId="AD" clId="Web-{7B0B2159-DD11-69DF-82D8-17F6BF45C170}" dt="2026-02-18T08:01:32.231" v="278" actId="20577"/>
          <ac:spMkLst>
            <pc:docMk/>
            <pc:sldMk cId="2104226278" sldId="925"/>
            <ac:spMk id="10" creationId="{3C49770F-B597-99E3-4C3F-7045D2CD7F66}"/>
          </ac:spMkLst>
        </pc:spChg>
        <pc:spChg chg="mod">
          <ac:chgData name="主査　福島 直人" userId="S::naoto_2_fukushima@ccken.onmicrosoft.com::8f548a50-3d4a-4660-b17c-82fdb2003fd5" providerId="AD" clId="Web-{7B0B2159-DD11-69DF-82D8-17F6BF45C170}" dt="2026-02-18T07:52:41.625" v="246" actId="20577"/>
          <ac:spMkLst>
            <pc:docMk/>
            <pc:sldMk cId="2104226278" sldId="925"/>
            <ac:spMk id="29" creationId="{40710AEF-4167-314C-94F0-F945231B42AA}"/>
          </ac:spMkLst>
        </pc:spChg>
        <pc:spChg chg="mod">
          <ac:chgData name="主査　福島 直人" userId="S::naoto_2_fukushima@ccken.onmicrosoft.com::8f548a50-3d4a-4660-b17c-82fdb2003fd5" providerId="AD" clId="Web-{7B0B2159-DD11-69DF-82D8-17F6BF45C170}" dt="2026-02-18T07:57:59.290" v="264" actId="20577"/>
          <ac:spMkLst>
            <pc:docMk/>
            <pc:sldMk cId="2104226278" sldId="925"/>
            <ac:spMk id="39" creationId="{85EF354C-28D5-A152-9881-D5488B2305DE}"/>
          </ac:spMkLst>
        </pc:spChg>
      </pc:sldChg>
    </pc:docChg>
  </pc:docChgLst>
  <pc:docChgLst>
    <pc:chgData name="三菱UFJ銀行　佐藤 慶彦" userId="S::stsy441030_gmail.com#ext#@ccken.onmicrosoft.com::0bf3436e-58e3-4080-af77-4a98278a9ac3" providerId="AD" clId="Web-{AD4DFFA6-BC8A-245E-56E4-0C22C93B3C5C}"/>
    <pc:docChg chg="addSld delSld modSld modSection">
      <pc:chgData name="三菱UFJ銀行　佐藤 慶彦" userId="S::stsy441030_gmail.com#ext#@ccken.onmicrosoft.com::0bf3436e-58e3-4080-af77-4a98278a9ac3" providerId="AD" clId="Web-{AD4DFFA6-BC8A-245E-56E4-0C22C93B3C5C}" dt="2026-02-11T10:57:46.389" v="853"/>
      <pc:docMkLst>
        <pc:docMk/>
      </pc:docMkLst>
    </pc:docChg>
  </pc:docChgLst>
  <pc:docChgLst>
    <pc:chgData name="村上　淳" userId="S::ji-murakami@ccken.onmicrosoft.com::0b8e6a16-2353-4e90-9a7d-8e4f0d078fbd" providerId="AD" clId="Web-{457E3BE6-CBF7-12BC-6D9D-D6B18E5D3B67}"/>
    <pc:docChg chg="modSld">
      <pc:chgData name="村上　淳" userId="S::ji-murakami@ccken.onmicrosoft.com::0b8e6a16-2353-4e90-9a7d-8e4f0d078fbd" providerId="AD" clId="Web-{457E3BE6-CBF7-12BC-6D9D-D6B18E5D3B67}" dt="2026-02-28T08:42:24.899" v="68"/>
      <pc:docMkLst>
        <pc:docMk/>
      </pc:docMkLst>
      <pc:sldChg chg="modSp">
        <pc:chgData name="村上　淳" userId="S::ji-murakami@ccken.onmicrosoft.com::0b8e6a16-2353-4e90-9a7d-8e4f0d078fbd" providerId="AD" clId="Web-{457E3BE6-CBF7-12BC-6D9D-D6B18E5D3B67}" dt="2026-02-28T08:39:47.177" v="17" actId="20577"/>
        <pc:sldMkLst>
          <pc:docMk/>
          <pc:sldMk cId="3369189793" sldId="835"/>
        </pc:sldMkLst>
        <pc:spChg chg="mod">
          <ac:chgData name="村上　淳" userId="S::ji-murakami@ccken.onmicrosoft.com::0b8e6a16-2353-4e90-9a7d-8e4f0d078fbd" providerId="AD" clId="Web-{457E3BE6-CBF7-12BC-6D9D-D6B18E5D3B67}" dt="2026-02-28T08:39:47.177" v="17" actId="20577"/>
          <ac:spMkLst>
            <pc:docMk/>
            <pc:sldMk cId="3369189793" sldId="835"/>
            <ac:spMk id="9" creationId="{A0E238CF-CD2C-9AD7-F623-DEDCF6C669F6}"/>
          </ac:spMkLst>
        </pc:spChg>
      </pc:sldChg>
      <pc:sldChg chg="modSp">
        <pc:chgData name="村上　淳" userId="S::ji-murakami@ccken.onmicrosoft.com::0b8e6a16-2353-4e90-9a7d-8e4f0d078fbd" providerId="AD" clId="Web-{457E3BE6-CBF7-12BC-6D9D-D6B18E5D3B67}" dt="2026-02-28T08:39:56.615" v="19" actId="20577"/>
        <pc:sldMkLst>
          <pc:docMk/>
          <pc:sldMk cId="3528798614" sldId="836"/>
        </pc:sldMkLst>
        <pc:spChg chg="mod">
          <ac:chgData name="村上　淳" userId="S::ji-murakami@ccken.onmicrosoft.com::0b8e6a16-2353-4e90-9a7d-8e4f0d078fbd" providerId="AD" clId="Web-{457E3BE6-CBF7-12BC-6D9D-D6B18E5D3B67}" dt="2026-02-28T08:39:56.615" v="19" actId="20577"/>
          <ac:spMkLst>
            <pc:docMk/>
            <pc:sldMk cId="3528798614" sldId="836"/>
            <ac:spMk id="5" creationId="{B010A596-068F-AE6F-9B18-62AFE77DB9A1}"/>
          </ac:spMkLst>
        </pc:spChg>
        <pc:spChg chg="mod">
          <ac:chgData name="村上　淳" userId="S::ji-murakami@ccken.onmicrosoft.com::0b8e6a16-2353-4e90-9a7d-8e4f0d078fbd" providerId="AD" clId="Web-{457E3BE6-CBF7-12BC-6D9D-D6B18E5D3B67}" dt="2026-02-28T08:39:52.193" v="18" actId="20577"/>
          <ac:spMkLst>
            <pc:docMk/>
            <pc:sldMk cId="3528798614" sldId="836"/>
            <ac:spMk id="12" creationId="{1CA668B5-A81D-4D09-7426-D0C38E8BDAAC}"/>
          </ac:spMkLst>
        </pc:spChg>
      </pc:sldChg>
      <pc:sldChg chg="modSp">
        <pc:chgData name="村上　淳" userId="S::ji-murakami@ccken.onmicrosoft.com::0b8e6a16-2353-4e90-9a7d-8e4f0d078fbd" providerId="AD" clId="Web-{457E3BE6-CBF7-12BC-6D9D-D6B18E5D3B67}" dt="2026-02-28T08:42:24.899" v="68"/>
        <pc:sldMkLst>
          <pc:docMk/>
          <pc:sldMk cId="2865370770" sldId="989"/>
        </pc:sldMkLst>
        <pc:graphicFrameChg chg="mod modGraphic">
          <ac:chgData name="村上　淳" userId="S::ji-murakami@ccken.onmicrosoft.com::0b8e6a16-2353-4e90-9a7d-8e4f0d078fbd" providerId="AD" clId="Web-{457E3BE6-CBF7-12BC-6D9D-D6B18E5D3B67}" dt="2026-02-28T08:42:24.899" v="68"/>
          <ac:graphicFrameMkLst>
            <pc:docMk/>
            <pc:sldMk cId="2865370770" sldId="989"/>
            <ac:graphicFrameMk id="6" creationId="{F6222FCF-66DE-EDE7-0FA9-2665602BD7C1}"/>
          </ac:graphicFrameMkLst>
        </pc:graphicFrameChg>
      </pc:sldChg>
      <pc:sldChg chg="modSp">
        <pc:chgData name="村上　淳" userId="S::ji-murakami@ccken.onmicrosoft.com::0b8e6a16-2353-4e90-9a7d-8e4f0d078fbd" providerId="AD" clId="Web-{457E3BE6-CBF7-12BC-6D9D-D6B18E5D3B67}" dt="2026-02-28T08:42:19.805" v="67"/>
        <pc:sldMkLst>
          <pc:docMk/>
          <pc:sldMk cId="3657850443" sldId="990"/>
        </pc:sldMkLst>
        <pc:graphicFrameChg chg="mod modGraphic">
          <ac:chgData name="村上　淳" userId="S::ji-murakami@ccken.onmicrosoft.com::0b8e6a16-2353-4e90-9a7d-8e4f0d078fbd" providerId="AD" clId="Web-{457E3BE6-CBF7-12BC-6D9D-D6B18E5D3B67}" dt="2026-02-28T08:42:19.805" v="67"/>
          <ac:graphicFrameMkLst>
            <pc:docMk/>
            <pc:sldMk cId="3657850443" sldId="990"/>
            <ac:graphicFrameMk id="6" creationId="{367620EE-E62C-2BD3-41C4-3D0D9EDD4F2A}"/>
          </ac:graphicFrameMkLst>
        </pc:graphicFrameChg>
      </pc:sldChg>
      <pc:sldChg chg="modSp">
        <pc:chgData name="村上　淳" userId="S::ji-murakami@ccken.onmicrosoft.com::0b8e6a16-2353-4e90-9a7d-8e4f0d078fbd" providerId="AD" clId="Web-{457E3BE6-CBF7-12BC-6D9D-D6B18E5D3B67}" dt="2026-02-28T08:34:14.325" v="1" actId="20577"/>
        <pc:sldMkLst>
          <pc:docMk/>
          <pc:sldMk cId="1056783319" sldId="1009"/>
        </pc:sldMkLst>
        <pc:spChg chg="mod">
          <ac:chgData name="村上　淳" userId="S::ji-murakami@ccken.onmicrosoft.com::0b8e6a16-2353-4e90-9a7d-8e4f0d078fbd" providerId="AD" clId="Web-{457E3BE6-CBF7-12BC-6D9D-D6B18E5D3B67}" dt="2026-02-28T08:34:14.325" v="1" actId="20577"/>
          <ac:spMkLst>
            <pc:docMk/>
            <pc:sldMk cId="1056783319" sldId="1009"/>
            <ac:spMk id="22" creationId="{D8EC787B-6671-C5C7-13F3-0C01A39AD718}"/>
          </ac:spMkLst>
        </pc:spChg>
      </pc:sldChg>
    </pc:docChg>
  </pc:docChgLst>
  <pc:docChgLst>
    <pc:chgData name="MUIT　髙橋 博実" userId="S::hiromix222_msn.com#ext#@ccken.onmicrosoft.com::9d572560-7f87-4d11-90b9-a0fc016bcb45" providerId="AD" clId="Web-{EAF5D6E1-2406-8D22-5141-7510EEDCEDE0}"/>
    <pc:docChg chg="modSld sldOrd">
      <pc:chgData name="MUIT　髙橋 博実" userId="S::hiromix222_msn.com#ext#@ccken.onmicrosoft.com::9d572560-7f87-4d11-90b9-a0fc016bcb45" providerId="AD" clId="Web-{EAF5D6E1-2406-8D22-5141-7510EEDCEDE0}" dt="2026-02-05T06:43:01.818" v="151" actId="20577"/>
      <pc:docMkLst>
        <pc:docMk/>
      </pc:docMkLst>
    </pc:docChg>
  </pc:docChgLst>
  <pc:docChgLst>
    <pc:chgData name="明治安田　荻野 純平" userId="S::jy-ogino@ccken.onmicrosoft.com::27cba3d8-e4d3-428c-9353-43187c47438c" providerId="AD" clId="Web-{762F150F-AD15-D5E9-F4A9-D60AD2C22853}"/>
    <pc:docChg chg="addSld delSld modSld modSection">
      <pc:chgData name="明治安田　荻野 純平" userId="S::jy-ogino@ccken.onmicrosoft.com::27cba3d8-e4d3-428c-9353-43187c47438c" providerId="AD" clId="Web-{762F150F-AD15-D5E9-F4A9-D60AD2C22853}" dt="2026-02-26T14:33:13.564" v="182"/>
      <pc:docMkLst>
        <pc:docMk/>
      </pc:docMkLst>
      <pc:sldChg chg="addSp delSp modSp add replId">
        <pc:chgData name="明治安田　荻野 純平" userId="S::jy-ogino@ccken.onmicrosoft.com::27cba3d8-e4d3-428c-9353-43187c47438c" providerId="AD" clId="Web-{762F150F-AD15-D5E9-F4A9-D60AD2C22853}" dt="2026-02-26T14:25:34.198" v="19" actId="14100"/>
        <pc:sldMkLst>
          <pc:docMk/>
          <pc:sldMk cId="1557085014" sldId="1005"/>
        </pc:sldMkLst>
        <pc:spChg chg="mod">
          <ac:chgData name="明治安田　荻野 純平" userId="S::jy-ogino@ccken.onmicrosoft.com::27cba3d8-e4d3-428c-9353-43187c47438c" providerId="AD" clId="Web-{762F150F-AD15-D5E9-F4A9-D60AD2C22853}" dt="2026-02-26T14:25:34.198" v="19" actId="14100"/>
          <ac:spMkLst>
            <pc:docMk/>
            <pc:sldMk cId="1557085014" sldId="1005"/>
            <ac:spMk id="8" creationId="{2E81E1DD-8697-48A5-D2F1-3CE5E364CF03}"/>
          </ac:spMkLst>
        </pc:spChg>
        <pc:grpChg chg="add mod">
          <ac:chgData name="明治安田　荻野 純平" userId="S::jy-ogino@ccken.onmicrosoft.com::27cba3d8-e4d3-428c-9353-43187c47438c" providerId="AD" clId="Web-{762F150F-AD15-D5E9-F4A9-D60AD2C22853}" dt="2026-02-26T14:25:19.197" v="18" actId="14100"/>
          <ac:grpSpMkLst>
            <pc:docMk/>
            <pc:sldMk cId="1557085014" sldId="1005"/>
            <ac:grpSpMk id="31" creationId="{08440291-CD0E-144E-A87A-B7B0C22D8A46}"/>
          </ac:grpSpMkLst>
        </pc:grpChg>
      </pc:sldChg>
      <pc:sldChg chg="addSp delSp modSp add replId">
        <pc:chgData name="明治安田　荻野 純平" userId="S::jy-ogino@ccken.onmicrosoft.com::27cba3d8-e4d3-428c-9353-43187c47438c" providerId="AD" clId="Web-{762F150F-AD15-D5E9-F4A9-D60AD2C22853}" dt="2026-02-26T14:32:40.539" v="180" actId="14100"/>
        <pc:sldMkLst>
          <pc:docMk/>
          <pc:sldMk cId="433359686" sldId="1008"/>
        </pc:sldMkLst>
        <pc:spChg chg="mod">
          <ac:chgData name="明治安田　荻野 純平" userId="S::jy-ogino@ccken.onmicrosoft.com::27cba3d8-e4d3-428c-9353-43187c47438c" providerId="AD" clId="Web-{762F150F-AD15-D5E9-F4A9-D60AD2C22853}" dt="2026-02-26T14:31:34.554" v="160"/>
          <ac:spMkLst>
            <pc:docMk/>
            <pc:sldMk cId="433359686" sldId="1008"/>
            <ac:spMk id="7" creationId="{2982206F-0657-4D05-EFEC-DEFB72D781B0}"/>
          </ac:spMkLst>
        </pc:spChg>
        <pc:spChg chg="mod">
          <ac:chgData name="明治安田　荻野 純平" userId="S::jy-ogino@ccken.onmicrosoft.com::27cba3d8-e4d3-428c-9353-43187c47438c" providerId="AD" clId="Web-{762F150F-AD15-D5E9-F4A9-D60AD2C22853}" dt="2026-02-26T14:32:40.539" v="180" actId="14100"/>
          <ac:spMkLst>
            <pc:docMk/>
            <pc:sldMk cId="433359686" sldId="1008"/>
            <ac:spMk id="8" creationId="{D5298AA4-3E5C-FB0E-6286-2E97290F0861}"/>
          </ac:spMkLst>
        </pc:spChg>
        <pc:spChg chg="mod topLvl">
          <ac:chgData name="明治安田　荻野 純平" userId="S::jy-ogino@ccken.onmicrosoft.com::27cba3d8-e4d3-428c-9353-43187c47438c" providerId="AD" clId="Web-{762F150F-AD15-D5E9-F4A9-D60AD2C22853}" dt="2026-02-26T14:31:34.554" v="160"/>
          <ac:spMkLst>
            <pc:docMk/>
            <pc:sldMk cId="433359686" sldId="1008"/>
            <ac:spMk id="19" creationId="{3862DA4F-B110-5CBE-CAE9-88B248F7A576}"/>
          </ac:spMkLst>
        </pc:spChg>
        <pc:spChg chg="topLvl">
          <ac:chgData name="明治安田　荻野 純平" userId="S::jy-ogino@ccken.onmicrosoft.com::27cba3d8-e4d3-428c-9353-43187c47438c" providerId="AD" clId="Web-{762F150F-AD15-D5E9-F4A9-D60AD2C22853}" dt="2026-02-26T14:29:31.520" v="118"/>
          <ac:spMkLst>
            <pc:docMk/>
            <pc:sldMk cId="433359686" sldId="1008"/>
            <ac:spMk id="27" creationId="{83F653AE-6D14-8867-1C20-E7472D310CC0}"/>
          </ac:spMkLst>
        </pc:spChg>
        <pc:spChg chg="mod">
          <ac:chgData name="明治安田　荻野 純平" userId="S::jy-ogino@ccken.onmicrosoft.com::27cba3d8-e4d3-428c-9353-43187c47438c" providerId="AD" clId="Web-{762F150F-AD15-D5E9-F4A9-D60AD2C22853}" dt="2026-02-26T14:31:34.554" v="160"/>
          <ac:spMkLst>
            <pc:docMk/>
            <pc:sldMk cId="433359686" sldId="1008"/>
            <ac:spMk id="50" creationId="{F34060DF-7616-E119-93F5-5058E4290A3A}"/>
          </ac:spMkLst>
        </pc:spChg>
        <pc:spChg chg="topLvl">
          <ac:chgData name="明治安田　荻野 純平" userId="S::jy-ogino@ccken.onmicrosoft.com::27cba3d8-e4d3-428c-9353-43187c47438c" providerId="AD" clId="Web-{762F150F-AD15-D5E9-F4A9-D60AD2C22853}" dt="2026-02-26T14:29:31.520" v="118"/>
          <ac:spMkLst>
            <pc:docMk/>
            <pc:sldMk cId="433359686" sldId="1008"/>
            <ac:spMk id="56" creationId="{FBE47691-5267-1458-7B44-9D755962C2A6}"/>
          </ac:spMkLst>
        </pc:spChg>
        <pc:spChg chg="mod">
          <ac:chgData name="明治安田　荻野 純平" userId="S::jy-ogino@ccken.onmicrosoft.com::27cba3d8-e4d3-428c-9353-43187c47438c" providerId="AD" clId="Web-{762F150F-AD15-D5E9-F4A9-D60AD2C22853}" dt="2026-02-26T14:31:34.554" v="160"/>
          <ac:spMkLst>
            <pc:docMk/>
            <pc:sldMk cId="433359686" sldId="1008"/>
            <ac:spMk id="61" creationId="{D94E4B6D-17C3-3516-77B4-8E3C0B4B7836}"/>
          </ac:spMkLst>
        </pc:spChg>
        <pc:spChg chg="mod">
          <ac:chgData name="明治安田　荻野 純平" userId="S::jy-ogino@ccken.onmicrosoft.com::27cba3d8-e4d3-428c-9353-43187c47438c" providerId="AD" clId="Web-{762F150F-AD15-D5E9-F4A9-D60AD2C22853}" dt="2026-02-26T14:31:34.554" v="160"/>
          <ac:spMkLst>
            <pc:docMk/>
            <pc:sldMk cId="433359686" sldId="1008"/>
            <ac:spMk id="70" creationId="{02861B32-793A-C57C-8F99-AB0327E3FF2C}"/>
          </ac:spMkLst>
        </pc:spChg>
        <pc:spChg chg="topLvl">
          <ac:chgData name="明治安田　荻野 純平" userId="S::jy-ogino@ccken.onmicrosoft.com::27cba3d8-e4d3-428c-9353-43187c47438c" providerId="AD" clId="Web-{762F150F-AD15-D5E9-F4A9-D60AD2C22853}" dt="2026-02-26T14:29:31.520" v="118"/>
          <ac:spMkLst>
            <pc:docMk/>
            <pc:sldMk cId="433359686" sldId="1008"/>
            <ac:spMk id="86" creationId="{498A48E6-34AD-EC2E-F652-630133E11806}"/>
          </ac:spMkLst>
        </pc:spChg>
        <pc:spChg chg="mod">
          <ac:chgData name="明治安田　荻野 純平" userId="S::jy-ogino@ccken.onmicrosoft.com::27cba3d8-e4d3-428c-9353-43187c47438c" providerId="AD" clId="Web-{762F150F-AD15-D5E9-F4A9-D60AD2C22853}" dt="2026-02-26T14:31:29.491" v="152" actId="14100"/>
          <ac:spMkLst>
            <pc:docMk/>
            <pc:sldMk cId="433359686" sldId="1008"/>
            <ac:spMk id="102" creationId="{0DB7154A-9423-8777-3CA7-F333C5E91EFC}"/>
          </ac:spMkLst>
        </pc:spChg>
        <pc:spChg chg="mod">
          <ac:chgData name="明治安田　荻野 純平" userId="S::jy-ogino@ccken.onmicrosoft.com::27cba3d8-e4d3-428c-9353-43187c47438c" providerId="AD" clId="Web-{762F150F-AD15-D5E9-F4A9-D60AD2C22853}" dt="2026-02-26T14:31:29.491" v="151" actId="14100"/>
          <ac:spMkLst>
            <pc:docMk/>
            <pc:sldMk cId="433359686" sldId="1008"/>
            <ac:spMk id="103" creationId="{1CBB8661-CAA4-846D-EC94-25C15F00BC00}"/>
          </ac:spMkLst>
        </pc:spChg>
        <pc:spChg chg="mod topLvl">
          <ac:chgData name="明治安田　荻野 純平" userId="S::jy-ogino@ccken.onmicrosoft.com::27cba3d8-e4d3-428c-9353-43187c47438c" providerId="AD" clId="Web-{762F150F-AD15-D5E9-F4A9-D60AD2C22853}" dt="2026-02-26T14:32:18.258" v="177" actId="1076"/>
          <ac:spMkLst>
            <pc:docMk/>
            <pc:sldMk cId="433359686" sldId="1008"/>
            <ac:spMk id="104" creationId="{F40619A9-38FB-E22D-EC35-0EB32F5F3498}"/>
          </ac:spMkLst>
        </pc:spChg>
        <pc:spChg chg="mod topLvl">
          <ac:chgData name="明治安田　荻野 純平" userId="S::jy-ogino@ccken.onmicrosoft.com::27cba3d8-e4d3-428c-9353-43187c47438c" providerId="AD" clId="Web-{762F150F-AD15-D5E9-F4A9-D60AD2C22853}" dt="2026-02-26T14:31:29.491" v="149" actId="14100"/>
          <ac:spMkLst>
            <pc:docMk/>
            <pc:sldMk cId="433359686" sldId="1008"/>
            <ac:spMk id="105" creationId="{1AB37318-3A4C-94C8-97D7-A9B2D0C55589}"/>
          </ac:spMkLst>
        </pc:spChg>
        <pc:spChg chg="mod topLvl">
          <ac:chgData name="明治安田　荻野 純平" userId="S::jy-ogino@ccken.onmicrosoft.com::27cba3d8-e4d3-428c-9353-43187c47438c" providerId="AD" clId="Web-{762F150F-AD15-D5E9-F4A9-D60AD2C22853}" dt="2026-02-26T14:31:34.554" v="160"/>
          <ac:spMkLst>
            <pc:docMk/>
            <pc:sldMk cId="433359686" sldId="1008"/>
            <ac:spMk id="106" creationId="{44D63749-B564-413B-B974-DFDEF7B56650}"/>
          </ac:spMkLst>
        </pc:spChg>
        <pc:spChg chg="mod topLvl">
          <ac:chgData name="明治安田　荻野 純平" userId="S::jy-ogino@ccken.onmicrosoft.com::27cba3d8-e4d3-428c-9353-43187c47438c" providerId="AD" clId="Web-{762F150F-AD15-D5E9-F4A9-D60AD2C22853}" dt="2026-02-26T14:31:34.554" v="160"/>
          <ac:spMkLst>
            <pc:docMk/>
            <pc:sldMk cId="433359686" sldId="1008"/>
            <ac:spMk id="107" creationId="{2F7C2D8D-ABED-5CC8-991A-720C4B7603DD}"/>
          </ac:spMkLst>
        </pc:spChg>
        <pc:spChg chg="mod">
          <ac:chgData name="明治安田　荻野 純平" userId="S::jy-ogino@ccken.onmicrosoft.com::27cba3d8-e4d3-428c-9353-43187c47438c" providerId="AD" clId="Web-{762F150F-AD15-D5E9-F4A9-D60AD2C22853}" dt="2026-02-26T14:31:34.554" v="160"/>
          <ac:spMkLst>
            <pc:docMk/>
            <pc:sldMk cId="433359686" sldId="1008"/>
            <ac:spMk id="108" creationId="{A16D7A12-D308-1466-796E-113567B32376}"/>
          </ac:spMkLst>
        </pc:spChg>
        <pc:spChg chg="mod topLvl">
          <ac:chgData name="明治安田　荻野 純平" userId="S::jy-ogino@ccken.onmicrosoft.com::27cba3d8-e4d3-428c-9353-43187c47438c" providerId="AD" clId="Web-{762F150F-AD15-D5E9-F4A9-D60AD2C22853}" dt="2026-02-26T14:31:34.554" v="160"/>
          <ac:spMkLst>
            <pc:docMk/>
            <pc:sldMk cId="433359686" sldId="1008"/>
            <ac:spMk id="109" creationId="{D10F00F8-C07C-30E6-3DE1-FD8F15849EC1}"/>
          </ac:spMkLst>
        </pc:spChg>
        <pc:spChg chg="mod topLvl">
          <ac:chgData name="明治安田　荻野 純平" userId="S::jy-ogino@ccken.onmicrosoft.com::27cba3d8-e4d3-428c-9353-43187c47438c" providerId="AD" clId="Web-{762F150F-AD15-D5E9-F4A9-D60AD2C22853}" dt="2026-02-26T14:31:34.554" v="160"/>
          <ac:spMkLst>
            <pc:docMk/>
            <pc:sldMk cId="433359686" sldId="1008"/>
            <ac:spMk id="110" creationId="{25DFB62A-2A4C-C749-FF6C-F206B2522BA9}"/>
          </ac:spMkLst>
        </pc:spChg>
        <pc:grpChg chg="add del mod">
          <ac:chgData name="明治安田　荻野 純平" userId="S::jy-ogino@ccken.onmicrosoft.com::27cba3d8-e4d3-428c-9353-43187c47438c" providerId="AD" clId="Web-{762F150F-AD15-D5E9-F4A9-D60AD2C22853}" dt="2026-02-26T14:32:24.008" v="178" actId="14100"/>
          <ac:grpSpMkLst>
            <pc:docMk/>
            <pc:sldMk cId="433359686" sldId="1008"/>
            <ac:grpSpMk id="111" creationId="{C664C9CD-D7A0-62D8-F27D-3F60D7F8ABAF}"/>
          </ac:grpSpMkLst>
        </pc:grpChg>
      </pc:sldChg>
    </pc:docChg>
  </pc:docChgLst>
  <pc:docChgLst>
    <pc:chgData name="MUIT　土屋 遼太郎" userId="S::ryoukunjajaan4127_gmail.com#ext#@ccken.onmicrosoft.com::fd1358ce-a2d5-4118-97fd-140e7e3174f1" providerId="AD" clId="Web-{9F75BE20-852D-73BD-8C6D-11D73EAE9710}"/>
    <pc:docChg chg="addSld modSld modSection">
      <pc:chgData name="MUIT　土屋 遼太郎" userId="S::ryoukunjajaan4127_gmail.com#ext#@ccken.onmicrosoft.com::fd1358ce-a2d5-4118-97fd-140e7e3174f1" providerId="AD" clId="Web-{9F75BE20-852D-73BD-8C6D-11D73EAE9710}" dt="2026-02-19T08:23:19.747" v="19" actId="1076"/>
      <pc:docMkLst>
        <pc:docMk/>
      </pc:docMkLst>
    </pc:docChg>
  </pc:docChgLst>
  <pc:docChgLst>
    <pc:chgData name="三菱UFJ信託銀行　網野 智仁" userId="S::tomohito_amino@ccken.onmicrosoft.com::f8474316-ab6c-4136-bc0a-a68b4c48cb80" providerId="AD" clId="Web-{2DD4E786-5EFD-F083-3A5A-D2247FE9FD01}"/>
    <pc:docChg chg="modSld">
      <pc:chgData name="三菱UFJ信託銀行　網野 智仁" userId="S::tomohito_amino@ccken.onmicrosoft.com::f8474316-ab6c-4136-bc0a-a68b4c48cb80" providerId="AD" clId="Web-{2DD4E786-5EFD-F083-3A5A-D2247FE9FD01}" dt="2026-02-19T07:03:14.456" v="5" actId="20577"/>
      <pc:docMkLst>
        <pc:docMk/>
      </pc:docMkLst>
    </pc:docChg>
  </pc:docChgLst>
  <pc:docChgLst>
    <pc:chgData name="三菱UFJ信託銀行　網野 智仁" userId="S::tomohito_amino@ccken.onmicrosoft.com::f8474316-ab6c-4136-bc0a-a68b4c48cb80" providerId="AD" clId="Web-{3BDACFA5-A688-228D-C411-17D036AAA8EA}"/>
    <pc:docChg chg="addSld delSld modSld sldOrd modSection">
      <pc:chgData name="三菱UFJ信託銀行　網野 智仁" userId="S::tomohito_amino@ccken.onmicrosoft.com::f8474316-ab6c-4136-bc0a-a68b4c48cb80" providerId="AD" clId="Web-{3BDACFA5-A688-228D-C411-17D036AAA8EA}" dt="2026-02-19T08:18:45.352" v="44"/>
      <pc:docMkLst>
        <pc:docMk/>
      </pc:docMkLst>
    </pc:docChg>
  </pc:docChgLst>
  <pc:docChgLst>
    <pc:chgData name="主査　福島 直人" userId="S::naoto_2_fukushima@ccken.onmicrosoft.com::8f548a50-3d4a-4660-b17c-82fdb2003fd5" providerId="AD" clId="Web-{5411B5BF-F440-FC7A-DCD4-228670247A18}"/>
    <pc:docChg chg="modSld">
      <pc:chgData name="主査　福島 直人" userId="S::naoto_2_fukushima@ccken.onmicrosoft.com::8f548a50-3d4a-4660-b17c-82fdb2003fd5" providerId="AD" clId="Web-{5411B5BF-F440-FC7A-DCD4-228670247A18}" dt="2026-02-05T06:52:19.113" v="3" actId="20577"/>
      <pc:docMkLst>
        <pc:docMk/>
      </pc:docMkLst>
    </pc:docChg>
  </pc:docChgLst>
  <pc:docChgLst>
    <pc:chgData name="主査　福島 直人" userId="S::naoto_2_fukushima@ccken.onmicrosoft.com::8f548a50-3d4a-4660-b17c-82fdb2003fd5" providerId="AD" clId="Web-{99A9574C-940F-3782-4478-CDD30BD5E8FE}"/>
    <pc:docChg chg="modSld">
      <pc:chgData name="主査　福島 直人" userId="S::naoto_2_fukushima@ccken.onmicrosoft.com::8f548a50-3d4a-4660-b17c-82fdb2003fd5" providerId="AD" clId="Web-{99A9574C-940F-3782-4478-CDD30BD5E8FE}" dt="2026-02-12T06:10:12.505" v="32" actId="20577"/>
      <pc:docMkLst>
        <pc:docMk/>
      </pc:docMkLst>
    </pc:docChg>
  </pc:docChgLst>
  <pc:docChgLst>
    <pc:chgData name="嵩 小林" userId="1758831be2507584" providerId="LiveId" clId="{4DF084CB-985F-48B1-9B74-DA23864AD4CE}"/>
    <pc:docChg chg="undo redo custSel addSld delSld modSld sldOrd modSection">
      <pc:chgData name="嵩 小林" userId="1758831be2507584" providerId="LiveId" clId="{4DF084CB-985F-48B1-9B74-DA23864AD4CE}" dt="2026-02-19T06:53:43.665" v="11617" actId="20577"/>
      <pc:docMkLst>
        <pc:docMk/>
      </pc:docMkLst>
      <pc:sldChg chg="addSp modSp">
        <pc:chgData name="嵩 小林" userId="1758831be2507584" providerId="LiveId" clId="{4DF084CB-985F-48B1-9B74-DA23864AD4CE}" dt="2026-02-08T00:47:07.601" v="9154"/>
        <pc:sldMkLst>
          <pc:docMk/>
          <pc:sldMk cId="1102123462" sldId="703"/>
        </pc:sldMkLst>
      </pc:sldChg>
      <pc:sldChg chg="ord">
        <pc:chgData name="嵩 小林" userId="1758831be2507584" providerId="LiveId" clId="{4DF084CB-985F-48B1-9B74-DA23864AD4CE}" dt="2026-02-11T14:48:47.507" v="10663"/>
        <pc:sldMkLst>
          <pc:docMk/>
          <pc:sldMk cId="2585609864" sldId="805"/>
        </pc:sldMkLst>
      </pc:sldChg>
      <pc:sldChg chg="ord">
        <pc:chgData name="嵩 小林" userId="1758831be2507584" providerId="LiveId" clId="{4DF084CB-985F-48B1-9B74-DA23864AD4CE}" dt="2026-02-11T14:48:47.507" v="10663"/>
        <pc:sldMkLst>
          <pc:docMk/>
          <pc:sldMk cId="3740400021" sldId="808"/>
        </pc:sldMkLst>
      </pc:sldChg>
      <pc:sldChg chg="ord">
        <pc:chgData name="嵩 小林" userId="1758831be2507584" providerId="LiveId" clId="{4DF084CB-985F-48B1-9B74-DA23864AD4CE}" dt="2026-02-11T14:48:47.507" v="10663"/>
        <pc:sldMkLst>
          <pc:docMk/>
          <pc:sldMk cId="2863564126" sldId="809"/>
        </pc:sldMkLst>
      </pc:sldChg>
      <pc:sldChg chg="ord">
        <pc:chgData name="嵩 小林" userId="1758831be2507584" providerId="LiveId" clId="{4DF084CB-985F-48B1-9B74-DA23864AD4CE}" dt="2026-02-11T14:48:47.507" v="10663"/>
        <pc:sldMkLst>
          <pc:docMk/>
          <pc:sldMk cId="4048481670" sldId="810"/>
        </pc:sldMkLst>
      </pc:sldChg>
      <pc:sldChg chg="ord">
        <pc:chgData name="嵩 小林" userId="1758831be2507584" providerId="LiveId" clId="{4DF084CB-985F-48B1-9B74-DA23864AD4CE}" dt="2026-02-11T14:48:47.507" v="10663"/>
        <pc:sldMkLst>
          <pc:docMk/>
          <pc:sldMk cId="656133690" sldId="811"/>
        </pc:sldMkLst>
      </pc:sldChg>
      <pc:sldChg chg="ord">
        <pc:chgData name="嵩 小林" userId="1758831be2507584" providerId="LiveId" clId="{4DF084CB-985F-48B1-9B74-DA23864AD4CE}" dt="2026-02-11T14:48:47.507" v="10663"/>
        <pc:sldMkLst>
          <pc:docMk/>
          <pc:sldMk cId="3784166746" sldId="812"/>
        </pc:sldMkLst>
      </pc:sldChg>
      <pc:sldChg chg="addSp delSp modSp mod">
        <pc:chgData name="嵩 小林" userId="1758831be2507584" providerId="LiveId" clId="{4DF084CB-985F-48B1-9B74-DA23864AD4CE}" dt="2026-02-15T07:47:37.576" v="11490" actId="20577"/>
        <pc:sldMkLst>
          <pc:docMk/>
          <pc:sldMk cId="3369189793" sldId="835"/>
        </pc:sldMkLst>
        <pc:spChg chg="mod">
          <ac:chgData name="嵩 小林" userId="1758831be2507584" providerId="LiveId" clId="{4DF084CB-985F-48B1-9B74-DA23864AD4CE}" dt="2026-02-15T07:46:37.960" v="11416"/>
          <ac:spMkLst>
            <pc:docMk/>
            <pc:sldMk cId="3369189793" sldId="835"/>
            <ac:spMk id="3" creationId="{671E7CDD-9A99-18DD-75B4-240D33C583C8}"/>
          </ac:spMkLst>
        </pc:spChg>
        <pc:spChg chg="mod">
          <ac:chgData name="嵩 小林" userId="1758831be2507584" providerId="LiveId" clId="{4DF084CB-985F-48B1-9B74-DA23864AD4CE}" dt="2026-02-07T16:24:15.165" v="8741" actId="1076"/>
          <ac:spMkLst>
            <pc:docMk/>
            <pc:sldMk cId="3369189793" sldId="835"/>
            <ac:spMk id="4" creationId="{763AF251-6A47-98FF-BF3C-02C9B29CDE6C}"/>
          </ac:spMkLst>
        </pc:spChg>
        <pc:spChg chg="add mod">
          <ac:chgData name="嵩 小林" userId="1758831be2507584" providerId="LiveId" clId="{4DF084CB-985F-48B1-9B74-DA23864AD4CE}" dt="2026-02-15T07:45:40.685" v="11384" actId="6549"/>
          <ac:spMkLst>
            <pc:docMk/>
            <pc:sldMk cId="3369189793" sldId="835"/>
            <ac:spMk id="5" creationId="{36F364BE-D8F3-DE58-8CA3-F6ED7A18537A}"/>
          </ac:spMkLst>
        </pc:spChg>
        <pc:spChg chg="add mod">
          <ac:chgData name="嵩 小林" userId="1758831be2507584" providerId="LiveId" clId="{4DF084CB-985F-48B1-9B74-DA23864AD4CE}" dt="2026-02-15T07:47:37.576" v="11490" actId="20577"/>
          <ac:spMkLst>
            <pc:docMk/>
            <pc:sldMk cId="3369189793" sldId="835"/>
            <ac:spMk id="6" creationId="{75F1669D-1E23-4B8D-353F-737EAD5A47C4}"/>
          </ac:spMkLst>
        </pc:spChg>
        <pc:spChg chg="add mod">
          <ac:chgData name="嵩 小林" userId="1758831be2507584" providerId="LiveId" clId="{4DF084CB-985F-48B1-9B74-DA23864AD4CE}" dt="2026-02-08T01:25:40.262" v="9753" actId="1038"/>
          <ac:spMkLst>
            <pc:docMk/>
            <pc:sldMk cId="3369189793" sldId="835"/>
            <ac:spMk id="7" creationId="{2CDE79CB-271F-4425-5A98-BC6F3555AACF}"/>
          </ac:spMkLst>
        </pc:spChg>
        <pc:spChg chg="mod">
          <ac:chgData name="嵩 小林" userId="1758831be2507584" providerId="LiveId" clId="{4DF084CB-985F-48B1-9B74-DA23864AD4CE}" dt="2026-02-15T07:47:06.814" v="11451" actId="20577"/>
          <ac:spMkLst>
            <pc:docMk/>
            <pc:sldMk cId="3369189793" sldId="835"/>
            <ac:spMk id="9" creationId="{A0E238CF-CD2C-9AD7-F623-DEDCF6C669F6}"/>
          </ac:spMkLst>
        </pc:spChg>
        <pc:graphicFrameChg chg="mod">
          <ac:chgData name="嵩 小林" userId="1758831be2507584" providerId="LiveId" clId="{4DF084CB-985F-48B1-9B74-DA23864AD4CE}" dt="2026-02-08T01:26:18.597" v="9760" actId="1076"/>
          <ac:graphicFrameMkLst>
            <pc:docMk/>
            <pc:sldMk cId="3369189793" sldId="835"/>
            <ac:graphicFrameMk id="11" creationId="{9575CBBD-BCC4-2272-1FC2-B3AB571CF178}"/>
          </ac:graphicFrameMkLst>
        </pc:graphicFrameChg>
      </pc:sldChg>
      <pc:sldChg chg="addSp delSp modSp mod">
        <pc:chgData name="嵩 小林" userId="1758831be2507584" providerId="LiveId" clId="{4DF084CB-985F-48B1-9B74-DA23864AD4CE}" dt="2026-02-15T07:48:48.499" v="11530" actId="20577"/>
        <pc:sldMkLst>
          <pc:docMk/>
          <pc:sldMk cId="3528798614" sldId="836"/>
        </pc:sldMkLst>
        <pc:spChg chg="mod">
          <ac:chgData name="嵩 小林" userId="1758831be2507584" providerId="LiveId" clId="{4DF084CB-985F-48B1-9B74-DA23864AD4CE}" dt="2026-02-15T07:45:00.561" v="11354"/>
          <ac:spMkLst>
            <pc:docMk/>
            <pc:sldMk cId="3528798614" sldId="836"/>
            <ac:spMk id="3" creationId="{2425939D-494E-0173-56FA-DC733890D3BE}"/>
          </ac:spMkLst>
        </pc:spChg>
        <pc:spChg chg="add mod">
          <ac:chgData name="嵩 小林" userId="1758831be2507584" providerId="LiveId" clId="{4DF084CB-985F-48B1-9B74-DA23864AD4CE}" dt="2026-02-07T16:41:34.247" v="9034" actId="1076"/>
          <ac:spMkLst>
            <pc:docMk/>
            <pc:sldMk cId="3528798614" sldId="836"/>
            <ac:spMk id="4" creationId="{5BA1D9CA-29A1-6CBF-1169-496A7E804CBB}"/>
          </ac:spMkLst>
        </pc:spChg>
        <pc:spChg chg="add mod">
          <ac:chgData name="嵩 小林" userId="1758831be2507584" providerId="LiveId" clId="{4DF084CB-985F-48B1-9B74-DA23864AD4CE}" dt="2026-02-07T16:41:44.262" v="9036" actId="5793"/>
          <ac:spMkLst>
            <pc:docMk/>
            <pc:sldMk cId="3528798614" sldId="836"/>
            <ac:spMk id="5" creationId="{B010A596-068F-AE6F-9B18-62AFE77DB9A1}"/>
          </ac:spMkLst>
        </pc:spChg>
        <pc:spChg chg="add mod">
          <ac:chgData name="嵩 小林" userId="1758831be2507584" providerId="LiveId" clId="{4DF084CB-985F-48B1-9B74-DA23864AD4CE}" dt="2026-02-15T07:48:48.499" v="11530" actId="20577"/>
          <ac:spMkLst>
            <pc:docMk/>
            <pc:sldMk cId="3528798614" sldId="836"/>
            <ac:spMk id="6" creationId="{553786E8-D865-B688-6213-795A889137E6}"/>
          </ac:spMkLst>
        </pc:spChg>
        <pc:spChg chg="mod">
          <ac:chgData name="嵩 小林" userId="1758831be2507584" providerId="LiveId" clId="{4DF084CB-985F-48B1-9B74-DA23864AD4CE}" dt="2026-02-08T00:41:32.929" v="9134" actId="1036"/>
          <ac:spMkLst>
            <pc:docMk/>
            <pc:sldMk cId="3528798614" sldId="836"/>
            <ac:spMk id="10" creationId="{5FE8E8EC-B02D-A627-5742-E0295E7181D4}"/>
          </ac:spMkLst>
        </pc:spChg>
        <pc:spChg chg="mod">
          <ac:chgData name="嵩 小林" userId="1758831be2507584" providerId="LiveId" clId="{4DF084CB-985F-48B1-9B74-DA23864AD4CE}" dt="2026-02-15T07:45:11.796" v="11373" actId="20577"/>
          <ac:spMkLst>
            <pc:docMk/>
            <pc:sldMk cId="3528798614" sldId="836"/>
            <ac:spMk id="12" creationId="{1CA668B5-A81D-4D09-7426-D0C38E8BDAAC}"/>
          </ac:spMkLst>
        </pc:spChg>
      </pc:sldChg>
      <pc:sldChg chg="ord">
        <pc:chgData name="嵩 小林" userId="1758831be2507584" providerId="LiveId" clId="{4DF084CB-985F-48B1-9B74-DA23864AD4CE}" dt="2026-02-11T14:48:47.507" v="10663"/>
        <pc:sldMkLst>
          <pc:docMk/>
          <pc:sldMk cId="1689093626" sldId="838"/>
        </pc:sldMkLst>
      </pc:sldChg>
      <pc:sldChg chg="modSp add mod">
        <pc:chgData name="嵩 小林" userId="1758831be2507584" providerId="LiveId" clId="{4DF084CB-985F-48B1-9B74-DA23864AD4CE}" dt="2026-02-07T14:32:09.110" v="8077" actId="20577"/>
        <pc:sldMkLst>
          <pc:docMk/>
          <pc:sldMk cId="3413881863" sldId="881"/>
        </pc:sldMkLst>
        <pc:spChg chg="mod">
          <ac:chgData name="嵩 小林" userId="1758831be2507584" providerId="LiveId" clId="{4DF084CB-985F-48B1-9B74-DA23864AD4CE}" dt="2026-02-07T14:32:09.110" v="8077" actId="20577"/>
          <ac:spMkLst>
            <pc:docMk/>
            <pc:sldMk cId="3413881863" sldId="881"/>
            <ac:spMk id="2" creationId="{E6B03B22-6ABF-8B1B-290B-465124FD8FF8}"/>
          </ac:spMkLst>
        </pc:spChg>
      </pc:sldChg>
      <pc:sldChg chg="delSp modSp add mod">
        <pc:chgData name="嵩 小林" userId="1758831be2507584" providerId="LiveId" clId="{4DF084CB-985F-48B1-9B74-DA23864AD4CE}" dt="2026-02-11T06:12:45.649" v="9797" actId="20577"/>
        <pc:sldMkLst>
          <pc:docMk/>
          <pc:sldMk cId="1666554009" sldId="885"/>
        </pc:sldMkLst>
        <pc:graphicFrameChg chg="mod modGraphic">
          <ac:chgData name="嵩 小林" userId="1758831be2507584" providerId="LiveId" clId="{4DF084CB-985F-48B1-9B74-DA23864AD4CE}" dt="2026-02-11T06:12:45.649" v="9797" actId="20577"/>
          <ac:graphicFrameMkLst>
            <pc:docMk/>
            <pc:sldMk cId="1666554009" sldId="885"/>
            <ac:graphicFrameMk id="6" creationId="{A8D57CB2-3FB8-350B-2A76-AB28ACF735FB}"/>
          </ac:graphicFrameMkLst>
        </pc:graphicFrameChg>
      </pc:sldChg>
      <pc:sldChg chg="modSp mod">
        <pc:chgData name="嵩 小林" userId="1758831be2507584" providerId="LiveId" clId="{4DF084CB-985F-48B1-9B74-DA23864AD4CE}" dt="2026-02-15T00:25:54.975" v="10865" actId="14100"/>
        <pc:sldMkLst>
          <pc:docMk/>
          <pc:sldMk cId="4236540724" sldId="928"/>
        </pc:sldMkLst>
        <pc:graphicFrameChg chg="mod modGraphic">
          <ac:chgData name="嵩 小林" userId="1758831be2507584" providerId="LiveId" clId="{4DF084CB-985F-48B1-9B74-DA23864AD4CE}" dt="2026-02-15T00:25:54.975" v="10865" actId="14100"/>
          <ac:graphicFrameMkLst>
            <pc:docMk/>
            <pc:sldMk cId="4236540724" sldId="928"/>
            <ac:graphicFrameMk id="4" creationId="{9A9385D8-EF1D-F4EE-74A1-BDE8AAE1BD74}"/>
          </ac:graphicFrameMkLst>
        </pc:graphicFrameChg>
      </pc:sldChg>
      <pc:sldChg chg="modSp mod">
        <pc:chgData name="嵩 小林" userId="1758831be2507584" providerId="LiveId" clId="{4DF084CB-985F-48B1-9B74-DA23864AD4CE}" dt="2026-02-19T06:52:22.191" v="11593" actId="20577"/>
        <pc:sldMkLst>
          <pc:docMk/>
          <pc:sldMk cId="4077408376" sldId="962"/>
        </pc:sldMkLst>
        <pc:spChg chg="mod">
          <ac:chgData name="嵩 小林" userId="1758831be2507584" providerId="LiveId" clId="{4DF084CB-985F-48B1-9B74-DA23864AD4CE}" dt="2026-02-19T06:50:04.780" v="11556" actId="20577"/>
          <ac:spMkLst>
            <pc:docMk/>
            <pc:sldMk cId="4077408376" sldId="962"/>
            <ac:spMk id="12" creationId="{3A927910-672B-0641-FED7-A8527BE41529}"/>
          </ac:spMkLst>
        </pc:spChg>
        <pc:spChg chg="mod">
          <ac:chgData name="嵩 小林" userId="1758831be2507584" providerId="LiveId" clId="{4DF084CB-985F-48B1-9B74-DA23864AD4CE}" dt="2026-02-19T06:52:22.191" v="11593" actId="20577"/>
          <ac:spMkLst>
            <pc:docMk/>
            <pc:sldMk cId="4077408376" sldId="962"/>
            <ac:spMk id="22" creationId="{54EC706D-632B-1154-C001-0AD3FE3EA28D}"/>
          </ac:spMkLst>
        </pc:spChg>
      </pc:sldChg>
    </pc:docChg>
  </pc:docChgLst>
  <pc:docChgLst>
    <pc:chgData name="三菱UFJ信託銀行　網野 智仁" userId="f8474316-ab6c-4136-bc0a-a68b4c48cb80" providerId="ADAL" clId="{31F0A714-A299-442C-AB3D-7112D1AD06C5}"/>
    <pc:docChg chg="undo custSel addSld delSld modSld sldOrd modSection">
      <pc:chgData name="三菱UFJ信託銀行　網野 智仁" userId="f8474316-ab6c-4136-bc0a-a68b4c48cb80" providerId="ADAL" clId="{31F0A714-A299-442C-AB3D-7112D1AD06C5}" dt="2026-02-21T16:43:06.539" v="9137" actId="6549"/>
      <pc:docMkLst>
        <pc:docMk/>
      </pc:docMkLst>
      <pc:sldChg chg="delSp modSp mod">
        <pc:chgData name="三菱UFJ信託銀行　網野 智仁" userId="f8474316-ab6c-4136-bc0a-a68b4c48cb80" providerId="ADAL" clId="{31F0A714-A299-442C-AB3D-7112D1AD06C5}" dt="2026-02-21T13:46:55.889" v="5491" actId="478"/>
        <pc:sldMkLst>
          <pc:docMk/>
          <pc:sldMk cId="3740400021" sldId="808"/>
        </pc:sldMkLst>
      </pc:sldChg>
      <pc:sldChg chg="modSp add mod modCm">
        <pc:chgData name="三菱UFJ信託銀行　網野 智仁" userId="f8474316-ab6c-4136-bc0a-a68b4c48cb80" providerId="ADAL" clId="{31F0A714-A299-442C-AB3D-7112D1AD06C5}" dt="2026-02-21T16:41:58.504" v="9070" actId="1076"/>
        <pc:sldMkLst>
          <pc:docMk/>
          <pc:sldMk cId="3211560190" sldId="974"/>
        </pc:sldMkLst>
        <pc:spChg chg="mod">
          <ac:chgData name="三菱UFJ信託銀行　網野 智仁" userId="f8474316-ab6c-4136-bc0a-a68b4c48cb80" providerId="ADAL" clId="{31F0A714-A299-442C-AB3D-7112D1AD06C5}" dt="2026-02-21T16:41:01.876" v="9056" actId="6549"/>
          <ac:spMkLst>
            <pc:docMk/>
            <pc:sldMk cId="3211560190" sldId="974"/>
            <ac:spMk id="26" creationId="{37BDFC22-17F5-C34B-13D9-790848410026}"/>
          </ac:spMkLst>
        </pc:spChg>
        <pc:spChg chg="mod">
          <ac:chgData name="三菱UFJ信託銀行　網野 智仁" userId="f8474316-ab6c-4136-bc0a-a68b4c48cb80" providerId="ADAL" clId="{31F0A714-A299-442C-AB3D-7112D1AD06C5}" dt="2026-02-21T16:41:19.485" v="9059" actId="1076"/>
          <ac:spMkLst>
            <pc:docMk/>
            <pc:sldMk cId="3211560190" sldId="974"/>
            <ac:spMk id="34" creationId="{D5C1638D-3515-193E-5815-60845DC06557}"/>
          </ac:spMkLst>
        </pc:spChg>
        <pc:spChg chg="mod">
          <ac:chgData name="三菱UFJ信託銀行　網野 智仁" userId="f8474316-ab6c-4136-bc0a-a68b4c48cb80" providerId="ADAL" clId="{31F0A714-A299-442C-AB3D-7112D1AD06C5}" dt="2026-02-21T16:41:58.504" v="9070" actId="1076"/>
          <ac:spMkLst>
            <pc:docMk/>
            <pc:sldMk cId="3211560190" sldId="974"/>
            <ac:spMk id="35" creationId="{F0353F11-5C00-B855-02F0-A680239985F3}"/>
          </ac:spMkLst>
        </pc:spChg>
        <pc:spChg chg="mod">
          <ac:chgData name="三菱UFJ信託銀行　網野 智仁" userId="f8474316-ab6c-4136-bc0a-a68b4c48cb80" providerId="ADAL" clId="{31F0A714-A299-442C-AB3D-7112D1AD06C5}" dt="2026-02-21T16:41:48.481" v="9068" actId="14100"/>
          <ac:spMkLst>
            <pc:docMk/>
            <pc:sldMk cId="3211560190" sldId="974"/>
            <ac:spMk id="36" creationId="{24E300A5-2393-2C6B-48B5-3FFC1252FDD1}"/>
          </ac:spMkLst>
        </pc:spChg>
        <pc:picChg chg="mod">
          <ac:chgData name="三菱UFJ信託銀行　網野 智仁" userId="f8474316-ab6c-4136-bc0a-a68b4c48cb80" providerId="ADAL" clId="{31F0A714-A299-442C-AB3D-7112D1AD06C5}" dt="2026-02-21T16:41:45.265" v="9067" actId="1076"/>
          <ac:picMkLst>
            <pc:docMk/>
            <pc:sldMk cId="3211560190" sldId="974"/>
            <ac:picMk id="6" creationId="{99ECFF17-9F98-B12B-2715-1A0E42B340FB}"/>
          </ac:picMkLst>
        </pc:picChg>
        <pc:cxnChg chg="mod">
          <ac:chgData name="三菱UFJ信託銀行　網野 智仁" userId="f8474316-ab6c-4136-bc0a-a68b4c48cb80" providerId="ADAL" clId="{31F0A714-A299-442C-AB3D-7112D1AD06C5}" dt="2026-02-21T16:41:27.585" v="9062" actId="14100"/>
          <ac:cxnSpMkLst>
            <pc:docMk/>
            <pc:sldMk cId="3211560190" sldId="974"/>
            <ac:cxnSpMk id="11" creationId="{2210F67F-E188-2102-881F-A09FC89CD4DB}"/>
          </ac:cxnSpMkLst>
        </pc:cxnChg>
        <pc:cxnChg chg="mod">
          <ac:chgData name="三菱UFJ信託銀行　網野 智仁" userId="f8474316-ab6c-4136-bc0a-a68b4c48cb80" providerId="ADAL" clId="{31F0A714-A299-442C-AB3D-7112D1AD06C5}" dt="2026-02-21T16:41:54.132" v="9069" actId="14100"/>
          <ac:cxnSpMkLst>
            <pc:docMk/>
            <pc:sldMk cId="3211560190" sldId="974"/>
            <ac:cxnSpMk id="23" creationId="{001D8499-9E22-D175-C307-4811D7946DA7}"/>
          </ac:cxnSpMkLst>
        </pc:cxnChg>
        <pc:cxnChg chg="mod">
          <ac:chgData name="三菱UFJ信託銀行　網野 智仁" userId="f8474316-ab6c-4136-bc0a-a68b4c48cb80" providerId="ADAL" clId="{31F0A714-A299-442C-AB3D-7112D1AD06C5}" dt="2026-02-21T16:41:48.481" v="9068" actId="14100"/>
          <ac:cxnSpMkLst>
            <pc:docMk/>
            <pc:sldMk cId="3211560190" sldId="974"/>
            <ac:cxnSpMk id="31" creationId="{02934071-B21E-ACF4-8945-AC27F3EC699E}"/>
          </ac:cxnSpMkLst>
        </pc:cxnChg>
        <pc:extLst>
          <p:ext xmlns:p="http://schemas.openxmlformats.org/presentationml/2006/main" uri="{D6D511B9-2390-475A-947B-AFAB55BFBCF1}">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A185451F-9A32-4C1E-AFCD-4A613D0E05EB}"/>
              </pc2:cmMkLst>
            </pc226:cmChg>
            <pc226:cmChg xmlns:pc226="http://schemas.microsoft.com/office/powerpoint/2022/06/main/command" chg="mod">
              <pc226:chgData name="三菱UFJ信託銀行　網野 智仁" userId="f8474316-ab6c-4136-bc0a-a68b4c48cb80" providerId="ADAL" clId="{31F0A714-A299-442C-AB3D-7112D1AD06C5}" dt="2026-02-21T16:41:01.876" v="9056" actId="6549"/>
              <pc2:cmMkLst xmlns:pc2="http://schemas.microsoft.com/office/powerpoint/2019/9/main/command">
                <pc:docMk/>
                <pc:sldMk cId="3211560190" sldId="974"/>
                <pc2:cmMk id="{E25B2D68-FBC4-442B-A1A5-8AA2661529F2}"/>
              </pc2:cmMkLst>
            </pc226:cmChg>
          </p:ext>
        </pc:extLst>
      </pc:sldChg>
    </pc:docChg>
  </pc:docChgLst>
  <pc:docChgLst>
    <pc:chgData name="三菱UFJ信託銀行　網野 智仁" userId="S::tomohito_amino@ccken.onmicrosoft.com::f8474316-ab6c-4136-bc0a-a68b4c48cb80" providerId="AD" clId="Web-{B491017A-40BA-301A-D41A-72D9A9C4E6F0}"/>
    <pc:docChg chg="modSld">
      <pc:chgData name="三菱UFJ信託銀行　網野 智仁" userId="S::tomohito_amino@ccken.onmicrosoft.com::f8474316-ab6c-4136-bc0a-a68b4c48cb80" providerId="AD" clId="Web-{B491017A-40BA-301A-D41A-72D9A9C4E6F0}" dt="2026-02-26T14:56:08.617" v="16" actId="20577"/>
      <pc:docMkLst>
        <pc:docMk/>
      </pc:docMkLst>
    </pc:docChg>
  </pc:docChgLst>
  <pc:docChgLst>
    <pc:chgData name="MUIT　髙橋 博実" userId="S::hiromix222_msn.com#ext#@ccken.onmicrosoft.com::9d572560-7f87-4d11-90b9-a0fc016bcb45" providerId="AD" clId="Web-{95E73F63-15D8-11E2-206E-B779EAF99A8C}"/>
    <pc:docChg chg="modSld">
      <pc:chgData name="MUIT　髙橋 博実" userId="S::hiromix222_msn.com#ext#@ccken.onmicrosoft.com::9d572560-7f87-4d11-90b9-a0fc016bcb45" providerId="AD" clId="Web-{95E73F63-15D8-11E2-206E-B779EAF99A8C}" dt="2026-02-24T23:21:23.856" v="57"/>
      <pc:docMkLst>
        <pc:docMk/>
      </pc:docMkLst>
      <pc:sldChg chg="modSp">
        <pc:chgData name="MUIT　髙橋 博実" userId="S::hiromix222_msn.com#ext#@ccken.onmicrosoft.com::9d572560-7f87-4d11-90b9-a0fc016bcb45" providerId="AD" clId="Web-{95E73F63-15D8-11E2-206E-B779EAF99A8C}" dt="2026-02-24T23:21:23.856" v="57"/>
        <pc:sldMkLst>
          <pc:docMk/>
          <pc:sldMk cId="3014012821" sldId="953"/>
        </pc:sldMkLst>
        <pc:graphicFrameChg chg="mod modGraphic">
          <ac:chgData name="MUIT　髙橋 博実" userId="S::hiromix222_msn.com#ext#@ccken.onmicrosoft.com::9d572560-7f87-4d11-90b9-a0fc016bcb45" providerId="AD" clId="Web-{95E73F63-15D8-11E2-206E-B779EAF99A8C}" dt="2026-02-24T23:21:23.856" v="57"/>
          <ac:graphicFrameMkLst>
            <pc:docMk/>
            <pc:sldMk cId="3014012821" sldId="953"/>
            <ac:graphicFrameMk id="4" creationId="{1C244B7C-8934-CD2B-1B19-2C15BA647848}"/>
          </ac:graphicFrameMkLst>
        </pc:graphicFrameChg>
      </pc:sldChg>
    </pc:docChg>
  </pc:docChgLst>
  <pc:docChgLst>
    <pc:chgData name="東京海上日動システムズ　小田 和弥" userId="S::kazuya.oda1014_gmail.com#ext#@ccken.onmicrosoft.com::7d754f48-d90c-443c-a8c9-ee8d894037e8" providerId="AD" clId="Web-{9F7030C6-2CD8-56E2-BEB5-8F2BDB90AC44}"/>
    <pc:docChg chg="sldOrd">
      <pc:chgData name="東京海上日動システムズ　小田 和弥" userId="S::kazuya.oda1014_gmail.com#ext#@ccken.onmicrosoft.com::7d754f48-d90c-443c-a8c9-ee8d894037e8" providerId="AD" clId="Web-{9F7030C6-2CD8-56E2-BEB5-8F2BDB90AC44}" dt="2026-02-11T06:47:34.164" v="0"/>
      <pc:docMkLst>
        <pc:docMk/>
      </pc:docMkLst>
    </pc:docChg>
  </pc:docChgLst>
  <pc:docChgLst>
    <pc:chgData name="主査　福島 直人" userId="S::naoto_2_fukushima@ccken.onmicrosoft.com::8f548a50-3d4a-4660-b17c-82fdb2003fd5" providerId="AD" clId="Web-{6CD2E70D-4EA3-AF56-EAC3-D43A22C4DC4F}"/>
    <pc:docChg chg="modSld">
      <pc:chgData name="主査　福島 直人" userId="S::naoto_2_fukushima@ccken.onmicrosoft.com::8f548a50-3d4a-4660-b17c-82fdb2003fd5" providerId="AD" clId="Web-{6CD2E70D-4EA3-AF56-EAC3-D43A22C4DC4F}" dt="2026-02-25T10:25:31.461" v="41"/>
      <pc:docMkLst>
        <pc:docMk/>
      </pc:docMkLst>
    </pc:docChg>
  </pc:docChgLst>
  <pc:docChgLst>
    <pc:chgData name="主査　福島 直人" userId="S::naoto_2_fukushima@ccken.onmicrosoft.com::8f548a50-3d4a-4660-b17c-82fdb2003fd5" providerId="AD" clId="Web-{EB14DE7F-053A-DB3A-F7F3-3EBD47D850C4}"/>
    <pc:docChg chg="modSld">
      <pc:chgData name="主査　福島 直人" userId="S::naoto_2_fukushima@ccken.onmicrosoft.com::8f548a50-3d4a-4660-b17c-82fdb2003fd5" providerId="AD" clId="Web-{EB14DE7F-053A-DB3A-F7F3-3EBD47D850C4}" dt="2026-03-02T09:14:41.704" v="15"/>
      <pc:docMkLst>
        <pc:docMk/>
      </pc:docMkLst>
      <pc:sldChg chg="modSp">
        <pc:chgData name="主査　福島 直人" userId="S::naoto_2_fukushima@ccken.onmicrosoft.com::8f548a50-3d4a-4660-b17c-82fdb2003fd5" providerId="AD" clId="Web-{EB14DE7F-053A-DB3A-F7F3-3EBD47D850C4}" dt="2026-03-02T09:14:41.704" v="15"/>
        <pc:sldMkLst>
          <pc:docMk/>
          <pc:sldMk cId="3657850443" sldId="990"/>
        </pc:sldMkLst>
        <pc:graphicFrameChg chg="mod modGraphic">
          <ac:chgData name="主査　福島 直人" userId="S::naoto_2_fukushima@ccken.onmicrosoft.com::8f548a50-3d4a-4660-b17c-82fdb2003fd5" providerId="AD" clId="Web-{EB14DE7F-053A-DB3A-F7F3-3EBD47D850C4}" dt="2026-03-02T09:14:41.704" v="15"/>
          <ac:graphicFrameMkLst>
            <pc:docMk/>
            <pc:sldMk cId="3657850443" sldId="990"/>
            <ac:graphicFrameMk id="6" creationId="{367620EE-E62C-2BD3-41C4-3D0D9EDD4F2A}"/>
          </ac:graphicFrameMkLst>
        </pc:graphicFrameChg>
      </pc:sldChg>
    </pc:docChg>
  </pc:docChgLst>
  <pc:docChgLst>
    <pc:chgData name="masazaki yoshihiro/6201258/昌崎　良浩" userId="S::yoshihiro.masazaki.mk_mcgc.com#ext#@ccken.onmicrosoft.com::338b9127-7fcd-4e96-b095-c08a802489d5" providerId="AD" clId="Web-{5C55B3F9-4BE2-2DB8-A529-5855BE68711A}"/>
    <pc:docChg chg="addSld modSld sldOrd modSection">
      <pc:chgData name="masazaki yoshihiro/6201258/昌崎　良浩" userId="S::yoshihiro.masazaki.mk_mcgc.com#ext#@ccken.onmicrosoft.com::338b9127-7fcd-4e96-b095-c08a802489d5" providerId="AD" clId="Web-{5C55B3F9-4BE2-2DB8-A529-5855BE68711A}" dt="2026-02-13T05:05:20.794" v="442" actId="20577"/>
      <pc:docMkLst>
        <pc:docMk/>
      </pc:docMkLst>
    </pc:docChg>
  </pc:docChgLst>
  <pc:docChgLst>
    <pc:chgData name="主査　福島 直人" userId="S::naoto_2_fukushima@ccken.onmicrosoft.com::8f548a50-3d4a-4660-b17c-82fdb2003fd5" providerId="AD" clId="Web-{2B1E44B2-0CA4-CA00-BC96-FDA678FC91C8}"/>
    <pc:docChg chg="delSld modSld modSection">
      <pc:chgData name="主査　福島 直人" userId="S::naoto_2_fukushima@ccken.onmicrosoft.com::8f548a50-3d4a-4660-b17c-82fdb2003fd5" providerId="AD" clId="Web-{2B1E44B2-0CA4-CA00-BC96-FDA678FC91C8}" dt="2026-02-27T11:03:40.206" v="44" actId="14100"/>
      <pc:docMkLst>
        <pc:docMk/>
      </pc:docMkLst>
      <pc:sldChg chg="modSp">
        <pc:chgData name="主査　福島 直人" userId="S::naoto_2_fukushima@ccken.onmicrosoft.com::8f548a50-3d4a-4660-b17c-82fdb2003fd5" providerId="AD" clId="Web-{2B1E44B2-0CA4-CA00-BC96-FDA678FC91C8}" dt="2026-02-27T10:58:02.566" v="19" actId="14100"/>
        <pc:sldMkLst>
          <pc:docMk/>
          <pc:sldMk cId="1392608573" sldId="727"/>
        </pc:sldMkLst>
        <pc:spChg chg="mod">
          <ac:chgData name="主査　福島 直人" userId="S::naoto_2_fukushima@ccken.onmicrosoft.com::8f548a50-3d4a-4660-b17c-82fdb2003fd5" providerId="AD" clId="Web-{2B1E44B2-0CA4-CA00-BC96-FDA678FC91C8}" dt="2026-02-27T10:58:02.566" v="19" actId="14100"/>
          <ac:spMkLst>
            <pc:docMk/>
            <pc:sldMk cId="1392608573" sldId="727"/>
            <ac:spMk id="5" creationId="{A91FDA4D-43D0-CD1A-2F78-41AC297B4E48}"/>
          </ac:spMkLst>
        </pc:spChg>
      </pc:sldChg>
    </pc:docChg>
  </pc:docChgLst>
  <pc:docChgLst>
    <pc:chgData name="MUS情報システム　山脇 美結" userId="S::miyu.120112.pine_gmail.com#ext#@ccken.onmicrosoft.com::fd8ccd46-d71f-4364-8690-15c60a2853cf" providerId="AD" clId="Web-{4FC9D120-3F9A-04DD-63D9-07ED21BF8963}"/>
    <pc:docChg chg="modSld">
      <pc:chgData name="MUS情報システム　山脇 美結" userId="S::miyu.120112.pine_gmail.com#ext#@ccken.onmicrosoft.com::fd8ccd46-d71f-4364-8690-15c60a2853cf" providerId="AD" clId="Web-{4FC9D120-3F9A-04DD-63D9-07ED21BF8963}" dt="2026-02-05T08:23:07.698" v="17" actId="20577"/>
      <pc:docMkLst>
        <pc:docMk/>
      </pc:docMkLst>
    </pc:docChg>
  </pc:docChgLst>
  <pc:docChgLst>
    <pc:chgData name="村上　淳" userId="S::ji-murakami@ccken.onmicrosoft.com::0b8e6a16-2353-4e90-9a7d-8e4f0d078fbd" providerId="AD" clId="Web-{0206F8DD-750A-F589-7D8B-6515AD724F32}"/>
    <pc:docChg chg="modSld">
      <pc:chgData name="村上　淳" userId="S::ji-murakami@ccken.onmicrosoft.com::0b8e6a16-2353-4e90-9a7d-8e4f0d078fbd" providerId="AD" clId="Web-{0206F8DD-750A-F589-7D8B-6515AD724F32}" dt="2026-02-28T09:04:27.986" v="140" actId="20577"/>
      <pc:docMkLst>
        <pc:docMk/>
      </pc:docMkLst>
      <pc:sldChg chg="modSp">
        <pc:chgData name="村上　淳" userId="S::ji-murakami@ccken.onmicrosoft.com::0b8e6a16-2353-4e90-9a7d-8e4f0d078fbd" providerId="AD" clId="Web-{0206F8DD-750A-F589-7D8B-6515AD724F32}" dt="2026-02-28T09:03:04.423" v="122" actId="20577"/>
        <pc:sldMkLst>
          <pc:docMk/>
          <pc:sldMk cId="2585609864" sldId="805"/>
        </pc:sldMkLst>
        <pc:spChg chg="mod">
          <ac:chgData name="村上　淳" userId="S::ji-murakami@ccken.onmicrosoft.com::0b8e6a16-2353-4e90-9a7d-8e4f0d078fbd" providerId="AD" clId="Web-{0206F8DD-750A-F589-7D8B-6515AD724F32}" dt="2026-02-28T09:03:04.423" v="122" actId="20577"/>
          <ac:spMkLst>
            <pc:docMk/>
            <pc:sldMk cId="2585609864" sldId="805"/>
            <ac:spMk id="3" creationId="{38A47083-D87B-615D-0575-EC970FAD45BA}"/>
          </ac:spMkLst>
        </pc:spChg>
      </pc:sldChg>
      <pc:sldChg chg="modSp">
        <pc:chgData name="村上　淳" userId="S::ji-murakami@ccken.onmicrosoft.com::0b8e6a16-2353-4e90-9a7d-8e4f0d078fbd" providerId="AD" clId="Web-{0206F8DD-750A-F589-7D8B-6515AD724F32}" dt="2026-02-28T09:03:12.001" v="123" actId="20577"/>
        <pc:sldMkLst>
          <pc:docMk/>
          <pc:sldMk cId="3740400021" sldId="808"/>
        </pc:sldMkLst>
        <pc:spChg chg="mod">
          <ac:chgData name="村上　淳" userId="S::ji-murakami@ccken.onmicrosoft.com::0b8e6a16-2353-4e90-9a7d-8e4f0d078fbd" providerId="AD" clId="Web-{0206F8DD-750A-F589-7D8B-6515AD724F32}" dt="2026-02-28T09:03:12.001" v="123" actId="20577"/>
          <ac:spMkLst>
            <pc:docMk/>
            <pc:sldMk cId="3740400021" sldId="808"/>
            <ac:spMk id="6" creationId="{D9186B96-A807-413B-8DEB-05A0554CB10A}"/>
          </ac:spMkLst>
        </pc:spChg>
      </pc:sldChg>
      <pc:sldChg chg="modSp">
        <pc:chgData name="村上　淳" userId="S::ji-murakami@ccken.onmicrosoft.com::0b8e6a16-2353-4e90-9a7d-8e4f0d078fbd" providerId="AD" clId="Web-{0206F8DD-750A-F589-7D8B-6515AD724F32}" dt="2026-02-28T09:03:23.095" v="125" actId="20577"/>
        <pc:sldMkLst>
          <pc:docMk/>
          <pc:sldMk cId="2863564126" sldId="809"/>
        </pc:sldMkLst>
        <pc:spChg chg="mod">
          <ac:chgData name="村上　淳" userId="S::ji-murakami@ccken.onmicrosoft.com::0b8e6a16-2353-4e90-9a7d-8e4f0d078fbd" providerId="AD" clId="Web-{0206F8DD-750A-F589-7D8B-6515AD724F32}" dt="2026-02-28T09:03:23.095" v="125" actId="20577"/>
          <ac:spMkLst>
            <pc:docMk/>
            <pc:sldMk cId="2863564126" sldId="809"/>
            <ac:spMk id="7" creationId="{09087600-09AD-C2BA-E0AA-50D27F85BE7E}"/>
          </ac:spMkLst>
        </pc:spChg>
      </pc:sldChg>
      <pc:sldChg chg="modSp">
        <pc:chgData name="村上　淳" userId="S::ji-murakami@ccken.onmicrosoft.com::0b8e6a16-2353-4e90-9a7d-8e4f0d078fbd" providerId="AD" clId="Web-{0206F8DD-750A-F589-7D8B-6515AD724F32}" dt="2026-02-28T09:03:29.704" v="128" actId="20577"/>
        <pc:sldMkLst>
          <pc:docMk/>
          <pc:sldMk cId="4048481670" sldId="810"/>
        </pc:sldMkLst>
        <pc:spChg chg="mod">
          <ac:chgData name="村上　淳" userId="S::ji-murakami@ccken.onmicrosoft.com::0b8e6a16-2353-4e90-9a7d-8e4f0d078fbd" providerId="AD" clId="Web-{0206F8DD-750A-F589-7D8B-6515AD724F32}" dt="2026-02-28T09:03:29.704" v="128" actId="20577"/>
          <ac:spMkLst>
            <pc:docMk/>
            <pc:sldMk cId="4048481670" sldId="810"/>
            <ac:spMk id="4" creationId="{FD01534E-962D-6C87-3BB1-E0D20B1424CE}"/>
          </ac:spMkLst>
        </pc:spChg>
      </pc:sldChg>
      <pc:sldChg chg="modSp">
        <pc:chgData name="村上　淳" userId="S::ji-murakami@ccken.onmicrosoft.com::0b8e6a16-2353-4e90-9a7d-8e4f0d078fbd" providerId="AD" clId="Web-{0206F8DD-750A-F589-7D8B-6515AD724F32}" dt="2026-02-28T09:03:38.533" v="130" actId="20577"/>
        <pc:sldMkLst>
          <pc:docMk/>
          <pc:sldMk cId="656133690" sldId="811"/>
        </pc:sldMkLst>
        <pc:spChg chg="mod">
          <ac:chgData name="村上　淳" userId="S::ji-murakami@ccken.onmicrosoft.com::0b8e6a16-2353-4e90-9a7d-8e4f0d078fbd" providerId="AD" clId="Web-{0206F8DD-750A-F589-7D8B-6515AD724F32}" dt="2026-02-28T09:03:38.533" v="130" actId="20577"/>
          <ac:spMkLst>
            <pc:docMk/>
            <pc:sldMk cId="656133690" sldId="811"/>
            <ac:spMk id="5" creationId="{7BD63B57-DAC1-484C-715A-19514929559A}"/>
          </ac:spMkLst>
        </pc:spChg>
      </pc:sldChg>
      <pc:sldChg chg="modSp">
        <pc:chgData name="村上　淳" userId="S::ji-murakami@ccken.onmicrosoft.com::0b8e6a16-2353-4e90-9a7d-8e4f0d078fbd" providerId="AD" clId="Web-{0206F8DD-750A-F589-7D8B-6515AD724F32}" dt="2026-02-28T09:03:43.517" v="132" actId="20577"/>
        <pc:sldMkLst>
          <pc:docMk/>
          <pc:sldMk cId="3784166746" sldId="812"/>
        </pc:sldMkLst>
        <pc:spChg chg="mod">
          <ac:chgData name="村上　淳" userId="S::ji-murakami@ccken.onmicrosoft.com::0b8e6a16-2353-4e90-9a7d-8e4f0d078fbd" providerId="AD" clId="Web-{0206F8DD-750A-F589-7D8B-6515AD724F32}" dt="2026-02-28T09:03:43.517" v="132" actId="20577"/>
          <ac:spMkLst>
            <pc:docMk/>
            <pc:sldMk cId="3784166746" sldId="812"/>
            <ac:spMk id="6" creationId="{5F95E222-A27F-5ACA-87BE-D4258E2FD6B6}"/>
          </ac:spMkLst>
        </pc:spChg>
      </pc:sldChg>
      <pc:sldChg chg="modSp">
        <pc:chgData name="村上　淳" userId="S::ji-murakami@ccken.onmicrosoft.com::0b8e6a16-2353-4e90-9a7d-8e4f0d078fbd" providerId="AD" clId="Web-{0206F8DD-750A-F589-7D8B-6515AD724F32}" dt="2026-02-28T09:04:19.768" v="138" actId="20577"/>
        <pc:sldMkLst>
          <pc:docMk/>
          <pc:sldMk cId="3369189793" sldId="835"/>
        </pc:sldMkLst>
        <pc:spChg chg="mod">
          <ac:chgData name="村上　淳" userId="S::ji-murakami@ccken.onmicrosoft.com::0b8e6a16-2353-4e90-9a7d-8e4f0d078fbd" providerId="AD" clId="Web-{0206F8DD-750A-F589-7D8B-6515AD724F32}" dt="2026-02-28T09:04:19.768" v="138" actId="20577"/>
          <ac:spMkLst>
            <pc:docMk/>
            <pc:sldMk cId="3369189793" sldId="835"/>
            <ac:spMk id="3" creationId="{671E7CDD-9A99-18DD-75B4-240D33C583C8}"/>
          </ac:spMkLst>
        </pc:spChg>
        <pc:spChg chg="mod">
          <ac:chgData name="村上　淳" userId="S::ji-murakami@ccken.onmicrosoft.com::0b8e6a16-2353-4e90-9a7d-8e4f0d078fbd" providerId="AD" clId="Web-{0206F8DD-750A-F589-7D8B-6515AD724F32}" dt="2026-02-28T08:52:11.591" v="72" actId="20577"/>
          <ac:spMkLst>
            <pc:docMk/>
            <pc:sldMk cId="3369189793" sldId="835"/>
            <ac:spMk id="6" creationId="{75F1669D-1E23-4B8D-353F-737EAD5A47C4}"/>
          </ac:spMkLst>
        </pc:spChg>
      </pc:sldChg>
      <pc:sldChg chg="modSp">
        <pc:chgData name="村上　淳" userId="S::ji-murakami@ccken.onmicrosoft.com::0b8e6a16-2353-4e90-9a7d-8e4f0d078fbd" providerId="AD" clId="Web-{0206F8DD-750A-F589-7D8B-6515AD724F32}" dt="2026-02-28T09:04:27.986" v="140" actId="20577"/>
        <pc:sldMkLst>
          <pc:docMk/>
          <pc:sldMk cId="3528798614" sldId="836"/>
        </pc:sldMkLst>
        <pc:spChg chg="mod">
          <ac:chgData name="村上　淳" userId="S::ji-murakami@ccken.onmicrosoft.com::0b8e6a16-2353-4e90-9a7d-8e4f0d078fbd" providerId="AD" clId="Web-{0206F8DD-750A-F589-7D8B-6515AD724F32}" dt="2026-02-28T09:04:27.986" v="140" actId="20577"/>
          <ac:spMkLst>
            <pc:docMk/>
            <pc:sldMk cId="3528798614" sldId="836"/>
            <ac:spMk id="3" creationId="{2425939D-494E-0173-56FA-DC733890D3BE}"/>
          </ac:spMkLst>
        </pc:spChg>
        <pc:spChg chg="mod">
          <ac:chgData name="村上　淳" userId="S::ji-murakami@ccken.onmicrosoft.com::0b8e6a16-2353-4e90-9a7d-8e4f0d078fbd" providerId="AD" clId="Web-{0206F8DD-750A-F589-7D8B-6515AD724F32}" dt="2026-02-28T08:53:37.522" v="106" actId="20577"/>
          <ac:spMkLst>
            <pc:docMk/>
            <pc:sldMk cId="3528798614" sldId="836"/>
            <ac:spMk id="6" creationId="{553786E8-D865-B688-6213-795A889137E6}"/>
          </ac:spMkLst>
        </pc:spChg>
      </pc:sldChg>
      <pc:sldChg chg="modSp">
        <pc:chgData name="村上　淳" userId="S::ji-murakami@ccken.onmicrosoft.com::0b8e6a16-2353-4e90-9a7d-8e4f0d078fbd" providerId="AD" clId="Web-{0206F8DD-750A-F589-7D8B-6515AD724F32}" dt="2026-02-28T09:03:49.423" v="133" actId="20577"/>
        <pc:sldMkLst>
          <pc:docMk/>
          <pc:sldMk cId="1689093626" sldId="838"/>
        </pc:sldMkLst>
        <pc:spChg chg="mod">
          <ac:chgData name="村上　淳" userId="S::ji-murakami@ccken.onmicrosoft.com::0b8e6a16-2353-4e90-9a7d-8e4f0d078fbd" providerId="AD" clId="Web-{0206F8DD-750A-F589-7D8B-6515AD724F32}" dt="2026-02-28T09:03:49.423" v="133" actId="20577"/>
          <ac:spMkLst>
            <pc:docMk/>
            <pc:sldMk cId="1689093626" sldId="838"/>
            <ac:spMk id="6" creationId="{5F95E222-A27F-5ACA-87BE-D4258E2FD6B6}"/>
          </ac:spMkLst>
        </pc:spChg>
      </pc:sldChg>
      <pc:sldChg chg="modSp">
        <pc:chgData name="村上　淳" userId="S::ji-murakami@ccken.onmicrosoft.com::0b8e6a16-2353-4e90-9a7d-8e4f0d078fbd" providerId="AD" clId="Web-{0206F8DD-750A-F589-7D8B-6515AD724F32}" dt="2026-02-28T08:49:51.647" v="41"/>
        <pc:sldMkLst>
          <pc:docMk/>
          <pc:sldMk cId="2865370770" sldId="989"/>
        </pc:sldMkLst>
        <pc:graphicFrameChg chg="modGraphic">
          <ac:chgData name="村上　淳" userId="S::ji-murakami@ccken.onmicrosoft.com::0b8e6a16-2353-4e90-9a7d-8e4f0d078fbd" providerId="AD" clId="Web-{0206F8DD-750A-F589-7D8B-6515AD724F32}" dt="2026-02-28T08:49:51.647" v="41"/>
          <ac:graphicFrameMkLst>
            <pc:docMk/>
            <pc:sldMk cId="2865370770" sldId="989"/>
            <ac:graphicFrameMk id="6" creationId="{F6222FCF-66DE-EDE7-0FA9-2665602BD7C1}"/>
          </ac:graphicFrameMkLst>
        </pc:graphicFrameChg>
      </pc:sldChg>
      <pc:sldChg chg="addSp delSp modSp">
        <pc:chgData name="村上　淳" userId="S::ji-murakami@ccken.onmicrosoft.com::0b8e6a16-2353-4e90-9a7d-8e4f0d078fbd" providerId="AD" clId="Web-{0206F8DD-750A-F589-7D8B-6515AD724F32}" dt="2026-02-28T08:49:13.490" v="35"/>
        <pc:sldMkLst>
          <pc:docMk/>
          <pc:sldMk cId="3657850443" sldId="990"/>
        </pc:sldMkLst>
        <pc:graphicFrameChg chg="mod modGraphic">
          <ac:chgData name="村上　淳" userId="S::ji-murakami@ccken.onmicrosoft.com::0b8e6a16-2353-4e90-9a7d-8e4f0d078fbd" providerId="AD" clId="Web-{0206F8DD-750A-F589-7D8B-6515AD724F32}" dt="2026-02-28T08:49:01.224" v="31"/>
          <ac:graphicFrameMkLst>
            <pc:docMk/>
            <pc:sldMk cId="3657850443" sldId="990"/>
            <ac:graphicFrameMk id="6" creationId="{367620EE-E62C-2BD3-41C4-3D0D9EDD4F2A}"/>
          </ac:graphicFrameMkLst>
        </pc:graphicFrameChg>
      </pc:sldChg>
      <pc:sldChg chg="modSp">
        <pc:chgData name="村上　淳" userId="S::ji-murakami@ccken.onmicrosoft.com::0b8e6a16-2353-4e90-9a7d-8e4f0d078fbd" providerId="AD" clId="Web-{0206F8DD-750A-F589-7D8B-6515AD724F32}" dt="2026-02-28T09:01:16.995" v="117" actId="20577"/>
        <pc:sldMkLst>
          <pc:docMk/>
          <pc:sldMk cId="1056783319" sldId="1009"/>
        </pc:sldMkLst>
        <pc:spChg chg="mod">
          <ac:chgData name="村上　淳" userId="S::ji-murakami@ccken.onmicrosoft.com::0b8e6a16-2353-4e90-9a7d-8e4f0d078fbd" providerId="AD" clId="Web-{0206F8DD-750A-F589-7D8B-6515AD724F32}" dt="2026-02-28T09:00:27.041" v="116" actId="14100"/>
          <ac:spMkLst>
            <pc:docMk/>
            <pc:sldMk cId="1056783319" sldId="1009"/>
            <ac:spMk id="23" creationId="{6740960A-A474-F67E-5A30-FA88F3867E67}"/>
          </ac:spMkLst>
        </pc:spChg>
        <pc:spChg chg="mod">
          <ac:chgData name="村上　淳" userId="S::ji-murakami@ccken.onmicrosoft.com::0b8e6a16-2353-4e90-9a7d-8e4f0d078fbd" providerId="AD" clId="Web-{0206F8DD-750A-F589-7D8B-6515AD724F32}" dt="2026-02-28T09:01:16.995" v="117" actId="20577"/>
          <ac:spMkLst>
            <pc:docMk/>
            <pc:sldMk cId="1056783319" sldId="1009"/>
            <ac:spMk id="25" creationId="{B6A3789C-38AC-3CF0-FB68-DAF757916C44}"/>
          </ac:spMkLst>
        </pc:spChg>
      </pc:sldChg>
    </pc:docChg>
  </pc:docChgLst>
  <pc:docChgLst>
    <pc:chgData name="masazaki yoshihiro/6201258/昌崎　良浩" userId="S::yoshihiro.masazaki.mk_mcgc.com#ext#@ccken.onmicrosoft.com::338b9127-7fcd-4e96-b095-c08a802489d5" providerId="AD" clId="Web-{C49A3AD7-6BAA-2813-4CF0-D809AD933A0D}"/>
    <pc:docChg chg="modSld">
      <pc:chgData name="masazaki yoshihiro/6201258/昌崎　良浩" userId="S::yoshihiro.masazaki.mk_mcgc.com#ext#@ccken.onmicrosoft.com::338b9127-7fcd-4e96-b095-c08a802489d5" providerId="AD" clId="Web-{C49A3AD7-6BAA-2813-4CF0-D809AD933A0D}" dt="2026-02-06T04:01:49.533" v="5"/>
      <pc:docMkLst>
        <pc:docMk/>
      </pc:docMkLst>
    </pc:docChg>
  </pc:docChgLst>
  <pc:docChgLst>
    <pc:chgData name="主査　福島 直人" userId="S::naoto_2_fukushima@ccken.onmicrosoft.com::8f548a50-3d4a-4660-b17c-82fdb2003fd5" providerId="AD" clId="Web-{FC093C35-9DEE-ADE2-B9EF-E702FAA6ED6F}"/>
    <pc:docChg chg="modSld">
      <pc:chgData name="主査　福島 直人" userId="S::naoto_2_fukushima@ccken.onmicrosoft.com::8f548a50-3d4a-4660-b17c-82fdb2003fd5" providerId="AD" clId="Web-{FC093C35-9DEE-ADE2-B9EF-E702FAA6ED6F}" dt="2026-02-26T14:08:20.126" v="6" actId="1076"/>
      <pc:docMkLst>
        <pc:docMk/>
      </pc:docMkLst>
    </pc:docChg>
  </pc:docChgLst>
  <pc:docChgLst>
    <pc:chgData name="鈴木　杏優 / Suzuki, Ayu" userId="6fe1cced-33cb-43dc-ac11-261a0a1f85e2" providerId="ADAL" clId="{15B63D10-CE42-4B77-AFAA-83EFBD3109CB}"/>
    <pc:docChg chg="modSld">
      <pc:chgData name="鈴木　杏優 / Suzuki, Ayu" userId="6fe1cced-33cb-43dc-ac11-261a0a1f85e2" providerId="ADAL" clId="{15B63D10-CE42-4B77-AFAA-83EFBD3109CB}" dt="2026-02-12T08:04:29.824" v="562" actId="20577"/>
      <pc:docMkLst>
        <pc:docMk/>
      </pc:docMkLst>
    </pc:docChg>
  </pc:docChgLst>
  <pc:docChgLst>
    <pc:chgData name="masazaki yoshihiro/6201258/昌崎　良浩" userId="S::yoshihiro.masazaki.mk_mcgc.com#ext#@ccken.onmicrosoft.com::338b9127-7fcd-4e96-b095-c08a802489d5" providerId="AD" clId="Web-{8D911D70-489E-CCEB-19A9-A32951C71FA8}"/>
    <pc:docChg chg="modSld">
      <pc:chgData name="masazaki yoshihiro/6201258/昌崎　良浩" userId="S::yoshihiro.masazaki.mk_mcgc.com#ext#@ccken.onmicrosoft.com::338b9127-7fcd-4e96-b095-c08a802489d5" providerId="AD" clId="Web-{8D911D70-489E-CCEB-19A9-A32951C71FA8}" dt="2026-02-23T23:44:44.886" v="2"/>
      <pc:docMkLst>
        <pc:docMk/>
      </pc:docMkLst>
    </pc:docChg>
  </pc:docChgLst>
  <pc:docChgLst>
    <pc:chgData name="三菱UFJ信託銀行　網野 智仁" userId="S::tomohito_amino@ccken.onmicrosoft.com::f8474316-ab6c-4136-bc0a-a68b4c48cb80" providerId="AD" clId="Web-{313C5D48-B270-1EB3-5711-00C0D0195707}"/>
    <pc:docChg chg="modSld">
      <pc:chgData name="三菱UFJ信託銀行　網野 智仁" userId="S::tomohito_amino@ccken.onmicrosoft.com::f8474316-ab6c-4136-bc0a-a68b4c48cb80" providerId="AD" clId="Web-{313C5D48-B270-1EB3-5711-00C0D0195707}" dt="2026-02-26T21:05:10.297" v="61" actId="20577"/>
      <pc:docMkLst>
        <pc:docMk/>
      </pc:docMkLst>
      <pc:sldChg chg="modSp">
        <pc:chgData name="三菱UFJ信託銀行　網野 智仁" userId="S::tomohito_amino@ccken.onmicrosoft.com::f8474316-ab6c-4136-bc0a-a68b4c48cb80" providerId="AD" clId="Web-{313C5D48-B270-1EB3-5711-00C0D0195707}" dt="2026-02-26T21:02:13.733" v="42" actId="20577"/>
        <pc:sldMkLst>
          <pc:docMk/>
          <pc:sldMk cId="865026807" sldId="1010"/>
        </pc:sldMkLst>
        <pc:spChg chg="mod">
          <ac:chgData name="三菱UFJ信託銀行　網野 智仁" userId="S::tomohito_amino@ccken.onmicrosoft.com::f8474316-ab6c-4136-bc0a-a68b4c48cb80" providerId="AD" clId="Web-{313C5D48-B270-1EB3-5711-00C0D0195707}" dt="2026-02-26T20:59:11.027" v="23" actId="20577"/>
          <ac:spMkLst>
            <pc:docMk/>
            <pc:sldMk cId="865026807" sldId="1010"/>
            <ac:spMk id="14" creationId="{AFBA9317-3702-693B-E3DC-48EF94B07BAB}"/>
          </ac:spMkLst>
        </pc:spChg>
        <pc:spChg chg="mod">
          <ac:chgData name="三菱UFJ信託銀行　網野 智仁" userId="S::tomohito_amino@ccken.onmicrosoft.com::f8474316-ab6c-4136-bc0a-a68b4c48cb80" providerId="AD" clId="Web-{313C5D48-B270-1EB3-5711-00C0D0195707}" dt="2026-02-26T21:02:13.733" v="42" actId="20577"/>
          <ac:spMkLst>
            <pc:docMk/>
            <pc:sldMk cId="865026807" sldId="1010"/>
            <ac:spMk id="25" creationId="{D030D5E2-5076-2CF4-D9EF-FBD0C0C4CD59}"/>
          </ac:spMkLst>
        </pc:spChg>
      </pc:sldChg>
      <pc:sldChg chg="modSp">
        <pc:chgData name="三菱UFJ信託銀行　網野 智仁" userId="S::tomohito_amino@ccken.onmicrosoft.com::f8474316-ab6c-4136-bc0a-a68b4c48cb80" providerId="AD" clId="Web-{313C5D48-B270-1EB3-5711-00C0D0195707}" dt="2026-02-26T21:05:10.297" v="61" actId="20577"/>
        <pc:sldMkLst>
          <pc:docMk/>
          <pc:sldMk cId="3418834785" sldId="1011"/>
        </pc:sldMkLst>
        <pc:spChg chg="mod">
          <ac:chgData name="三菱UFJ信託銀行　網野 智仁" userId="S::tomohito_amino@ccken.onmicrosoft.com::f8474316-ab6c-4136-bc0a-a68b4c48cb80" providerId="AD" clId="Web-{313C5D48-B270-1EB3-5711-00C0D0195707}" dt="2026-02-26T21:05:10.297" v="61" actId="20577"/>
          <ac:spMkLst>
            <pc:docMk/>
            <pc:sldMk cId="3418834785" sldId="1011"/>
            <ac:spMk id="14" creationId="{402CB6AF-B85F-5109-5FBA-7EDDBFB63B63}"/>
          </ac:spMkLst>
        </pc:spChg>
      </pc:sldChg>
    </pc:docChg>
  </pc:docChgLst>
  <pc:docChgLst>
    <pc:chgData name="masazaki yoshihiro/6201258/昌崎　良浩" userId="S::yoshihiro.masazaki.mk_mcgc.com#ext#@ccken.onmicrosoft.com::338b9127-7fcd-4e96-b095-c08a802489d5" providerId="AD" clId="Web-{09149216-F1E5-1AEA-E4A3-FCA761E4394D}"/>
    <pc:docChg chg="modSld">
      <pc:chgData name="masazaki yoshihiro/6201258/昌崎　良浩" userId="S::yoshihiro.masazaki.mk_mcgc.com#ext#@ccken.onmicrosoft.com::338b9127-7fcd-4e96-b095-c08a802489d5" providerId="AD" clId="Web-{09149216-F1E5-1AEA-E4A3-FCA761E4394D}" dt="2026-02-11T23:50:08.880" v="12"/>
      <pc:docMkLst>
        <pc:docMk/>
      </pc:docMkLst>
    </pc:docChg>
  </pc:docChgLst>
  <pc:docChgLst>
    <pc:chgData name="主査　福島 直人" userId="S::naoto_2_fukushima@ccken.onmicrosoft.com::8f548a50-3d4a-4660-b17c-82fdb2003fd5" providerId="AD" clId="Web-{CE1252E4-C739-0203-03F0-97DD204F85FC}"/>
    <pc:docChg chg="modSld">
      <pc:chgData name="主査　福島 直人" userId="S::naoto_2_fukushima@ccken.onmicrosoft.com::8f548a50-3d4a-4660-b17c-82fdb2003fd5" providerId="AD" clId="Web-{CE1252E4-C739-0203-03F0-97DD204F85FC}" dt="2026-02-27T02:26:50.322" v="6" actId="20577"/>
      <pc:docMkLst>
        <pc:docMk/>
      </pc:docMkLst>
    </pc:docChg>
  </pc:docChgLst>
  <pc:docChgLst>
    <pc:chgData name="ono kanta/0888989/小野　幹太" userId="S::kanta.ono.ma_mcgc.com#ext#@ccken.onmicrosoft.com::dfbd62e6-aad9-430f-8c23-c5eb0da84986" providerId="AD" clId="Web-{ECCE1972-2F71-DAB9-5E28-52BCE1C53860}"/>
    <pc:docChg chg="modSld">
      <pc:chgData name="ono kanta/0888989/小野　幹太" userId="S::kanta.ono.ma_mcgc.com#ext#@ccken.onmicrosoft.com::dfbd62e6-aad9-430f-8c23-c5eb0da84986" providerId="AD" clId="Web-{ECCE1972-2F71-DAB9-5E28-52BCE1C53860}" dt="2026-02-13T05:14:46.872" v="325"/>
      <pc:docMkLst>
        <pc:docMk/>
      </pc:docMkLst>
    </pc:docChg>
  </pc:docChgLst>
  <pc:docChgLst>
    <pc:chgData name="masazaki yoshihiro/6201258/昌崎　良浩" userId="S::yoshihiro.masazaki.mk_mcgc.com#ext#@ccken.onmicrosoft.com::338b9127-7fcd-4e96-b095-c08a802489d5" providerId="AD" clId="Web-{E5C814B2-F21D-43DE-C1A0-13CB1C4A9ACA}"/>
    <pc:docChg chg="delSld modSld modSection">
      <pc:chgData name="masazaki yoshihiro/6201258/昌崎　良浩" userId="S::yoshihiro.masazaki.mk_mcgc.com#ext#@ccken.onmicrosoft.com::338b9127-7fcd-4e96-b095-c08a802489d5" providerId="AD" clId="Web-{E5C814B2-F21D-43DE-C1A0-13CB1C4A9ACA}" dt="2026-02-13T00:50:49.448" v="1085"/>
      <pc:docMkLst>
        <pc:docMk/>
      </pc:docMkLst>
    </pc:docChg>
  </pc:docChgLst>
  <pc:docChgLst>
    <pc:chgData name="MUIT　土屋 遼太郎" userId="S::ryoukunjajaan4127_gmail.com#ext#@ccken.onmicrosoft.com::fd1358ce-a2d5-4118-97fd-140e7e3174f1" providerId="AD" clId="Web-{6A6AE7B6-6B83-8E6A-21E8-16A96DC7EF47}"/>
    <pc:docChg chg="modSld">
      <pc:chgData name="MUIT　土屋 遼太郎" userId="S::ryoukunjajaan4127_gmail.com#ext#@ccken.onmicrosoft.com::fd1358ce-a2d5-4118-97fd-140e7e3174f1" providerId="AD" clId="Web-{6A6AE7B6-6B83-8E6A-21E8-16A96DC7EF47}" dt="2026-02-05T07:29:16.048" v="1" actId="20577"/>
      <pc:docMkLst>
        <pc:docMk/>
      </pc:docMkLst>
    </pc:docChg>
  </pc:docChgLst>
  <pc:docChgLst>
    <pc:chgData name="主査　福島 直人" userId="S::naoto_2_fukushima@ccken.onmicrosoft.com::8f548a50-3d4a-4660-b17c-82fdb2003fd5" providerId="AD" clId="Web-{49EE4CF9-D520-C73F-F3B3-277580B65366}"/>
    <pc:docChg chg="modSld">
      <pc:chgData name="主査　福島 直人" userId="S::naoto_2_fukushima@ccken.onmicrosoft.com::8f548a50-3d4a-4660-b17c-82fdb2003fd5" providerId="AD" clId="Web-{49EE4CF9-D520-C73F-F3B3-277580B65366}" dt="2026-03-04T06:26:49.699" v="11" actId="20577"/>
      <pc:docMkLst>
        <pc:docMk/>
      </pc:docMkLst>
      <pc:sldChg chg="modSp">
        <pc:chgData name="主査　福島 直人" userId="S::naoto_2_fukushima@ccken.onmicrosoft.com::8f548a50-3d4a-4660-b17c-82fdb2003fd5" providerId="AD" clId="Web-{49EE4CF9-D520-C73F-F3B3-277580B65366}" dt="2026-03-04T06:26:49.699" v="11" actId="20577"/>
        <pc:sldMkLst>
          <pc:docMk/>
          <pc:sldMk cId="3496318797" sldId="954"/>
        </pc:sldMkLst>
        <pc:spChg chg="mod">
          <ac:chgData name="主査　福島 直人" userId="S::naoto_2_fukushima@ccken.onmicrosoft.com::8f548a50-3d4a-4660-b17c-82fdb2003fd5" providerId="AD" clId="Web-{49EE4CF9-D520-C73F-F3B3-277580B65366}" dt="2026-03-04T06:26:49.699" v="11" actId="20577"/>
          <ac:spMkLst>
            <pc:docMk/>
            <pc:sldMk cId="3496318797" sldId="954"/>
            <ac:spMk id="7" creationId="{89C3D854-2702-D056-9B3F-05856295BA9A}"/>
          </ac:spMkLst>
        </pc:spChg>
      </pc:sldChg>
      <pc:sldChg chg="modSp">
        <pc:chgData name="主査　福島 直人" userId="S::naoto_2_fukushima@ccken.onmicrosoft.com::8f548a50-3d4a-4660-b17c-82fdb2003fd5" providerId="AD" clId="Web-{49EE4CF9-D520-C73F-F3B3-277580B65366}" dt="2026-03-04T01:52:59.585" v="1" actId="20577"/>
        <pc:sldMkLst>
          <pc:docMk/>
          <pc:sldMk cId="1984299581" sldId="957"/>
        </pc:sldMkLst>
        <pc:spChg chg="mod">
          <ac:chgData name="主査　福島 直人" userId="S::naoto_2_fukushima@ccken.onmicrosoft.com::8f548a50-3d4a-4660-b17c-82fdb2003fd5" providerId="AD" clId="Web-{49EE4CF9-D520-C73F-F3B3-277580B65366}" dt="2026-03-04T01:52:59.585" v="1" actId="20577"/>
          <ac:spMkLst>
            <pc:docMk/>
            <pc:sldMk cId="1984299581" sldId="957"/>
            <ac:spMk id="5" creationId="{2491688E-BA8B-BC2D-B706-CD9B6F9D860D}"/>
          </ac:spMkLst>
        </pc:spChg>
      </pc:sldChg>
      <pc:sldChg chg="modSp">
        <pc:chgData name="主査　福島 直人" userId="S::naoto_2_fukushima@ccken.onmicrosoft.com::8f548a50-3d4a-4660-b17c-82fdb2003fd5" providerId="AD" clId="Web-{49EE4CF9-D520-C73F-F3B3-277580B65366}" dt="2026-03-04T04:31:44.760" v="9" actId="20577"/>
        <pc:sldMkLst>
          <pc:docMk/>
          <pc:sldMk cId="433359686" sldId="1008"/>
        </pc:sldMkLst>
        <pc:spChg chg="mod">
          <ac:chgData name="主査　福島 直人" userId="S::naoto_2_fukushima@ccken.onmicrosoft.com::8f548a50-3d4a-4660-b17c-82fdb2003fd5" providerId="AD" clId="Web-{49EE4CF9-D520-C73F-F3B3-277580B65366}" dt="2026-03-04T04:31:44.760" v="9" actId="20577"/>
          <ac:spMkLst>
            <pc:docMk/>
            <pc:sldMk cId="433359686" sldId="1008"/>
            <ac:spMk id="104" creationId="{F40619A9-38FB-E22D-EC35-0EB32F5F3498}"/>
          </ac:spMkLst>
        </pc:spChg>
      </pc:sldChg>
    </pc:docChg>
  </pc:docChgLst>
  <pc:docChgLst>
    <pc:chgData name="主査　福島 直人" userId="S::naoto_2_fukushima@ccken.onmicrosoft.com::8f548a50-3d4a-4660-b17c-82fdb2003fd5" providerId="AD" clId="Web-{5A68E900-42FC-4919-15F8-A9037C3B6970}"/>
    <pc:docChg chg="modSld">
      <pc:chgData name="主査　福島 直人" userId="S::naoto_2_fukushima@ccken.onmicrosoft.com::8f548a50-3d4a-4660-b17c-82fdb2003fd5" providerId="AD" clId="Web-{5A68E900-42FC-4919-15F8-A9037C3B6970}" dt="2026-02-27T15:10:28.552" v="128" actId="20577"/>
      <pc:docMkLst>
        <pc:docMk/>
      </pc:docMkLst>
      <pc:sldChg chg="modSp">
        <pc:chgData name="主査　福島 直人" userId="S::naoto_2_fukushima@ccken.onmicrosoft.com::8f548a50-3d4a-4660-b17c-82fdb2003fd5" providerId="AD" clId="Web-{5A68E900-42FC-4919-15F8-A9037C3B6970}" dt="2026-02-27T14:55:11.536" v="1" actId="20577"/>
        <pc:sldMkLst>
          <pc:docMk/>
          <pc:sldMk cId="20629679" sldId="955"/>
        </pc:sldMkLst>
        <pc:spChg chg="mod">
          <ac:chgData name="主査　福島 直人" userId="S::naoto_2_fukushima@ccken.onmicrosoft.com::8f548a50-3d4a-4660-b17c-82fdb2003fd5" providerId="AD" clId="Web-{5A68E900-42FC-4919-15F8-A9037C3B6970}" dt="2026-02-27T14:55:11.536" v="1" actId="20577"/>
          <ac:spMkLst>
            <pc:docMk/>
            <pc:sldMk cId="20629679" sldId="955"/>
            <ac:spMk id="44" creationId="{B6A7D924-5A65-0BCB-27C7-03FDF840D74B}"/>
          </ac:spMkLst>
        </pc:spChg>
      </pc:sldChg>
      <pc:sldChg chg="modSp">
        <pc:chgData name="主査　福島 直人" userId="S::naoto_2_fukushima@ccken.onmicrosoft.com::8f548a50-3d4a-4660-b17c-82fdb2003fd5" providerId="AD" clId="Web-{5A68E900-42FC-4919-15F8-A9037C3B6970}" dt="2026-02-27T14:57:45.104" v="17" actId="20577"/>
        <pc:sldMkLst>
          <pc:docMk/>
          <pc:sldMk cId="2802704857" sldId="956"/>
        </pc:sldMkLst>
        <pc:spChg chg="mod">
          <ac:chgData name="主査　福島 直人" userId="S::naoto_2_fukushima@ccken.onmicrosoft.com::8f548a50-3d4a-4660-b17c-82fdb2003fd5" providerId="AD" clId="Web-{5A68E900-42FC-4919-15F8-A9037C3B6970}" dt="2026-02-27T14:57:45.104" v="17" actId="20577"/>
          <ac:spMkLst>
            <pc:docMk/>
            <pc:sldMk cId="2802704857" sldId="956"/>
            <ac:spMk id="44" creationId="{197CAABA-809F-ABF9-96BD-0E89B70DC76E}"/>
          </ac:spMkLst>
        </pc:spChg>
      </pc:sldChg>
    </pc:docChg>
  </pc:docChgLst>
  <pc:docChgLst>
    <pc:chgData name="明治安田　荻野 純平" userId="S::jy-ogino@ccken.onmicrosoft.com::27cba3d8-e4d3-428c-9353-43187c47438c" providerId="AD" clId="Web-{34A585A1-7C62-53BB-D53E-13DF0CB21B01}"/>
    <pc:docChg chg="delSld modSld modSection">
      <pc:chgData name="明治安田　荻野 純平" userId="S::jy-ogino@ccken.onmicrosoft.com::27cba3d8-e4d3-428c-9353-43187c47438c" providerId="AD" clId="Web-{34A585A1-7C62-53BB-D53E-13DF0CB21B01}" dt="2026-02-19T05:00:54.204" v="297" actId="20577"/>
      <pc:docMkLst>
        <pc:docMk/>
      </pc:docMkLst>
    </pc:docChg>
  </pc:docChgLst>
  <pc:docChgLst>
    <pc:chgData name="主査　福島 直人" userId="S::naoto_2_fukushima@ccken.onmicrosoft.com::8f548a50-3d4a-4660-b17c-82fdb2003fd5" providerId="AD" clId="Web-{907E5F60-CB2A-B8A8-9DB1-D4D0D6735159}"/>
    <pc:docChg chg="addSld delSld modSld modSection">
      <pc:chgData name="主査　福島 直人" userId="S::naoto_2_fukushima@ccken.onmicrosoft.com::8f548a50-3d4a-4660-b17c-82fdb2003fd5" providerId="AD" clId="Web-{907E5F60-CB2A-B8A8-9DB1-D4D0D6735159}" dt="2026-02-27T14:35:29.671" v="690" actId="14100"/>
      <pc:docMkLst>
        <pc:docMk/>
      </pc:docMkLst>
      <pc:sldChg chg="addSp delSp modSp">
        <pc:chgData name="主査　福島 直人" userId="S::naoto_2_fukushima@ccken.onmicrosoft.com::8f548a50-3d4a-4660-b17c-82fdb2003fd5" providerId="AD" clId="Web-{907E5F60-CB2A-B8A8-9DB1-D4D0D6735159}" dt="2026-02-27T14:28:00.736" v="647"/>
        <pc:sldMkLst>
          <pc:docMk/>
          <pc:sldMk cId="785633465" sldId="851"/>
        </pc:sldMkLst>
      </pc:sldChg>
      <pc:sldChg chg="modSp">
        <pc:chgData name="主査　福島 直人" userId="S::naoto_2_fukushima@ccken.onmicrosoft.com::8f548a50-3d4a-4660-b17c-82fdb2003fd5" providerId="AD" clId="Web-{907E5F60-CB2A-B8A8-9DB1-D4D0D6735159}" dt="2026-02-27T14:09:07.854" v="543" actId="20577"/>
        <pc:sldMkLst>
          <pc:docMk/>
          <pc:sldMk cId="20629679" sldId="955"/>
        </pc:sldMkLst>
        <pc:spChg chg="mod">
          <ac:chgData name="主査　福島 直人" userId="S::naoto_2_fukushima@ccken.onmicrosoft.com::8f548a50-3d4a-4660-b17c-82fdb2003fd5" providerId="AD" clId="Web-{907E5F60-CB2A-B8A8-9DB1-D4D0D6735159}" dt="2026-02-27T13:10:38.909" v="196" actId="20577"/>
          <ac:spMkLst>
            <pc:docMk/>
            <pc:sldMk cId="20629679" sldId="955"/>
            <ac:spMk id="3" creationId="{9DB45F81-630E-A446-692C-D391FBBD6474}"/>
          </ac:spMkLst>
        </pc:spChg>
        <pc:spChg chg="mod">
          <ac:chgData name="主査　福島 直人" userId="S::naoto_2_fukushima@ccken.onmicrosoft.com::8f548a50-3d4a-4660-b17c-82fdb2003fd5" providerId="AD" clId="Web-{907E5F60-CB2A-B8A8-9DB1-D4D0D6735159}" dt="2026-02-27T14:04:01.160" v="519" actId="20577"/>
          <ac:spMkLst>
            <pc:docMk/>
            <pc:sldMk cId="20629679" sldId="955"/>
            <ac:spMk id="5" creationId="{3E8D3B7C-E884-C22A-9ADF-4BE38B496EEE}"/>
          </ac:spMkLst>
        </pc:spChg>
        <pc:spChg chg="mod">
          <ac:chgData name="主査　福島 直人" userId="S::naoto_2_fukushima@ccken.onmicrosoft.com::8f548a50-3d4a-4660-b17c-82fdb2003fd5" providerId="AD" clId="Web-{907E5F60-CB2A-B8A8-9DB1-D4D0D6735159}" dt="2026-02-27T13:50:17.655" v="488"/>
          <ac:spMkLst>
            <pc:docMk/>
            <pc:sldMk cId="20629679" sldId="955"/>
            <ac:spMk id="10" creationId="{9B89850A-3287-FDEA-CE49-63CA9E938937}"/>
          </ac:spMkLst>
        </pc:spChg>
        <pc:spChg chg="mod">
          <ac:chgData name="主査　福島 直人" userId="S::naoto_2_fukushima@ccken.onmicrosoft.com::8f548a50-3d4a-4660-b17c-82fdb2003fd5" providerId="AD" clId="Web-{907E5F60-CB2A-B8A8-9DB1-D4D0D6735159}" dt="2026-02-27T13:50:21.905" v="489"/>
          <ac:spMkLst>
            <pc:docMk/>
            <pc:sldMk cId="20629679" sldId="955"/>
            <ac:spMk id="21" creationId="{22CF788E-ECE9-6A1D-4461-DD333771C24E}"/>
          </ac:spMkLst>
        </pc:spChg>
        <pc:spChg chg="mod">
          <ac:chgData name="主査　福島 直人" userId="S::naoto_2_fukushima@ccken.onmicrosoft.com::8f548a50-3d4a-4660-b17c-82fdb2003fd5" providerId="AD" clId="Web-{907E5F60-CB2A-B8A8-9DB1-D4D0D6735159}" dt="2026-02-27T13:50:26.014" v="490"/>
          <ac:spMkLst>
            <pc:docMk/>
            <pc:sldMk cId="20629679" sldId="955"/>
            <ac:spMk id="26" creationId="{57FE69C3-12C0-75C3-09F2-F2464F370246}"/>
          </ac:spMkLst>
        </pc:spChg>
        <pc:spChg chg="mod">
          <ac:chgData name="主査　福島 直人" userId="S::naoto_2_fukushima@ccken.onmicrosoft.com::8f548a50-3d4a-4660-b17c-82fdb2003fd5" providerId="AD" clId="Web-{907E5F60-CB2A-B8A8-9DB1-D4D0D6735159}" dt="2026-02-27T13:50:29.108" v="491"/>
          <ac:spMkLst>
            <pc:docMk/>
            <pc:sldMk cId="20629679" sldId="955"/>
            <ac:spMk id="31" creationId="{9159CA19-C158-05BA-5F48-7F90FB36C5EA}"/>
          </ac:spMkLst>
        </pc:spChg>
        <pc:spChg chg="mod">
          <ac:chgData name="主査　福島 直人" userId="S::naoto_2_fukushima@ccken.onmicrosoft.com::8f548a50-3d4a-4660-b17c-82fdb2003fd5" providerId="AD" clId="Web-{907E5F60-CB2A-B8A8-9DB1-D4D0D6735159}" dt="2026-02-27T13:50:31.327" v="492"/>
          <ac:spMkLst>
            <pc:docMk/>
            <pc:sldMk cId="20629679" sldId="955"/>
            <ac:spMk id="36" creationId="{B79584A2-0B83-E3B7-B563-627D621BF461}"/>
          </ac:spMkLst>
        </pc:spChg>
        <pc:spChg chg="mod">
          <ac:chgData name="主査　福島 直人" userId="S::naoto_2_fukushima@ccken.onmicrosoft.com::8f548a50-3d4a-4660-b17c-82fdb2003fd5" providerId="AD" clId="Web-{907E5F60-CB2A-B8A8-9DB1-D4D0D6735159}" dt="2026-02-27T14:09:07.854" v="543" actId="20577"/>
          <ac:spMkLst>
            <pc:docMk/>
            <pc:sldMk cId="20629679" sldId="955"/>
            <ac:spMk id="44" creationId="{B6A7D924-5A65-0BCB-27C7-03FDF840D74B}"/>
          </ac:spMkLst>
        </pc:spChg>
        <pc:cxnChg chg="mod">
          <ac:chgData name="主査　福島 直人" userId="S::naoto_2_fukushima@ccken.onmicrosoft.com::8f548a50-3d4a-4660-b17c-82fdb2003fd5" providerId="AD" clId="Web-{907E5F60-CB2A-B8A8-9DB1-D4D0D6735159}" dt="2026-02-27T14:04:20.238" v="520" actId="1076"/>
          <ac:cxnSpMkLst>
            <pc:docMk/>
            <pc:sldMk cId="20629679" sldId="955"/>
            <ac:cxnSpMk id="32" creationId="{986F2F92-87F2-0DD4-A402-9AEFB7F91DD1}"/>
          </ac:cxnSpMkLst>
        </pc:cxnChg>
      </pc:sldChg>
      <pc:sldChg chg="modSp">
        <pc:chgData name="主査　福島 直人" userId="S::naoto_2_fukushima@ccken.onmicrosoft.com::8f548a50-3d4a-4660-b17c-82fdb2003fd5" providerId="AD" clId="Web-{907E5F60-CB2A-B8A8-9DB1-D4D0D6735159}" dt="2026-02-27T14:07:47.427" v="540" actId="20577"/>
        <pc:sldMkLst>
          <pc:docMk/>
          <pc:sldMk cId="1984299581" sldId="957"/>
        </pc:sldMkLst>
        <pc:spChg chg="mod">
          <ac:chgData name="主査　福島 直人" userId="S::naoto_2_fukushima@ccken.onmicrosoft.com::8f548a50-3d4a-4660-b17c-82fdb2003fd5" providerId="AD" clId="Web-{907E5F60-CB2A-B8A8-9DB1-D4D0D6735159}" dt="2026-02-27T13:34:30.924" v="387" actId="20577"/>
          <ac:spMkLst>
            <pc:docMk/>
            <pc:sldMk cId="1984299581" sldId="957"/>
            <ac:spMk id="3" creationId="{EAC49576-0887-8C15-EC72-A77AC96F8910}"/>
          </ac:spMkLst>
        </pc:spChg>
        <pc:spChg chg="mod">
          <ac:chgData name="主査　福島 直人" userId="S::naoto_2_fukushima@ccken.onmicrosoft.com::8f548a50-3d4a-4660-b17c-82fdb2003fd5" providerId="AD" clId="Web-{907E5F60-CB2A-B8A8-9DB1-D4D0D6735159}" dt="2026-02-27T14:07:47.427" v="540" actId="20577"/>
          <ac:spMkLst>
            <pc:docMk/>
            <pc:sldMk cId="1984299581" sldId="957"/>
            <ac:spMk id="5" creationId="{2491688E-BA8B-BC2D-B706-CD9B6F9D860D}"/>
          </ac:spMkLst>
        </pc:spChg>
        <pc:spChg chg="mod">
          <ac:chgData name="主査　福島 直人" userId="S::naoto_2_fukushima@ccken.onmicrosoft.com::8f548a50-3d4a-4660-b17c-82fdb2003fd5" providerId="AD" clId="Web-{907E5F60-CB2A-B8A8-9DB1-D4D0D6735159}" dt="2026-02-27T13:42:32.666" v="428" actId="1076"/>
          <ac:spMkLst>
            <pc:docMk/>
            <pc:sldMk cId="1984299581" sldId="957"/>
            <ac:spMk id="46" creationId="{07FDB4FE-420E-A65B-0BB2-49348B581809}"/>
          </ac:spMkLst>
        </pc:spChg>
        <pc:grpChg chg="mod">
          <ac:chgData name="主査　福島 直人" userId="S::naoto_2_fukushima@ccken.onmicrosoft.com::8f548a50-3d4a-4660-b17c-82fdb2003fd5" providerId="AD" clId="Web-{907E5F60-CB2A-B8A8-9DB1-D4D0D6735159}" dt="2026-02-27T13:42:13.728" v="426" actId="1076"/>
          <ac:grpSpMkLst>
            <pc:docMk/>
            <pc:sldMk cId="1984299581" sldId="957"/>
            <ac:grpSpMk id="10" creationId="{5A02483C-0959-ACA4-5E9E-17C9A4AB63D7}"/>
          </ac:grpSpMkLst>
        </pc:grpChg>
        <pc:picChg chg="mod">
          <ac:chgData name="主査　福島 直人" userId="S::naoto_2_fukushima@ccken.onmicrosoft.com::8f548a50-3d4a-4660-b17c-82fdb2003fd5" providerId="AD" clId="Web-{907E5F60-CB2A-B8A8-9DB1-D4D0D6735159}" dt="2026-02-27T13:41:16.492" v="417" actId="1076"/>
          <ac:picMkLst>
            <pc:docMk/>
            <pc:sldMk cId="1984299581" sldId="957"/>
            <ac:picMk id="40" creationId="{00055436-3B62-C76E-5A40-55D4E06B416C}"/>
          </ac:picMkLst>
        </pc:picChg>
      </pc:sldChg>
      <pc:sldChg chg="addSp delSp modSp">
        <pc:chgData name="主査　福島 直人" userId="S::naoto_2_fukushima@ccken.onmicrosoft.com::8f548a50-3d4a-4660-b17c-82fdb2003fd5" providerId="AD" clId="Web-{907E5F60-CB2A-B8A8-9DB1-D4D0D6735159}" dt="2026-02-27T14:30:05.613" v="657" actId="20577"/>
        <pc:sldMkLst>
          <pc:docMk/>
          <pc:sldMk cId="2575810299" sldId="958"/>
        </pc:sldMkLst>
        <pc:spChg chg="add mod">
          <ac:chgData name="主査　福島 直人" userId="S::naoto_2_fukushima@ccken.onmicrosoft.com::8f548a50-3d4a-4660-b17c-82fdb2003fd5" providerId="AD" clId="Web-{907E5F60-CB2A-B8A8-9DB1-D4D0D6735159}" dt="2026-02-27T13:48:32.342" v="479" actId="14100"/>
          <ac:spMkLst>
            <pc:docMk/>
            <pc:sldMk cId="2575810299" sldId="958"/>
            <ac:spMk id="4" creationId="{D75B16F5-6B48-B7B9-CAEF-2389F7087286}"/>
          </ac:spMkLst>
        </pc:spChg>
        <pc:spChg chg="mod">
          <ac:chgData name="主査　福島 直人" userId="S::naoto_2_fukushima@ccken.onmicrosoft.com::8f548a50-3d4a-4660-b17c-82fdb2003fd5" providerId="AD" clId="Web-{907E5F60-CB2A-B8A8-9DB1-D4D0D6735159}" dt="2026-02-27T13:45:17.136" v="436" actId="20577"/>
          <ac:spMkLst>
            <pc:docMk/>
            <pc:sldMk cId="2575810299" sldId="958"/>
            <ac:spMk id="6" creationId="{568A092F-4BCD-F497-D8D3-73DA53EAE208}"/>
          </ac:spMkLst>
        </pc:spChg>
        <pc:spChg chg="mod">
          <ac:chgData name="主査　福島 直人" userId="S::naoto_2_fukushima@ccken.onmicrosoft.com::8f548a50-3d4a-4660-b17c-82fdb2003fd5" providerId="AD" clId="Web-{907E5F60-CB2A-B8A8-9DB1-D4D0D6735159}" dt="2026-02-27T14:23:35.794" v="611" actId="20577"/>
          <ac:spMkLst>
            <pc:docMk/>
            <pc:sldMk cId="2575810299" sldId="958"/>
            <ac:spMk id="7" creationId="{77B1510E-D32B-59E6-7807-D1ADD4826386}"/>
          </ac:spMkLst>
        </pc:spChg>
        <pc:spChg chg="add mod">
          <ac:chgData name="主査　福島 直人" userId="S::naoto_2_fukushima@ccken.onmicrosoft.com::8f548a50-3d4a-4660-b17c-82fdb2003fd5" providerId="AD" clId="Web-{907E5F60-CB2A-B8A8-9DB1-D4D0D6735159}" dt="2026-02-27T13:49:06.327" v="485" actId="1076"/>
          <ac:spMkLst>
            <pc:docMk/>
            <pc:sldMk cId="2575810299" sldId="958"/>
            <ac:spMk id="8" creationId="{C66ECA63-BBB8-7BE9-701F-DC41AC4C99E3}"/>
          </ac:spMkLst>
        </pc:spChg>
        <pc:spChg chg="mod">
          <ac:chgData name="主査　福島 直人" userId="S::naoto_2_fukushima@ccken.onmicrosoft.com::8f548a50-3d4a-4660-b17c-82fdb2003fd5" providerId="AD" clId="Web-{907E5F60-CB2A-B8A8-9DB1-D4D0D6735159}" dt="2026-02-27T14:30:05.613" v="657" actId="20577"/>
          <ac:spMkLst>
            <pc:docMk/>
            <pc:sldMk cId="2575810299" sldId="958"/>
            <ac:spMk id="9" creationId="{122BDB4F-8DDA-79B4-79E8-139B7EB54958}"/>
          </ac:spMkLst>
        </pc:spChg>
        <pc:spChg chg="add mod">
          <ac:chgData name="主査　福島 直人" userId="S::naoto_2_fukushima@ccken.onmicrosoft.com::8f548a50-3d4a-4660-b17c-82fdb2003fd5" providerId="AD" clId="Web-{907E5F60-CB2A-B8A8-9DB1-D4D0D6735159}" dt="2026-02-27T13:49:08.608" v="486" actId="1076"/>
          <ac:spMkLst>
            <pc:docMk/>
            <pc:sldMk cId="2575810299" sldId="958"/>
            <ac:spMk id="10" creationId="{4FBD7157-941A-B1E9-550A-AF89F641A5D3}"/>
          </ac:spMkLst>
        </pc:spChg>
        <pc:spChg chg="mod">
          <ac:chgData name="主査　福島 直人" userId="S::naoto_2_fukushima@ccken.onmicrosoft.com::8f548a50-3d4a-4660-b17c-82fdb2003fd5" providerId="AD" clId="Web-{907E5F60-CB2A-B8A8-9DB1-D4D0D6735159}" dt="2026-02-27T13:46:26.233" v="461" actId="20577"/>
          <ac:spMkLst>
            <pc:docMk/>
            <pc:sldMk cId="2575810299" sldId="958"/>
            <ac:spMk id="12" creationId="{CD67A43E-2129-F49F-AC21-CA15C1F34676}"/>
          </ac:spMkLst>
        </pc:spChg>
        <pc:spChg chg="add mod">
          <ac:chgData name="主査　福島 直人" userId="S::naoto_2_fukushima@ccken.onmicrosoft.com::8f548a50-3d4a-4660-b17c-82fdb2003fd5" providerId="AD" clId="Web-{907E5F60-CB2A-B8A8-9DB1-D4D0D6735159}" dt="2026-02-27T14:22:36.261" v="607" actId="1076"/>
          <ac:spMkLst>
            <pc:docMk/>
            <pc:sldMk cId="2575810299" sldId="958"/>
            <ac:spMk id="13" creationId="{4F026C45-4141-3F30-5BD1-333B0E75021F}"/>
          </ac:spMkLst>
        </pc:spChg>
        <pc:spChg chg="add mod">
          <ac:chgData name="主査　福島 直人" userId="S::naoto_2_fukushima@ccken.onmicrosoft.com::8f548a50-3d4a-4660-b17c-82fdb2003fd5" providerId="AD" clId="Web-{907E5F60-CB2A-B8A8-9DB1-D4D0D6735159}" dt="2026-02-27T14:22:49.621" v="609" actId="20577"/>
          <ac:spMkLst>
            <pc:docMk/>
            <pc:sldMk cId="2575810299" sldId="958"/>
            <ac:spMk id="14" creationId="{765D4DD7-F66A-67E9-FFC8-FDA71B31103D}"/>
          </ac:spMkLst>
        </pc:spChg>
      </pc:sldChg>
      <pc:sldChg chg="addSp modSp">
        <pc:chgData name="主査　福島 直人" userId="S::naoto_2_fukushima@ccken.onmicrosoft.com::8f548a50-3d4a-4660-b17c-82fdb2003fd5" providerId="AD" clId="Web-{907E5F60-CB2A-B8A8-9DB1-D4D0D6735159}" dt="2026-02-27T14:28:41.049" v="653" actId="20577"/>
        <pc:sldMkLst>
          <pc:docMk/>
          <pc:sldMk cId="490314474" sldId="961"/>
        </pc:sldMkLst>
      </pc:sldChg>
      <pc:sldChg chg="modSp">
        <pc:chgData name="主査　福島 直人" userId="S::naoto_2_fukushima@ccken.onmicrosoft.com::8f548a50-3d4a-4660-b17c-82fdb2003fd5" providerId="AD" clId="Web-{907E5F60-CB2A-B8A8-9DB1-D4D0D6735159}" dt="2026-02-27T14:35:29.671" v="690" actId="14100"/>
        <pc:sldMkLst>
          <pc:docMk/>
          <pc:sldMk cId="995557494" sldId="986"/>
        </pc:sldMkLst>
        <pc:spChg chg="mod">
          <ac:chgData name="主査　福島 直人" userId="S::naoto_2_fukushima@ccken.onmicrosoft.com::8f548a50-3d4a-4660-b17c-82fdb2003fd5" providerId="AD" clId="Web-{907E5F60-CB2A-B8A8-9DB1-D4D0D6735159}" dt="2026-02-27T14:33:29.216" v="676" actId="14100"/>
          <ac:spMkLst>
            <pc:docMk/>
            <pc:sldMk cId="995557494" sldId="986"/>
            <ac:spMk id="10" creationId="{7BD4509F-31AC-605B-E9EB-DAF28E2EB816}"/>
          </ac:spMkLst>
        </pc:spChg>
        <pc:spChg chg="mod">
          <ac:chgData name="主査　福島 直人" userId="S::naoto_2_fukushima@ccken.onmicrosoft.com::8f548a50-3d4a-4660-b17c-82fdb2003fd5" providerId="AD" clId="Web-{907E5F60-CB2A-B8A8-9DB1-D4D0D6735159}" dt="2026-02-27T14:34:57.452" v="686" actId="20577"/>
          <ac:spMkLst>
            <pc:docMk/>
            <pc:sldMk cId="995557494" sldId="986"/>
            <ac:spMk id="15" creationId="{0231106D-00AC-045A-06E9-A593D65CE9C7}"/>
          </ac:spMkLst>
        </pc:spChg>
        <pc:spChg chg="mod">
          <ac:chgData name="主査　福島 直人" userId="S::naoto_2_fukushima@ccken.onmicrosoft.com::8f548a50-3d4a-4660-b17c-82fdb2003fd5" providerId="AD" clId="Web-{907E5F60-CB2A-B8A8-9DB1-D4D0D6735159}" dt="2026-02-27T14:33:21.044" v="673" actId="1076"/>
          <ac:spMkLst>
            <pc:docMk/>
            <pc:sldMk cId="995557494" sldId="986"/>
            <ac:spMk id="18" creationId="{FFB20BA6-8427-77DD-6D44-568C8247F6C4}"/>
          </ac:spMkLst>
        </pc:spChg>
        <pc:spChg chg="mod">
          <ac:chgData name="主査　福島 直人" userId="S::naoto_2_fukushima@ccken.onmicrosoft.com::8f548a50-3d4a-4660-b17c-82fdb2003fd5" providerId="AD" clId="Web-{907E5F60-CB2A-B8A8-9DB1-D4D0D6735159}" dt="2026-02-27T14:35:24.218" v="689" actId="14100"/>
          <ac:spMkLst>
            <pc:docMk/>
            <pc:sldMk cId="995557494" sldId="986"/>
            <ac:spMk id="24" creationId="{C32220FF-DC4C-4A1F-314F-8E1621E9D7E5}"/>
          </ac:spMkLst>
        </pc:spChg>
        <pc:spChg chg="mod">
          <ac:chgData name="主査　福島 直人" userId="S::naoto_2_fukushima@ccken.onmicrosoft.com::8f548a50-3d4a-4660-b17c-82fdb2003fd5" providerId="AD" clId="Web-{907E5F60-CB2A-B8A8-9DB1-D4D0D6735159}" dt="2026-02-27T14:34:21.842" v="682" actId="14100"/>
          <ac:spMkLst>
            <pc:docMk/>
            <pc:sldMk cId="995557494" sldId="986"/>
            <ac:spMk id="26" creationId="{7B27B64E-66C4-F75C-018D-0E339221E2B1}"/>
          </ac:spMkLst>
        </pc:spChg>
        <pc:spChg chg="mod">
          <ac:chgData name="主査　福島 直人" userId="S::naoto_2_fukushima@ccken.onmicrosoft.com::8f548a50-3d4a-4660-b17c-82fdb2003fd5" providerId="AD" clId="Web-{907E5F60-CB2A-B8A8-9DB1-D4D0D6735159}" dt="2026-02-27T14:35:09.952" v="688" actId="20577"/>
          <ac:spMkLst>
            <pc:docMk/>
            <pc:sldMk cId="995557494" sldId="986"/>
            <ac:spMk id="28" creationId="{F164D19F-B270-00FA-1AEB-2F7DAA34CEF1}"/>
          </ac:spMkLst>
        </pc:spChg>
        <pc:spChg chg="mod">
          <ac:chgData name="主査　福島 直人" userId="S::naoto_2_fukushima@ccken.onmicrosoft.com::8f548a50-3d4a-4660-b17c-82fdb2003fd5" providerId="AD" clId="Web-{907E5F60-CB2A-B8A8-9DB1-D4D0D6735159}" dt="2026-02-27T14:35:29.671" v="690" actId="14100"/>
          <ac:spMkLst>
            <pc:docMk/>
            <pc:sldMk cId="995557494" sldId="986"/>
            <ac:spMk id="29" creationId="{DDA5F333-2B34-5B86-9802-0A3465FDE923}"/>
          </ac:spMkLst>
        </pc:spChg>
        <pc:spChg chg="mod">
          <ac:chgData name="主査　福島 直人" userId="S::naoto_2_fukushima@ccken.onmicrosoft.com::8f548a50-3d4a-4660-b17c-82fdb2003fd5" providerId="AD" clId="Web-{907E5F60-CB2A-B8A8-9DB1-D4D0D6735159}" dt="2026-02-27T14:33:21.106" v="675" actId="1076"/>
          <ac:spMkLst>
            <pc:docMk/>
            <pc:sldMk cId="995557494" sldId="986"/>
            <ac:spMk id="30" creationId="{82364136-24CB-2598-E0A8-E71389895AF1}"/>
          </ac:spMkLst>
        </pc:spChg>
      </pc:sldChg>
    </pc:docChg>
  </pc:docChgLst>
  <pc:docChgLst>
    <pc:chgData name="三菱UFJ信託銀行　網野 智仁" userId="S::tomohito_amino@ccken.onmicrosoft.com::f8474316-ab6c-4136-bc0a-a68b4c48cb80" providerId="AD" clId="Web-{075B96A3-F33A-C9DD-2613-22F596E268F2}"/>
    <pc:docChg chg="addSld delSld modSld modSection">
      <pc:chgData name="三菱UFJ信託銀行　網野 智仁" userId="S::tomohito_amino@ccken.onmicrosoft.com::f8474316-ab6c-4136-bc0a-a68b4c48cb80" providerId="AD" clId="Web-{075B96A3-F33A-C9DD-2613-22F596E268F2}" dt="2026-02-17T16:11:05.791" v="1201" actId="20577"/>
      <pc:docMkLst>
        <pc:docMk/>
      </pc:docMkLst>
    </pc:docChg>
  </pc:docChgLst>
  <pc:docChgLst>
    <pc:chgData name="明治安田　荻野 純平" userId="S::jy-ogino@ccken.onmicrosoft.com::27cba3d8-e4d3-428c-9353-43187c47438c" providerId="AD" clId="Web-{B702DD09-505C-95C3-9841-FF2735D7F55C}"/>
    <pc:docChg chg="modSld">
      <pc:chgData name="明治安田　荻野 純平" userId="S::jy-ogino@ccken.onmicrosoft.com::27cba3d8-e4d3-428c-9353-43187c47438c" providerId="AD" clId="Web-{B702DD09-505C-95C3-9841-FF2735D7F55C}" dt="2026-02-13T09:22:11.518" v="47"/>
      <pc:docMkLst>
        <pc:docMk/>
      </pc:docMkLst>
    </pc:docChg>
  </pc:docChgLst>
  <pc:docChgLst>
    <pc:chgData name="三菱UFJモルガン・スタンレー証券　中川 このみ" userId="S::nakagawakonomi.cc.kenkyukai_gmail.com#ext#@ccken.onmicrosoft.com::449cad5c-e2b6-4374-82cf-c006f203c156" providerId="AD" clId="Web-{6E8668E5-FD9F-F333-095C-44AA75BE143C}"/>
    <pc:docChg chg="modSld">
      <pc:chgData name="三菱UFJモルガン・スタンレー証券　中川 このみ" userId="S::nakagawakonomi.cc.kenkyukai_gmail.com#ext#@ccken.onmicrosoft.com::449cad5c-e2b6-4374-82cf-c006f203c156" providerId="AD" clId="Web-{6E8668E5-FD9F-F333-095C-44AA75BE143C}" dt="2026-02-12T07:56:52.036" v="68"/>
      <pc:docMkLst>
        <pc:docMk/>
      </pc:docMkLst>
    </pc:docChg>
  </pc:docChgLst>
  <pc:docChgLst>
    <pc:chgData name="masazaki yoshihiro/6201258/昌崎　良浩" userId="S::yoshihiro.masazaki.mk_mcgc.com#ext#@ccken.onmicrosoft.com::338b9127-7fcd-4e96-b095-c08a802489d5" providerId="AD" clId="Web-{832E98B7-459A-5EA6-A9EF-82DDDA6559D3}"/>
    <pc:docChg chg="addSld modSld sldOrd modSection">
      <pc:chgData name="masazaki yoshihiro/6201258/昌崎　良浩" userId="S::yoshihiro.masazaki.mk_mcgc.com#ext#@ccken.onmicrosoft.com::338b9127-7fcd-4e96-b095-c08a802489d5" providerId="AD" clId="Web-{832E98B7-459A-5EA6-A9EF-82DDDA6559D3}" dt="2026-02-26T09:49:19.199" v="1239" actId="20577"/>
      <pc:docMkLst>
        <pc:docMk/>
      </pc:docMkLst>
    </pc:docChg>
  </pc:docChgLst>
  <pc:docChgLst>
    <pc:chgData name="主査　福島 直人" userId="S::naoto_2_fukushima@ccken.onmicrosoft.com::8f548a50-3d4a-4660-b17c-82fdb2003fd5" providerId="AD" clId="Web-{4B555964-7CDF-5554-6B99-47AF1A7F634D}"/>
    <pc:docChg chg="modSld">
      <pc:chgData name="主査　福島 直人" userId="S::naoto_2_fukushima@ccken.onmicrosoft.com::8f548a50-3d4a-4660-b17c-82fdb2003fd5" providerId="AD" clId="Web-{4B555964-7CDF-5554-6B99-47AF1A7F634D}" dt="2026-02-27T14:53:01.945" v="87"/>
      <pc:docMkLst>
        <pc:docMk/>
      </pc:docMkLst>
      <pc:sldChg chg="addSp delSp modSp">
        <pc:chgData name="主査　福島 直人" userId="S::naoto_2_fukushima@ccken.onmicrosoft.com::8f548a50-3d4a-4660-b17c-82fdb2003fd5" providerId="AD" clId="Web-{4B555964-7CDF-5554-6B99-47AF1A7F634D}" dt="2026-02-27T14:52:26.411" v="86" actId="1076"/>
        <pc:sldMkLst>
          <pc:docMk/>
          <pc:sldMk cId="702632411" sldId="935"/>
        </pc:sldMkLst>
        <pc:spChg chg="mod">
          <ac:chgData name="主査　福島 直人" userId="S::naoto_2_fukushima@ccken.onmicrosoft.com::8f548a50-3d4a-4660-b17c-82fdb2003fd5" providerId="AD" clId="Web-{4B555964-7CDF-5554-6B99-47AF1A7F634D}" dt="2026-02-27T14:52:07.409" v="83" actId="1076"/>
          <ac:spMkLst>
            <pc:docMk/>
            <pc:sldMk cId="702632411" sldId="935"/>
            <ac:spMk id="2" creationId="{28F49898-AE35-6470-355C-DB77E5CF55E5}"/>
          </ac:spMkLst>
        </pc:spChg>
        <pc:grpChg chg="add mod">
          <ac:chgData name="主査　福島 直人" userId="S::naoto_2_fukushima@ccken.onmicrosoft.com::8f548a50-3d4a-4660-b17c-82fdb2003fd5" providerId="AD" clId="Web-{4B555964-7CDF-5554-6B99-47AF1A7F634D}" dt="2026-02-27T14:52:14.456" v="84" actId="1076"/>
          <ac:grpSpMkLst>
            <pc:docMk/>
            <pc:sldMk cId="702632411" sldId="935"/>
            <ac:grpSpMk id="76" creationId="{47F6180B-C3D7-5A7A-EB0C-167B98A0FEC7}"/>
          </ac:grpSpMkLst>
        </pc:grpChg>
        <pc:picChg chg="mod">
          <ac:chgData name="主査　福島 直人" userId="S::naoto_2_fukushima@ccken.onmicrosoft.com::8f548a50-3d4a-4660-b17c-82fdb2003fd5" providerId="AD" clId="Web-{4B555964-7CDF-5554-6B99-47AF1A7F634D}" dt="2026-02-27T14:52:26.411" v="86" actId="1076"/>
          <ac:picMkLst>
            <pc:docMk/>
            <pc:sldMk cId="702632411" sldId="935"/>
            <ac:picMk id="71" creationId="{A12517B0-A554-DF63-E7F7-E2ADF6BC2686}"/>
          </ac:picMkLst>
        </pc:picChg>
      </pc:sldChg>
      <pc:sldChg chg="modSp">
        <pc:chgData name="主査　福島 直人" userId="S::naoto_2_fukushima@ccken.onmicrosoft.com::8f548a50-3d4a-4660-b17c-82fdb2003fd5" providerId="AD" clId="Web-{4B555964-7CDF-5554-6B99-47AF1A7F634D}" dt="2026-02-27T14:50:56.360" v="77" actId="20577"/>
        <pc:sldMkLst>
          <pc:docMk/>
          <pc:sldMk cId="2575810299" sldId="958"/>
        </pc:sldMkLst>
        <pc:spChg chg="mod">
          <ac:chgData name="主査　福島 直人" userId="S::naoto_2_fukushima@ccken.onmicrosoft.com::8f548a50-3d4a-4660-b17c-82fdb2003fd5" providerId="AD" clId="Web-{4B555964-7CDF-5554-6B99-47AF1A7F634D}" dt="2026-02-27T14:50:18.796" v="75" actId="20577"/>
          <ac:spMkLst>
            <pc:docMk/>
            <pc:sldMk cId="2575810299" sldId="958"/>
            <ac:spMk id="9" creationId="{122BDB4F-8DDA-79B4-79E8-139B7EB54958}"/>
          </ac:spMkLst>
        </pc:spChg>
        <pc:spChg chg="mod">
          <ac:chgData name="主査　福島 直人" userId="S::naoto_2_fukushima@ccken.onmicrosoft.com::8f548a50-3d4a-4660-b17c-82fdb2003fd5" providerId="AD" clId="Web-{4B555964-7CDF-5554-6B99-47AF1A7F634D}" dt="2026-02-27T14:50:56.360" v="77" actId="20577"/>
          <ac:spMkLst>
            <pc:docMk/>
            <pc:sldMk cId="2575810299" sldId="958"/>
            <ac:spMk id="12" creationId="{CD67A43E-2129-F49F-AC21-CA15C1F34676}"/>
          </ac:spMkLst>
        </pc:spChg>
      </pc:sldChg>
      <pc:sldChg chg="modSp">
        <pc:chgData name="主査　福島 直人" userId="S::naoto_2_fukushima@ccken.onmicrosoft.com::8f548a50-3d4a-4660-b17c-82fdb2003fd5" providerId="AD" clId="Web-{4B555964-7CDF-5554-6B99-47AF1A7F634D}" dt="2026-02-27T14:53:01.945" v="87"/>
        <pc:sldMkLst>
          <pc:docMk/>
          <pc:sldMk cId="490314474" sldId="961"/>
        </pc:sldMkLst>
        <pc:spChg chg="mod">
          <ac:chgData name="主査　福島 直人" userId="S::naoto_2_fukushima@ccken.onmicrosoft.com::8f548a50-3d4a-4660-b17c-82fdb2003fd5" providerId="AD" clId="Web-{4B555964-7CDF-5554-6B99-47AF1A7F634D}" dt="2026-02-27T14:53:01.945" v="87"/>
          <ac:spMkLst>
            <pc:docMk/>
            <pc:sldMk cId="490314474" sldId="961"/>
            <ac:spMk id="2" creationId="{E1C19FD5-DDCD-18ED-ACF2-DBC2982BC658}"/>
          </ac:spMkLst>
        </pc:spChg>
      </pc:sldChg>
      <pc:sldChg chg="modSp">
        <pc:chgData name="主査　福島 直人" userId="S::naoto_2_fukushima@ccken.onmicrosoft.com::8f548a50-3d4a-4660-b17c-82fdb2003fd5" providerId="AD" clId="Web-{4B555964-7CDF-5554-6B99-47AF1A7F634D}" dt="2026-02-27T14:44:17.275" v="32" actId="20577"/>
        <pc:sldMkLst>
          <pc:docMk/>
          <pc:sldMk cId="995557494" sldId="986"/>
        </pc:sldMkLst>
        <pc:spChg chg="mod">
          <ac:chgData name="主査　福島 直人" userId="S::naoto_2_fukushima@ccken.onmicrosoft.com::8f548a50-3d4a-4660-b17c-82fdb2003fd5" providerId="AD" clId="Web-{4B555964-7CDF-5554-6B99-47AF1A7F634D}" dt="2026-02-27T14:44:17.275" v="32" actId="20577"/>
          <ac:spMkLst>
            <pc:docMk/>
            <pc:sldMk cId="995557494" sldId="986"/>
            <ac:spMk id="5" creationId="{2FAB660F-1A7F-D186-8FDC-910FCFA26B5A}"/>
          </ac:spMkLst>
        </pc:spChg>
        <pc:spChg chg="mod">
          <ac:chgData name="主査　福島 直人" userId="S::naoto_2_fukushima@ccken.onmicrosoft.com::8f548a50-3d4a-4660-b17c-82fdb2003fd5" providerId="AD" clId="Web-{4B555964-7CDF-5554-6B99-47AF1A7F634D}" dt="2026-02-27T14:36:26.914" v="3" actId="14100"/>
          <ac:spMkLst>
            <pc:docMk/>
            <pc:sldMk cId="995557494" sldId="986"/>
            <ac:spMk id="10" creationId="{7BD4509F-31AC-605B-E9EB-DAF28E2EB816}"/>
          </ac:spMkLst>
        </pc:spChg>
        <pc:spChg chg="mod">
          <ac:chgData name="主査　福島 直人" userId="S::naoto_2_fukushima@ccken.onmicrosoft.com::8f548a50-3d4a-4660-b17c-82fdb2003fd5" providerId="AD" clId="Web-{4B555964-7CDF-5554-6B99-47AF1A7F634D}" dt="2026-02-27T14:36:36.367" v="4" actId="1076"/>
          <ac:spMkLst>
            <pc:docMk/>
            <pc:sldMk cId="995557494" sldId="986"/>
            <ac:spMk id="18" creationId="{FFB20BA6-8427-77DD-6D44-568C8247F6C4}"/>
          </ac:spMkLst>
        </pc:spChg>
        <pc:spChg chg="mod">
          <ac:chgData name="主査　福島 直人" userId="S::naoto_2_fukushima@ccken.onmicrosoft.com::8f548a50-3d4a-4660-b17c-82fdb2003fd5" providerId="AD" clId="Web-{4B555964-7CDF-5554-6B99-47AF1A7F634D}" dt="2026-02-27T14:39:56.768" v="25" actId="20577"/>
          <ac:spMkLst>
            <pc:docMk/>
            <pc:sldMk cId="995557494" sldId="986"/>
            <ac:spMk id="24" creationId="{C32220FF-DC4C-4A1F-314F-8E1621E9D7E5}"/>
          </ac:spMkLst>
        </pc:spChg>
        <pc:spChg chg="mod">
          <ac:chgData name="主査　福島 直人" userId="S::naoto_2_fukushima@ccken.onmicrosoft.com::8f548a50-3d4a-4660-b17c-82fdb2003fd5" providerId="AD" clId="Web-{4B555964-7CDF-5554-6B99-47AF1A7F634D}" dt="2026-02-27T14:36:22.632" v="2" actId="14100"/>
          <ac:spMkLst>
            <pc:docMk/>
            <pc:sldMk cId="995557494" sldId="986"/>
            <ac:spMk id="26" creationId="{7B27B64E-66C4-F75C-018D-0E339221E2B1}"/>
          </ac:spMkLst>
        </pc:spChg>
        <pc:spChg chg="mod">
          <ac:chgData name="主査　福島 直人" userId="S::naoto_2_fukushima@ccken.onmicrosoft.com::8f548a50-3d4a-4660-b17c-82fdb2003fd5" providerId="AD" clId="Web-{4B555964-7CDF-5554-6B99-47AF1A7F634D}" dt="2026-02-27T14:43:52.243" v="30" actId="20577"/>
          <ac:spMkLst>
            <pc:docMk/>
            <pc:sldMk cId="995557494" sldId="986"/>
            <ac:spMk id="29" creationId="{DDA5F333-2B34-5B86-9802-0A3465FDE923}"/>
          </ac:spMkLst>
        </pc:spChg>
        <pc:spChg chg="mod">
          <ac:chgData name="主査　福島 直人" userId="S::naoto_2_fukushima@ccken.onmicrosoft.com::8f548a50-3d4a-4660-b17c-82fdb2003fd5" providerId="AD" clId="Web-{4B555964-7CDF-5554-6B99-47AF1A7F634D}" dt="2026-02-27T14:37:03.337" v="10" actId="1076"/>
          <ac:spMkLst>
            <pc:docMk/>
            <pc:sldMk cId="995557494" sldId="986"/>
            <ac:spMk id="30" creationId="{82364136-24CB-2598-E0A8-E71389895AF1}"/>
          </ac:spMkLst>
        </pc:spChg>
      </pc:sldChg>
      <pc:sldChg chg="modSp">
        <pc:chgData name="主査　福島 直人" userId="S::naoto_2_fukushima@ccken.onmicrosoft.com::8f548a50-3d4a-4660-b17c-82fdb2003fd5" providerId="AD" clId="Web-{4B555964-7CDF-5554-6B99-47AF1A7F634D}" dt="2026-02-27T14:47:33.794" v="66" actId="20577"/>
        <pc:sldMkLst>
          <pc:docMk/>
          <pc:sldMk cId="3851575879" sldId="988"/>
        </pc:sldMkLst>
        <pc:spChg chg="mod">
          <ac:chgData name="主査　福島 直人" userId="S::naoto_2_fukushima@ccken.onmicrosoft.com::8f548a50-3d4a-4660-b17c-82fdb2003fd5" providerId="AD" clId="Web-{4B555964-7CDF-5554-6B99-47AF1A7F634D}" dt="2026-02-27T14:45:46.589" v="46" actId="20577"/>
          <ac:spMkLst>
            <pc:docMk/>
            <pc:sldMk cId="3851575879" sldId="988"/>
            <ac:spMk id="5" creationId="{A2E82C1C-953C-40E1-EAE2-8EB4A0D8728D}"/>
          </ac:spMkLst>
        </pc:spChg>
        <pc:spChg chg="mod">
          <ac:chgData name="主査　福島 直人" userId="S::naoto_2_fukushima@ccken.onmicrosoft.com::8f548a50-3d4a-4660-b17c-82fdb2003fd5" providerId="AD" clId="Web-{4B555964-7CDF-5554-6B99-47AF1A7F634D}" dt="2026-02-27T14:47:28.872" v="62" actId="20577"/>
          <ac:spMkLst>
            <pc:docMk/>
            <pc:sldMk cId="3851575879" sldId="988"/>
            <ac:spMk id="8" creationId="{A2E2823B-B096-6B40-B923-38BFAED2E23F}"/>
          </ac:spMkLst>
        </pc:spChg>
        <pc:spChg chg="mod">
          <ac:chgData name="主査　福島 直人" userId="S::naoto_2_fukushima@ccken.onmicrosoft.com::8f548a50-3d4a-4660-b17c-82fdb2003fd5" providerId="AD" clId="Web-{4B555964-7CDF-5554-6B99-47AF1A7F634D}" dt="2026-02-27T14:46:43.590" v="56" actId="20577"/>
          <ac:spMkLst>
            <pc:docMk/>
            <pc:sldMk cId="3851575879" sldId="988"/>
            <ac:spMk id="9" creationId="{81FD2B04-D004-3EBD-7AF2-372A54CC4340}"/>
          </ac:spMkLst>
        </pc:spChg>
        <pc:spChg chg="mod">
          <ac:chgData name="主査　福島 直人" userId="S::naoto_2_fukushima@ccken.onmicrosoft.com::8f548a50-3d4a-4660-b17c-82fdb2003fd5" providerId="AD" clId="Web-{4B555964-7CDF-5554-6B99-47AF1A7F634D}" dt="2026-02-27T14:47:26.153" v="61" actId="20577"/>
          <ac:spMkLst>
            <pc:docMk/>
            <pc:sldMk cId="3851575879" sldId="988"/>
            <ac:spMk id="12" creationId="{93D2E3B0-8A23-BEE8-F6BC-B57FF0514E24}"/>
          </ac:spMkLst>
        </pc:spChg>
        <pc:spChg chg="mod">
          <ac:chgData name="主査　福島 直人" userId="S::naoto_2_fukushima@ccken.onmicrosoft.com::8f548a50-3d4a-4660-b17c-82fdb2003fd5" providerId="AD" clId="Web-{4B555964-7CDF-5554-6B99-47AF1A7F634D}" dt="2026-02-27T14:46:19.339" v="53" actId="20577"/>
          <ac:spMkLst>
            <pc:docMk/>
            <pc:sldMk cId="3851575879" sldId="988"/>
            <ac:spMk id="13" creationId="{9CBAB614-E0AE-3EE6-9488-F8D0A72191F5}"/>
          </ac:spMkLst>
        </pc:spChg>
        <pc:spChg chg="mod">
          <ac:chgData name="主査　福島 直人" userId="S::naoto_2_fukushima@ccken.onmicrosoft.com::8f548a50-3d4a-4660-b17c-82fdb2003fd5" providerId="AD" clId="Web-{4B555964-7CDF-5554-6B99-47AF1A7F634D}" dt="2026-02-27T14:47:33.794" v="66" actId="20577"/>
          <ac:spMkLst>
            <pc:docMk/>
            <pc:sldMk cId="3851575879" sldId="988"/>
            <ac:spMk id="35" creationId="{FD264DFC-0B73-339C-C696-9E97D32D7313}"/>
          </ac:spMkLst>
        </pc:spChg>
      </pc:sldChg>
    </pc:docChg>
  </pc:docChgLst>
  <pc:docChgLst>
    <pc:chgData name="三菱UFJ信託銀行　網野 智仁" userId="S::tomohito_amino@ccken.onmicrosoft.com::f8474316-ab6c-4136-bc0a-a68b4c48cb80" providerId="AD" clId="Web-{9826D2E4-20F8-43FB-C25C-9C5385E6426A}"/>
    <pc:docChg chg="modSld">
      <pc:chgData name="三菱UFJ信託銀行　網野 智仁" userId="S::tomohito_amino@ccken.onmicrosoft.com::f8474316-ab6c-4136-bc0a-a68b4c48cb80" providerId="AD" clId="Web-{9826D2E4-20F8-43FB-C25C-9C5385E6426A}" dt="2026-02-21T16:53:05.379" v="3"/>
      <pc:docMkLst>
        <pc:docMk/>
      </pc:docMkLst>
    </pc:docChg>
  </pc:docChgLst>
  <pc:docChgLst>
    <pc:chgData name="明治安田　荻野 純平" userId="S::jy-ogino@ccken.onmicrosoft.com::27cba3d8-e4d3-428c-9353-43187c47438c" providerId="AD" clId="Web-{3D6279D2-D3FD-1441-ADBD-362266078CB7}"/>
    <pc:docChg chg="modSld">
      <pc:chgData name="明治安田　荻野 純平" userId="S::jy-ogino@ccken.onmicrosoft.com::27cba3d8-e4d3-428c-9353-43187c47438c" providerId="AD" clId="Web-{3D6279D2-D3FD-1441-ADBD-362266078CB7}" dt="2026-02-25T15:58:36.886" v="8" actId="14100"/>
      <pc:docMkLst>
        <pc:docMk/>
      </pc:docMkLst>
    </pc:docChg>
  </pc:docChgLst>
  <pc:docChgLst>
    <pc:chgData name="主査　福島 直人" userId="S::naoto_2_fukushima@ccken.onmicrosoft.com::8f548a50-3d4a-4660-b17c-82fdb2003fd5" providerId="AD" clId="Web-{40BA078E-68D7-1060-12CE-5C6CD951C8C0}"/>
    <pc:docChg chg="modSld sldOrd">
      <pc:chgData name="主査　福島 直人" userId="S::naoto_2_fukushima@ccken.onmicrosoft.com::8f548a50-3d4a-4660-b17c-82fdb2003fd5" providerId="AD" clId="Web-{40BA078E-68D7-1060-12CE-5C6CD951C8C0}" dt="2026-02-18T10:58:05.070" v="475" actId="14100"/>
      <pc:docMkLst>
        <pc:docMk/>
      </pc:docMkLst>
      <pc:sldChg chg="ord">
        <pc:chgData name="主査　福島 直人" userId="S::naoto_2_fukushima@ccken.onmicrosoft.com::8f548a50-3d4a-4660-b17c-82fdb2003fd5" providerId="AD" clId="Web-{40BA078E-68D7-1060-12CE-5C6CD951C8C0}" dt="2026-02-18T09:50:17.724" v="247"/>
        <pc:sldMkLst>
          <pc:docMk/>
          <pc:sldMk cId="4236540724" sldId="928"/>
        </pc:sldMkLst>
      </pc:sldChg>
      <pc:sldChg chg="modSp">
        <pc:chgData name="主査　福島 直人" userId="S::naoto_2_fukushima@ccken.onmicrosoft.com::8f548a50-3d4a-4660-b17c-82fdb2003fd5" providerId="AD" clId="Web-{40BA078E-68D7-1060-12CE-5C6CD951C8C0}" dt="2026-02-18T09:47:16.093" v="227" actId="20577"/>
        <pc:sldMkLst>
          <pc:docMk/>
          <pc:sldMk cId="20629679" sldId="955"/>
        </pc:sldMkLst>
        <pc:spChg chg="mod">
          <ac:chgData name="主査　福島 直人" userId="S::naoto_2_fukushima@ccken.onmicrosoft.com::8f548a50-3d4a-4660-b17c-82fdb2003fd5" providerId="AD" clId="Web-{40BA078E-68D7-1060-12CE-5C6CD951C8C0}" dt="2026-02-18T09:26:22.176" v="110" actId="20577"/>
          <ac:spMkLst>
            <pc:docMk/>
            <pc:sldMk cId="20629679" sldId="955"/>
            <ac:spMk id="3" creationId="{9DB45F81-630E-A446-692C-D391FBBD6474}"/>
          </ac:spMkLst>
        </pc:spChg>
        <pc:spChg chg="mod">
          <ac:chgData name="主査　福島 直人" userId="S::naoto_2_fukushima@ccken.onmicrosoft.com::8f548a50-3d4a-4660-b17c-82fdb2003fd5" providerId="AD" clId="Web-{40BA078E-68D7-1060-12CE-5C6CD951C8C0}" dt="2026-02-18T09:36:30.103" v="170" actId="20577"/>
          <ac:spMkLst>
            <pc:docMk/>
            <pc:sldMk cId="20629679" sldId="955"/>
            <ac:spMk id="5" creationId="{3E8D3B7C-E884-C22A-9ADF-4BE38B496EEE}"/>
          </ac:spMkLst>
        </pc:spChg>
        <pc:spChg chg="mod">
          <ac:chgData name="主査　福島 直人" userId="S::naoto_2_fukushima@ccken.onmicrosoft.com::8f548a50-3d4a-4660-b17c-82fdb2003fd5" providerId="AD" clId="Web-{40BA078E-68D7-1060-12CE-5C6CD951C8C0}" dt="2026-02-18T09:47:16.093" v="227" actId="20577"/>
          <ac:spMkLst>
            <pc:docMk/>
            <pc:sldMk cId="20629679" sldId="955"/>
            <ac:spMk id="44" creationId="{B6A7D924-5A65-0BCB-27C7-03FDF840D74B}"/>
          </ac:spMkLst>
        </pc:spChg>
      </pc:sldChg>
      <pc:sldChg chg="addSp modSp">
        <pc:chgData name="主査　福島 直人" userId="S::naoto_2_fukushima@ccken.onmicrosoft.com::8f548a50-3d4a-4660-b17c-82fdb2003fd5" providerId="AD" clId="Web-{40BA078E-68D7-1060-12CE-5C6CD951C8C0}" dt="2026-02-18T09:28:36.585" v="122" actId="20577"/>
        <pc:sldMkLst>
          <pc:docMk/>
          <pc:sldMk cId="1984299581" sldId="957"/>
        </pc:sldMkLst>
        <pc:spChg chg="mod">
          <ac:chgData name="主査　福島 直人" userId="S::naoto_2_fukushima@ccken.onmicrosoft.com::8f548a50-3d4a-4660-b17c-82fdb2003fd5" providerId="AD" clId="Web-{40BA078E-68D7-1060-12CE-5C6CD951C8C0}" dt="2026-02-18T09:28:10.788" v="119" actId="20577"/>
          <ac:spMkLst>
            <pc:docMk/>
            <pc:sldMk cId="1984299581" sldId="957"/>
            <ac:spMk id="3" creationId="{EAC49576-0887-8C15-EC72-A77AC96F8910}"/>
          </ac:spMkLst>
        </pc:spChg>
        <pc:spChg chg="mod">
          <ac:chgData name="主査　福島 直人" userId="S::naoto_2_fukushima@ccken.onmicrosoft.com::8f548a50-3d4a-4660-b17c-82fdb2003fd5" providerId="AD" clId="Web-{40BA078E-68D7-1060-12CE-5C6CD951C8C0}" dt="2026-02-18T09:09:27.071" v="75" actId="14100"/>
          <ac:spMkLst>
            <pc:docMk/>
            <pc:sldMk cId="1984299581" sldId="957"/>
            <ac:spMk id="4" creationId="{BA063EAF-F80B-82DA-42A8-C2D1D07BC115}"/>
          </ac:spMkLst>
        </pc:spChg>
      </pc:sldChg>
    </pc:docChg>
  </pc:docChgLst>
  <pc:docChgLst>
    <pc:chgData name="明治安田　荻野 純平" userId="S::jy-ogino@ccken.onmicrosoft.com::27cba3d8-e4d3-428c-9353-43187c47438c" providerId="AD" clId="Web-{7D4CAB96-F6EE-81CD-81B5-A3CCA589775E}"/>
    <pc:docChg chg="addSld delSld modSld modSection">
      <pc:chgData name="明治安田　荻野 純平" userId="S::jy-ogino@ccken.onmicrosoft.com::27cba3d8-e4d3-428c-9353-43187c47438c" providerId="AD" clId="Web-{7D4CAB96-F6EE-81CD-81B5-A3CCA589775E}" dt="2026-02-11T17:42:05.399" v="520" actId="14100"/>
      <pc:docMkLst>
        <pc:docMk/>
      </pc:docMkLst>
    </pc:docChg>
  </pc:docChgLst>
  <pc:docChgLst>
    <pc:chgData name="明治安田　荻野 純平" userId="S::jy-ogino@ccken.onmicrosoft.com::27cba3d8-e4d3-428c-9353-43187c47438c" providerId="AD" clId="Web-{162966BA-C16C-8AD0-E883-EBDC15099C8C}"/>
    <pc:docChg chg="modSld sldOrd">
      <pc:chgData name="明治安田　荻野 純平" userId="S::jy-ogino@ccken.onmicrosoft.com::27cba3d8-e4d3-428c-9353-43187c47438c" providerId="AD" clId="Web-{162966BA-C16C-8AD0-E883-EBDC15099C8C}" dt="2026-02-12T08:16:34.438" v="5"/>
      <pc:docMkLst>
        <pc:docMk/>
      </pc:docMkLst>
    </pc:docChg>
  </pc:docChgLst>
  <pc:docChgLst>
    <pc:chgData name="明治安田　荻野 純平" userId="S::jy-ogino@ccken.onmicrosoft.com::27cba3d8-e4d3-428c-9353-43187c47438c" providerId="AD" clId="Web-{E42FEE4C-1296-43B5-21AB-33B6FA16AC4C}"/>
    <pc:docChg chg="delSld modSld modSection">
      <pc:chgData name="明治安田　荻野 純平" userId="S::jy-ogino@ccken.onmicrosoft.com::27cba3d8-e4d3-428c-9353-43187c47438c" providerId="AD" clId="Web-{E42FEE4C-1296-43B5-21AB-33B6FA16AC4C}" dt="2026-02-26T14:58:18.537" v="122"/>
      <pc:docMkLst>
        <pc:docMk/>
      </pc:docMkLst>
      <pc:sldChg chg="modSp">
        <pc:chgData name="明治安田　荻野 純平" userId="S::jy-ogino@ccken.onmicrosoft.com::27cba3d8-e4d3-428c-9353-43187c47438c" providerId="AD" clId="Web-{E42FEE4C-1296-43B5-21AB-33B6FA16AC4C}" dt="2026-02-26T14:54:00.049" v="41" actId="20577"/>
        <pc:sldMkLst>
          <pc:docMk/>
          <pc:sldMk cId="1557085014" sldId="1005"/>
        </pc:sldMkLst>
        <pc:spChg chg="mod">
          <ac:chgData name="明治安田　荻野 純平" userId="S::jy-ogino@ccken.onmicrosoft.com::27cba3d8-e4d3-428c-9353-43187c47438c" providerId="AD" clId="Web-{E42FEE4C-1296-43B5-21AB-33B6FA16AC4C}" dt="2026-02-26T14:54:00.049" v="41" actId="20577"/>
          <ac:spMkLst>
            <pc:docMk/>
            <pc:sldMk cId="1557085014" sldId="1005"/>
            <ac:spMk id="3" creationId="{6BBC01EF-CC51-901A-96C3-C95C77D75ADE}"/>
          </ac:spMkLst>
        </pc:spChg>
      </pc:sldChg>
    </pc:docChg>
  </pc:docChgLst>
  <pc:docChgLst>
    <pc:chgData name="masazaki yoshihiro/6201258/昌崎　良浩" userId="S::yoshihiro.masazaki.mk_mcgc.com#ext#@ccken.onmicrosoft.com::338b9127-7fcd-4e96-b095-c08a802489d5" providerId="AD" clId="Web-{7A9F78FE-D624-A0B7-746A-2CE6D788272B}"/>
    <pc:docChg chg="modSld">
      <pc:chgData name="masazaki yoshihiro/6201258/昌崎　良浩" userId="S::yoshihiro.masazaki.mk_mcgc.com#ext#@ccken.onmicrosoft.com::338b9127-7fcd-4e96-b095-c08a802489d5" providerId="AD" clId="Web-{7A9F78FE-D624-A0B7-746A-2CE6D788272B}" dt="2026-02-13T05:16:15.146" v="93" actId="1076"/>
      <pc:docMkLst>
        <pc:docMk/>
      </pc:docMkLst>
    </pc:docChg>
  </pc:docChgLst>
  <pc:docChgLst>
    <pc:chgData name="主査　福島 直人" userId="S::naoto_2_fukushima@ccken.onmicrosoft.com::8f548a50-3d4a-4660-b17c-82fdb2003fd5" providerId="AD" clId="Web-{4B0E4B12-186E-8D18-A957-E297A99B1179}"/>
    <pc:docChg chg="delSld modSection">
      <pc:chgData name="主査　福島 直人" userId="S::naoto_2_fukushima@ccken.onmicrosoft.com::8f548a50-3d4a-4660-b17c-82fdb2003fd5" providerId="AD" clId="Web-{4B0E4B12-186E-8D18-A957-E297A99B1179}" dt="2026-03-04T00:30:50.364" v="0"/>
      <pc:docMkLst>
        <pc:docMk/>
      </pc:docMkLst>
      <pc:sldChg chg="del">
        <pc:chgData name="主査　福島 直人" userId="S::naoto_2_fukushima@ccken.onmicrosoft.com::8f548a50-3d4a-4660-b17c-82fdb2003fd5" providerId="AD" clId="Web-{4B0E4B12-186E-8D18-A957-E297A99B1179}" dt="2026-03-04T00:30:50.364" v="0"/>
        <pc:sldMkLst>
          <pc:docMk/>
          <pc:sldMk cId="2188131942" sldId="971"/>
        </pc:sldMkLst>
      </pc:sldChg>
    </pc:docChg>
  </pc:docChgLst>
  <pc:docChgLst>
    <pc:chgData name="主査　福島 直人" userId="S::naoto_2_fukushima@ccken.onmicrosoft.com::8f548a50-3d4a-4660-b17c-82fdb2003fd5" providerId="AD" clId="Web-{81BB9EC2-D5C5-FD2C-C85C-86C47513F5EE}"/>
    <pc:docChg chg="modSld">
      <pc:chgData name="主査　福島 直人" userId="S::naoto_2_fukushima@ccken.onmicrosoft.com::8f548a50-3d4a-4660-b17c-82fdb2003fd5" providerId="AD" clId="Web-{81BB9EC2-D5C5-FD2C-C85C-86C47513F5EE}" dt="2026-02-24T05:56:27.565" v="12" actId="1076"/>
      <pc:docMkLst>
        <pc:docMk/>
      </pc:docMkLst>
    </pc:docChg>
  </pc:docChgLst>
  <pc:docChgLst>
    <pc:chgData name="masazaki yoshihiro/6201258/昌崎　良浩" userId="S::yoshihiro.masazaki.mk_mcgc.com#ext#@ccken.onmicrosoft.com::338b9127-7fcd-4e96-b095-c08a802489d5" providerId="AD" clId="Web-{87A401B8-BF73-9E35-79AE-B446947A0768}"/>
    <pc:docChg chg="modSld">
      <pc:chgData name="masazaki yoshihiro/6201258/昌崎　良浩" userId="S::yoshihiro.masazaki.mk_mcgc.com#ext#@ccken.onmicrosoft.com::338b9127-7fcd-4e96-b095-c08a802489d5" providerId="AD" clId="Web-{87A401B8-BF73-9E35-79AE-B446947A0768}" dt="2026-02-26T05:52:29.870" v="239"/>
      <pc:docMkLst>
        <pc:docMk/>
      </pc:docMkLst>
    </pc:docChg>
  </pc:docChgLst>
  <pc:docChgLst>
    <pc:chgData name="主査　福島 直人" userId="S::naoto_2_fukushima@ccken.onmicrosoft.com::8f548a50-3d4a-4660-b17c-82fdb2003fd5" providerId="AD" clId="Web-{890FA7A8-72A1-E26A-704C-5225DC806B50}"/>
    <pc:docChg chg="addSld modSection">
      <pc:chgData name="主査　福島 直人" userId="S::naoto_2_fukushima@ccken.onmicrosoft.com::8f548a50-3d4a-4660-b17c-82fdb2003fd5" providerId="AD" clId="Web-{890FA7A8-72A1-E26A-704C-5225DC806B50}" dt="2026-02-11T15:07:59.487" v="0"/>
      <pc:docMkLst>
        <pc:docMk/>
      </pc:docMkLst>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180084-6F84-49B0-9AA5-9C645D94108B}" type="doc">
      <dgm:prSet loTypeId="urn:microsoft.com/office/officeart/2005/8/layout/chevron1" loCatId="process" qsTypeId="urn:microsoft.com/office/officeart/2005/8/quickstyle/simple1" qsCatId="simple" csTypeId="urn:microsoft.com/office/officeart/2005/8/colors/accent1_2" csCatId="accent1" phldr="1"/>
      <dgm:spPr/>
    </dgm:pt>
    <dgm:pt modelId="{8BD9BAE0-74C9-4002-8A5D-22393BAAD2D2}">
      <dgm:prSet phldrT="[テキスト]"/>
      <dgm:spPr>
        <a:solidFill>
          <a:schemeClr val="accent1">
            <a:lumMod val="20000"/>
            <a:lumOff val="80000"/>
          </a:schemeClr>
        </a:solidFill>
      </dgm:spPr>
      <dgm:t>
        <a:bodyPr/>
        <a:lstStyle/>
        <a:p>
          <a:r>
            <a:rPr kumimoji="1" lang="ja-JP" altLang="en-US" b="1">
              <a:solidFill>
                <a:schemeClr val="bg1">
                  <a:lumMod val="50000"/>
                </a:schemeClr>
              </a:solidFill>
              <a:latin typeface="Meiryo UI" panose="020B0604030504040204" pitchFamily="50" charset="-128"/>
              <a:ea typeface="Meiryo UI" panose="020B0604030504040204" pitchFamily="50" charset="-128"/>
            </a:rPr>
            <a:t>大昔（～</a:t>
          </a:r>
          <a:r>
            <a:rPr kumimoji="1" lang="en-US" altLang="ja-JP" b="1">
              <a:solidFill>
                <a:schemeClr val="bg1">
                  <a:lumMod val="50000"/>
                </a:schemeClr>
              </a:solidFill>
              <a:latin typeface="Meiryo UI" panose="020B0604030504040204" pitchFamily="50" charset="-128"/>
              <a:ea typeface="Meiryo UI" panose="020B0604030504040204" pitchFamily="50" charset="-128"/>
            </a:rPr>
            <a:t>2000</a:t>
          </a:r>
          <a:r>
            <a:rPr kumimoji="1" lang="ja-JP" altLang="en-US" b="1">
              <a:solidFill>
                <a:schemeClr val="bg1">
                  <a:lumMod val="50000"/>
                </a:schemeClr>
              </a:solidFill>
              <a:latin typeface="Meiryo UI" panose="020B0604030504040204" pitchFamily="50" charset="-128"/>
              <a:ea typeface="Meiryo UI" panose="020B0604030504040204" pitchFamily="50" charset="-128"/>
            </a:rPr>
            <a:t>年代前半）</a:t>
          </a:r>
        </a:p>
      </dgm:t>
    </dgm:pt>
    <dgm:pt modelId="{80724AD2-D34D-4EA0-A843-63D108F31C4C}" type="par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7FB529DD-58F9-458D-A8B2-15B6778B2A4E}" type="sibTrans" cxnId="{DD261CA1-5542-47AF-854B-51F8F436D47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1EE7BD3F-A463-47C6-BB50-13E39526B52C}">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B40C7824-E4BC-4F23-910A-DBB2F4B6FC77}" type="par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C9FF0B9A-F7C8-4C78-84AD-E1D2FA694BEF}" type="sibTrans" cxnId="{3ED39B25-B40A-4082-9518-BAD2E1B2C613}">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273F8AC2-19BE-4524-8ACB-2F8A0517EC67}">
      <dgm:prSet phldrT="[テキスト]"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a:t>
          </a:r>
        </a:p>
      </dgm:t>
    </dgm:pt>
    <dgm:pt modelId="{E24CD6AB-9A97-41FC-8902-F653F628129A}" type="par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EAFD3549-89C2-45F7-A9E5-B07B7BE01ED7}" type="sibTrans" cxnId="{663ECDB6-6577-4792-8C70-791FB7A09C22}">
      <dgm:prSet/>
      <dgm:spPr/>
      <dgm:t>
        <a:bodyPr/>
        <a:lstStyle/>
        <a:p>
          <a:endParaRPr kumimoji="1" lang="ja-JP" altLang="en-US" b="1">
            <a:latin typeface="Meiryo UI" panose="020B0604030504040204" pitchFamily="50" charset="-128"/>
            <a:ea typeface="Meiryo UI" panose="020B0604030504040204" pitchFamily="50" charset="-128"/>
          </a:endParaRPr>
        </a:p>
      </dgm:t>
    </dgm:pt>
    <dgm:pt modelId="{D6FF320A-EBF8-4ABE-AD09-85C158AEBA59}">
      <dgm:prSet custT="1"/>
      <dgm:spPr>
        <a:solidFill>
          <a:schemeClr val="accent1">
            <a:lumMod val="20000"/>
            <a:lumOff val="80000"/>
          </a:schemeClr>
        </a:solidFill>
      </dgm:spPr>
      <dgm:t>
        <a:bodyPr/>
        <a:lstStyle/>
        <a:p>
          <a:r>
            <a:rPr kumimoji="1" lang="ja-JP" altLang="en-US" sz="1400" b="1">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a:solidFill>
                <a:schemeClr val="bg1">
                  <a:lumMod val="50000"/>
                </a:schemeClr>
              </a:solidFill>
              <a:latin typeface="Meiryo UI" panose="020B0604030504040204" pitchFamily="50" charset="-128"/>
              <a:ea typeface="Meiryo UI" panose="020B0604030504040204" pitchFamily="50" charset="-128"/>
            </a:rPr>
            <a:t>年代）</a:t>
          </a:r>
        </a:p>
      </dgm:t>
    </dgm:pt>
    <dgm:pt modelId="{40239299-40E4-4BE0-84CB-E7F4350B3511}" type="parTrans" cxnId="{31E97699-D495-4765-9BD9-2E82D69EDD31}">
      <dgm:prSet/>
      <dgm:spPr/>
      <dgm:t>
        <a:bodyPr/>
        <a:lstStyle/>
        <a:p>
          <a:endParaRPr kumimoji="1" lang="ja-JP" altLang="en-US" b="1"/>
        </a:p>
      </dgm:t>
    </dgm:pt>
    <dgm:pt modelId="{04545C00-2BE5-4248-AEE8-EF4665F495BC}" type="sibTrans" cxnId="{31E97699-D495-4765-9BD9-2E82D69EDD31}">
      <dgm:prSet/>
      <dgm:spPr/>
      <dgm:t>
        <a:bodyPr/>
        <a:lstStyle/>
        <a:p>
          <a:endParaRPr kumimoji="1" lang="ja-JP" altLang="en-US" b="1"/>
        </a:p>
      </dgm:t>
    </dgm:pt>
    <dgm:pt modelId="{E1F2EEEA-4822-4A9D-908E-829938A7F7CA}" type="pres">
      <dgm:prSet presAssocID="{7C180084-6F84-49B0-9AA5-9C645D94108B}" presName="Name0" presStyleCnt="0">
        <dgm:presLayoutVars>
          <dgm:dir/>
          <dgm:animLvl val="lvl"/>
          <dgm:resizeHandles val="exact"/>
        </dgm:presLayoutVars>
      </dgm:prSet>
      <dgm:spPr/>
    </dgm:pt>
    <dgm:pt modelId="{B00A7EDC-A1CA-43C4-9D1A-C077EEF3F98C}" type="pres">
      <dgm:prSet presAssocID="{8BD9BAE0-74C9-4002-8A5D-22393BAAD2D2}" presName="parTxOnly" presStyleLbl="node1" presStyleIdx="0" presStyleCnt="4" custScaleX="74926">
        <dgm:presLayoutVars>
          <dgm:chMax val="0"/>
          <dgm:chPref val="0"/>
          <dgm:bulletEnabled val="1"/>
        </dgm:presLayoutVars>
      </dgm:prSet>
      <dgm:spPr/>
    </dgm:pt>
    <dgm:pt modelId="{193ADAAC-F07E-40DC-A4B4-C65862529253}" type="pres">
      <dgm:prSet presAssocID="{7FB529DD-58F9-458D-A8B2-15B6778B2A4E}" presName="parTxOnlySpace" presStyleCnt="0"/>
      <dgm:spPr/>
    </dgm:pt>
    <dgm:pt modelId="{68ABCEAE-E27A-4B57-9181-A2768538FDD6}" type="pres">
      <dgm:prSet presAssocID="{D6FF320A-EBF8-4ABE-AD09-85C158AEBA59}" presName="parTxOnly" presStyleLbl="node1" presStyleIdx="1" presStyleCnt="4">
        <dgm:presLayoutVars>
          <dgm:chMax val="0"/>
          <dgm:chPref val="0"/>
          <dgm:bulletEnabled val="1"/>
        </dgm:presLayoutVars>
      </dgm:prSet>
      <dgm:spPr/>
    </dgm:pt>
    <dgm:pt modelId="{FD1D8F4C-FED1-4750-B023-066EBB0B90CA}" type="pres">
      <dgm:prSet presAssocID="{04545C00-2BE5-4248-AEE8-EF4665F495BC}" presName="parTxOnlySpace" presStyleCnt="0"/>
      <dgm:spPr/>
    </dgm:pt>
    <dgm:pt modelId="{F933783A-CBA2-4675-8236-EB3E8F5929D0}" type="pres">
      <dgm:prSet presAssocID="{1EE7BD3F-A463-47C6-BB50-13E39526B52C}" presName="parTxOnly" presStyleLbl="node1" presStyleIdx="2" presStyleCnt="4">
        <dgm:presLayoutVars>
          <dgm:chMax val="0"/>
          <dgm:chPref val="0"/>
          <dgm:bulletEnabled val="1"/>
        </dgm:presLayoutVars>
      </dgm:prSet>
      <dgm:spPr/>
    </dgm:pt>
    <dgm:pt modelId="{67F06001-F613-4F04-AA38-1224180F1BFA}" type="pres">
      <dgm:prSet presAssocID="{C9FF0B9A-F7C8-4C78-84AD-E1D2FA694BEF}" presName="parTxOnlySpace" presStyleCnt="0"/>
      <dgm:spPr/>
    </dgm:pt>
    <dgm:pt modelId="{04FF204C-28A2-42E9-BC47-FF4E747B9737}" type="pres">
      <dgm:prSet presAssocID="{273F8AC2-19BE-4524-8ACB-2F8A0517EC67}" presName="parTxOnly" presStyleLbl="node1" presStyleIdx="3" presStyleCnt="4">
        <dgm:presLayoutVars>
          <dgm:chMax val="0"/>
          <dgm:chPref val="0"/>
          <dgm:bulletEnabled val="1"/>
        </dgm:presLayoutVars>
      </dgm:prSet>
      <dgm:spPr/>
    </dgm:pt>
  </dgm:ptLst>
  <dgm:cxnLst>
    <dgm:cxn modelId="{2B1DBA1C-4F3E-4E7A-AE08-837BF21E25C1}" type="presOf" srcId="{8BD9BAE0-74C9-4002-8A5D-22393BAAD2D2}" destId="{B00A7EDC-A1CA-43C4-9D1A-C077EEF3F98C}" srcOrd="0" destOrd="0" presId="urn:microsoft.com/office/officeart/2005/8/layout/chevron1"/>
    <dgm:cxn modelId="{3ED39B25-B40A-4082-9518-BAD2E1B2C613}" srcId="{7C180084-6F84-49B0-9AA5-9C645D94108B}" destId="{1EE7BD3F-A463-47C6-BB50-13E39526B52C}" srcOrd="2" destOrd="0" parTransId="{B40C7824-E4BC-4F23-910A-DBB2F4B6FC77}" sibTransId="{C9FF0B9A-F7C8-4C78-84AD-E1D2FA694BEF}"/>
    <dgm:cxn modelId="{12456D83-2394-44CF-BFA7-4BAC9594E546}" type="presOf" srcId="{1EE7BD3F-A463-47C6-BB50-13E39526B52C}" destId="{F933783A-CBA2-4675-8236-EB3E8F5929D0}" srcOrd="0" destOrd="0" presId="urn:microsoft.com/office/officeart/2005/8/layout/chevron1"/>
    <dgm:cxn modelId="{AD194F8A-1486-4255-85EE-81113EF151E4}" type="presOf" srcId="{D6FF320A-EBF8-4ABE-AD09-85C158AEBA59}" destId="{68ABCEAE-E27A-4B57-9181-A2768538FDD6}" srcOrd="0" destOrd="0" presId="urn:microsoft.com/office/officeart/2005/8/layout/chevron1"/>
    <dgm:cxn modelId="{31E97699-D495-4765-9BD9-2E82D69EDD31}" srcId="{7C180084-6F84-49B0-9AA5-9C645D94108B}" destId="{D6FF320A-EBF8-4ABE-AD09-85C158AEBA59}" srcOrd="1" destOrd="0" parTransId="{40239299-40E4-4BE0-84CB-E7F4350B3511}" sibTransId="{04545C00-2BE5-4248-AEE8-EF4665F495BC}"/>
    <dgm:cxn modelId="{DD261CA1-5542-47AF-854B-51F8F436D473}" srcId="{7C180084-6F84-49B0-9AA5-9C645D94108B}" destId="{8BD9BAE0-74C9-4002-8A5D-22393BAAD2D2}" srcOrd="0" destOrd="0" parTransId="{80724AD2-D34D-4EA0-A843-63D108F31C4C}" sibTransId="{7FB529DD-58F9-458D-A8B2-15B6778B2A4E}"/>
    <dgm:cxn modelId="{CE6A20B3-CC81-488F-8EA4-72440A4B4102}" type="presOf" srcId="{273F8AC2-19BE-4524-8ACB-2F8A0517EC67}" destId="{04FF204C-28A2-42E9-BC47-FF4E747B9737}" srcOrd="0" destOrd="0" presId="urn:microsoft.com/office/officeart/2005/8/layout/chevron1"/>
    <dgm:cxn modelId="{663ECDB6-6577-4792-8C70-791FB7A09C22}" srcId="{7C180084-6F84-49B0-9AA5-9C645D94108B}" destId="{273F8AC2-19BE-4524-8ACB-2F8A0517EC67}" srcOrd="3" destOrd="0" parTransId="{E24CD6AB-9A97-41FC-8902-F653F628129A}" sibTransId="{EAFD3549-89C2-45F7-A9E5-B07B7BE01ED7}"/>
    <dgm:cxn modelId="{E479ECCE-3AC9-456E-BE27-D467F19402E9}" type="presOf" srcId="{7C180084-6F84-49B0-9AA5-9C645D94108B}" destId="{E1F2EEEA-4822-4A9D-908E-829938A7F7CA}" srcOrd="0" destOrd="0" presId="urn:microsoft.com/office/officeart/2005/8/layout/chevron1"/>
    <dgm:cxn modelId="{2108E3BA-084A-4C41-B25F-208E2C349CF4}" type="presParOf" srcId="{E1F2EEEA-4822-4A9D-908E-829938A7F7CA}" destId="{B00A7EDC-A1CA-43C4-9D1A-C077EEF3F98C}" srcOrd="0" destOrd="0" presId="urn:microsoft.com/office/officeart/2005/8/layout/chevron1"/>
    <dgm:cxn modelId="{E8668ECB-10BB-4B06-BA95-664ED574DB2B}" type="presParOf" srcId="{E1F2EEEA-4822-4A9D-908E-829938A7F7CA}" destId="{193ADAAC-F07E-40DC-A4B4-C65862529253}" srcOrd="1" destOrd="0" presId="urn:microsoft.com/office/officeart/2005/8/layout/chevron1"/>
    <dgm:cxn modelId="{B9CC4136-FF4B-4D31-97D3-FDF8B6B1AF80}" type="presParOf" srcId="{E1F2EEEA-4822-4A9D-908E-829938A7F7CA}" destId="{68ABCEAE-E27A-4B57-9181-A2768538FDD6}" srcOrd="2" destOrd="0" presId="urn:microsoft.com/office/officeart/2005/8/layout/chevron1"/>
    <dgm:cxn modelId="{2EAED067-F4AD-48E2-887E-169583D89782}" type="presParOf" srcId="{E1F2EEEA-4822-4A9D-908E-829938A7F7CA}" destId="{FD1D8F4C-FED1-4750-B023-066EBB0B90CA}" srcOrd="3" destOrd="0" presId="urn:microsoft.com/office/officeart/2005/8/layout/chevron1"/>
    <dgm:cxn modelId="{FFBF7EE7-8D9A-40B6-98D5-014889979C54}" type="presParOf" srcId="{E1F2EEEA-4822-4A9D-908E-829938A7F7CA}" destId="{F933783A-CBA2-4675-8236-EB3E8F5929D0}" srcOrd="4" destOrd="0" presId="urn:microsoft.com/office/officeart/2005/8/layout/chevron1"/>
    <dgm:cxn modelId="{BEBC0AC7-11FA-40DC-A0AE-09155BD4E017}" type="presParOf" srcId="{E1F2EEEA-4822-4A9D-908E-829938A7F7CA}" destId="{67F06001-F613-4F04-AA38-1224180F1BFA}" srcOrd="5" destOrd="0" presId="urn:microsoft.com/office/officeart/2005/8/layout/chevron1"/>
    <dgm:cxn modelId="{3D1264CA-7A9E-4D4C-9D67-9848A33DF2A4}" type="presParOf" srcId="{E1F2EEEA-4822-4A9D-908E-829938A7F7CA}" destId="{04FF204C-28A2-42E9-BC47-FF4E747B9737}" srcOrd="6"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A7EDC-A1CA-43C4-9D1A-C077EEF3F98C}">
      <dsp:nvSpPr>
        <dsp:cNvPr id="0" name=""/>
        <dsp:cNvSpPr/>
      </dsp:nvSpPr>
      <dsp:spPr>
        <a:xfrm>
          <a:off x="5663" y="0"/>
          <a:ext cx="1944004"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大昔（～</a:t>
          </a:r>
          <a:r>
            <a:rPr kumimoji="1" lang="en-US" altLang="ja-JP" sz="1000" b="1" kern="1200">
              <a:solidFill>
                <a:schemeClr val="bg1">
                  <a:lumMod val="50000"/>
                </a:schemeClr>
              </a:solidFill>
              <a:latin typeface="Meiryo UI" panose="020B0604030504040204" pitchFamily="50" charset="-128"/>
              <a:ea typeface="Meiryo UI" panose="020B0604030504040204" pitchFamily="50" charset="-128"/>
            </a:rPr>
            <a:t>2000</a:t>
          </a:r>
          <a:r>
            <a:rPr kumimoji="1" lang="ja-JP" altLang="en-US" sz="1000" b="1" kern="1200">
              <a:solidFill>
                <a:schemeClr val="bg1">
                  <a:lumMod val="50000"/>
                </a:schemeClr>
              </a:solidFill>
              <a:latin typeface="Meiryo UI" panose="020B0604030504040204" pitchFamily="50" charset="-128"/>
              <a:ea typeface="Meiryo UI" panose="020B0604030504040204" pitchFamily="50" charset="-128"/>
            </a:rPr>
            <a:t>年代前半）</a:t>
          </a:r>
        </a:p>
      </dsp:txBody>
      <dsp:txXfrm>
        <a:off x="164016" y="0"/>
        <a:ext cx="1627298" cy="316706"/>
      </dsp:txXfrm>
    </dsp:sp>
    <dsp:sp modelId="{68ABCEAE-E27A-4B57-9181-A2768538FDD6}">
      <dsp:nvSpPr>
        <dsp:cNvPr id="0" name=""/>
        <dsp:cNvSpPr/>
      </dsp:nvSpPr>
      <dsp:spPr>
        <a:xfrm>
          <a:off x="1690211"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昔（</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2010</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年代）</a:t>
          </a:r>
        </a:p>
      </dsp:txBody>
      <dsp:txXfrm>
        <a:off x="1848564" y="0"/>
        <a:ext cx="2277859" cy="316706"/>
      </dsp:txXfrm>
    </dsp:sp>
    <dsp:sp modelId="{F933783A-CBA2-4675-8236-EB3E8F5929D0}">
      <dsp:nvSpPr>
        <dsp:cNvPr id="0" name=""/>
        <dsp:cNvSpPr/>
      </dsp:nvSpPr>
      <dsp:spPr>
        <a:xfrm>
          <a:off x="4025320"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少し前（</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2022</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4183673" y="0"/>
        <a:ext cx="2277859" cy="316706"/>
      </dsp:txXfrm>
    </dsp:sp>
    <dsp:sp modelId="{04FF204C-28A2-42E9-BC47-FF4E747B9737}">
      <dsp:nvSpPr>
        <dsp:cNvPr id="0" name=""/>
        <dsp:cNvSpPr/>
      </dsp:nvSpPr>
      <dsp:spPr>
        <a:xfrm>
          <a:off x="6360429" y="0"/>
          <a:ext cx="2594565" cy="316706"/>
        </a:xfrm>
        <a:prstGeom prst="chevron">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今＋少し先（</a:t>
          </a:r>
          <a:r>
            <a:rPr kumimoji="1" lang="en-US" altLang="ja-JP" sz="1400" b="1" kern="1200">
              <a:solidFill>
                <a:schemeClr val="bg1">
                  <a:lumMod val="50000"/>
                </a:schemeClr>
              </a:solidFill>
              <a:latin typeface="Meiryo UI" panose="020B0604030504040204" pitchFamily="50" charset="-128"/>
              <a:ea typeface="Meiryo UI" panose="020B0604030504040204" pitchFamily="50" charset="-128"/>
            </a:rPr>
            <a:t>2026</a:t>
          </a:r>
          <a:r>
            <a:rPr kumimoji="1" lang="ja-JP" altLang="en-US" sz="1400" b="1" kern="1200">
              <a:solidFill>
                <a:schemeClr val="bg1">
                  <a:lumMod val="50000"/>
                </a:schemeClr>
              </a:solidFill>
              <a:latin typeface="Meiryo UI" panose="020B0604030504040204" pitchFamily="50" charset="-128"/>
              <a:ea typeface="Meiryo UI" panose="020B0604030504040204" pitchFamily="50" charset="-128"/>
            </a:rPr>
            <a:t>年～）</a:t>
          </a:r>
        </a:p>
      </dsp:txBody>
      <dsp:txXfrm>
        <a:off x="6518782" y="0"/>
        <a:ext cx="2277859" cy="3167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9413" cy="493713"/>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1"/>
            <a:ext cx="2919412" cy="493713"/>
          </a:xfrm>
          <a:prstGeom prst="rect">
            <a:avLst/>
          </a:prstGeom>
        </p:spPr>
        <p:txBody>
          <a:bodyPr vert="horz" lIns="91434" tIns="45717" rIns="91434" bIns="45717" rtlCol="0"/>
          <a:lstStyle>
            <a:lvl1pPr algn="r">
              <a:defRPr sz="1200"/>
            </a:lvl1pPr>
          </a:lstStyle>
          <a:p>
            <a:fld id="{DB19A1A4-E593-48C5-A0A7-23291AD7165E}" type="datetimeFigureOut">
              <a:rPr kumimoji="1" lang="ja-JP" altLang="en-US" smtClean="0"/>
              <a:t>2026/7/31</a:t>
            </a:fld>
            <a:endParaRPr kumimoji="1" lang="ja-JP" altLang="en-US"/>
          </a:p>
        </p:txBody>
      </p:sp>
      <p:sp>
        <p:nvSpPr>
          <p:cNvPr id="4" name="フッター プレースホルダー 3"/>
          <p:cNvSpPr>
            <a:spLocks noGrp="1"/>
          </p:cNvSpPr>
          <p:nvPr>
            <p:ph type="ftr" sz="quarter" idx="2"/>
          </p:nvPr>
        </p:nvSpPr>
        <p:spPr>
          <a:xfrm>
            <a:off x="1" y="9371013"/>
            <a:ext cx="2919413" cy="493712"/>
          </a:xfrm>
          <a:prstGeom prst="rect">
            <a:avLst/>
          </a:prstGeom>
        </p:spPr>
        <p:txBody>
          <a:bodyPr vert="horz" lIns="91434" tIns="45717" rIns="91434" bIns="4571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3712"/>
          </a:xfrm>
          <a:prstGeom prst="rect">
            <a:avLst/>
          </a:prstGeom>
        </p:spPr>
        <p:txBody>
          <a:bodyPr vert="horz" lIns="91434" tIns="45717" rIns="91434" bIns="45717" rtlCol="0" anchor="b"/>
          <a:lstStyle>
            <a:lvl1pPr algn="r">
              <a:defRPr sz="1200"/>
            </a:lvl1pPr>
          </a:lstStyle>
          <a:p>
            <a:fld id="{BB01C0F2-D7FC-499F-AED1-4FA2AB58BE2A}" type="slidenum">
              <a:rPr kumimoji="1" lang="ja-JP" altLang="en-US" smtClean="0"/>
              <a:t>‹#›</a:t>
            </a:fld>
            <a:endParaRPr kumimoji="1" lang="ja-JP" altLang="en-US"/>
          </a:p>
        </p:txBody>
      </p:sp>
    </p:spTree>
    <p:extLst>
      <p:ext uri="{BB962C8B-B14F-4D97-AF65-F5344CB8AC3E}">
        <p14:creationId xmlns:p14="http://schemas.microsoft.com/office/powerpoint/2010/main" val="3433617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18831" cy="495029"/>
          </a:xfrm>
          <a:prstGeom prst="rect">
            <a:avLst/>
          </a:prstGeom>
        </p:spPr>
        <p:txBody>
          <a:bodyPr vert="horz" lIns="91434" tIns="45717" rIns="91434" bIns="4571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4" y="1"/>
            <a:ext cx="2918831" cy="495029"/>
          </a:xfrm>
          <a:prstGeom prst="rect">
            <a:avLst/>
          </a:prstGeom>
        </p:spPr>
        <p:txBody>
          <a:bodyPr vert="horz" lIns="91434" tIns="45717" rIns="91434" bIns="45717" rtlCol="0"/>
          <a:lstStyle>
            <a:lvl1pPr algn="r">
              <a:defRPr sz="1200"/>
            </a:lvl1pPr>
          </a:lstStyle>
          <a:p>
            <a:fld id="{DE29D9BF-E477-4981-B422-92F988F29E2D}" type="datetimeFigureOut">
              <a:rPr kumimoji="1" lang="ja-JP" altLang="en-US" smtClean="0"/>
              <a:t>2026/7/31</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34" tIns="45717" rIns="91434" bIns="45717" rtlCol="0" anchor="ctr"/>
          <a:lstStyle/>
          <a:p>
            <a:endParaRPr lang="ja-JP" altLang="en-US"/>
          </a:p>
        </p:txBody>
      </p:sp>
      <p:sp>
        <p:nvSpPr>
          <p:cNvPr id="5" name="ノート プレースホルダー 4"/>
          <p:cNvSpPr>
            <a:spLocks noGrp="1"/>
          </p:cNvSpPr>
          <p:nvPr>
            <p:ph type="body" sz="quarter" idx="3"/>
          </p:nvPr>
        </p:nvSpPr>
        <p:spPr>
          <a:xfrm>
            <a:off x="673577" y="4748164"/>
            <a:ext cx="5388610" cy="3884861"/>
          </a:xfrm>
          <a:prstGeom prst="rect">
            <a:avLst/>
          </a:prstGeom>
        </p:spPr>
        <p:txBody>
          <a:bodyPr vert="horz" lIns="91434" tIns="45717" rIns="91434" bIns="4571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6"/>
            <a:ext cx="2918831" cy="495028"/>
          </a:xfrm>
          <a:prstGeom prst="rect">
            <a:avLst/>
          </a:prstGeom>
        </p:spPr>
        <p:txBody>
          <a:bodyPr vert="horz" lIns="91434" tIns="45717" rIns="91434" bIns="4571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4" y="9371286"/>
            <a:ext cx="2918831" cy="495028"/>
          </a:xfrm>
          <a:prstGeom prst="rect">
            <a:avLst/>
          </a:prstGeom>
        </p:spPr>
        <p:txBody>
          <a:bodyPr vert="horz" lIns="91434" tIns="45717" rIns="91434" bIns="45717" rtlCol="0" anchor="b"/>
          <a:lstStyle>
            <a:lvl1pPr algn="r">
              <a:defRPr sz="1200"/>
            </a:lvl1pPr>
          </a:lstStyle>
          <a:p>
            <a:fld id="{DC01644C-2238-481D-829D-5B70BE41F101}" type="slidenum">
              <a:rPr kumimoji="1" lang="ja-JP" altLang="en-US" smtClean="0"/>
              <a:t>‹#›</a:t>
            </a:fld>
            <a:endParaRPr kumimoji="1" lang="ja-JP" altLang="en-US"/>
          </a:p>
        </p:txBody>
      </p:sp>
    </p:spTree>
    <p:extLst>
      <p:ext uri="{BB962C8B-B14F-4D97-AF65-F5344CB8AC3E}">
        <p14:creationId xmlns:p14="http://schemas.microsoft.com/office/powerpoint/2010/main" val="3533447775"/>
      </p:ext>
    </p:extLst>
  </p:cSld>
  <p:clrMap bg1="lt1" tx1="dk1" bg2="lt2" tx2="dk2" accent1="accent1" accent2="accent2" accent3="accent3" accent4="accent4" accent5="accent5" accent6="accent6" hlink="hlink" folHlink="folHlink"/>
  <p:notesStyle>
    <a:lvl1pPr marL="0" algn="l" defTabSz="779163" rtl="0" eaLnBrk="1" latinLnBrk="0" hangingPunct="1">
      <a:defRPr kumimoji="1" sz="1000" kern="1200">
        <a:solidFill>
          <a:schemeClr val="tx1"/>
        </a:solidFill>
        <a:latin typeface="+mn-lt"/>
        <a:ea typeface="+mn-ea"/>
        <a:cs typeface="+mn-cs"/>
      </a:defRPr>
    </a:lvl1pPr>
    <a:lvl2pPr marL="389582" algn="l" defTabSz="779163" rtl="0" eaLnBrk="1" latinLnBrk="0" hangingPunct="1">
      <a:defRPr kumimoji="1" sz="1000" kern="1200">
        <a:solidFill>
          <a:schemeClr val="tx1"/>
        </a:solidFill>
        <a:latin typeface="+mn-lt"/>
        <a:ea typeface="+mn-ea"/>
        <a:cs typeface="+mn-cs"/>
      </a:defRPr>
    </a:lvl2pPr>
    <a:lvl3pPr marL="779163" algn="l" defTabSz="779163" rtl="0" eaLnBrk="1" latinLnBrk="0" hangingPunct="1">
      <a:defRPr kumimoji="1" sz="1000" kern="1200">
        <a:solidFill>
          <a:schemeClr val="tx1"/>
        </a:solidFill>
        <a:latin typeface="+mn-lt"/>
        <a:ea typeface="+mn-ea"/>
        <a:cs typeface="+mn-cs"/>
      </a:defRPr>
    </a:lvl3pPr>
    <a:lvl4pPr marL="1168745" algn="l" defTabSz="779163" rtl="0" eaLnBrk="1" latinLnBrk="0" hangingPunct="1">
      <a:defRPr kumimoji="1" sz="1000" kern="1200">
        <a:solidFill>
          <a:schemeClr val="tx1"/>
        </a:solidFill>
        <a:latin typeface="+mn-lt"/>
        <a:ea typeface="+mn-ea"/>
        <a:cs typeface="+mn-cs"/>
      </a:defRPr>
    </a:lvl4pPr>
    <a:lvl5pPr marL="1558326" algn="l" defTabSz="779163" rtl="0" eaLnBrk="1" latinLnBrk="0" hangingPunct="1">
      <a:defRPr kumimoji="1" sz="1000" kern="1200">
        <a:solidFill>
          <a:schemeClr val="tx1"/>
        </a:solidFill>
        <a:latin typeface="+mn-lt"/>
        <a:ea typeface="+mn-ea"/>
        <a:cs typeface="+mn-cs"/>
      </a:defRPr>
    </a:lvl5pPr>
    <a:lvl6pPr marL="1947908" algn="l" defTabSz="779163" rtl="0" eaLnBrk="1" latinLnBrk="0" hangingPunct="1">
      <a:defRPr kumimoji="1" sz="1000" kern="1200">
        <a:solidFill>
          <a:schemeClr val="tx1"/>
        </a:solidFill>
        <a:latin typeface="+mn-lt"/>
        <a:ea typeface="+mn-ea"/>
        <a:cs typeface="+mn-cs"/>
      </a:defRPr>
    </a:lvl6pPr>
    <a:lvl7pPr marL="2337489" algn="l" defTabSz="779163" rtl="0" eaLnBrk="1" latinLnBrk="0" hangingPunct="1">
      <a:defRPr kumimoji="1" sz="1000" kern="1200">
        <a:solidFill>
          <a:schemeClr val="tx1"/>
        </a:solidFill>
        <a:latin typeface="+mn-lt"/>
        <a:ea typeface="+mn-ea"/>
        <a:cs typeface="+mn-cs"/>
      </a:defRPr>
    </a:lvl7pPr>
    <a:lvl8pPr marL="2727071" algn="l" defTabSz="779163" rtl="0" eaLnBrk="1" latinLnBrk="0" hangingPunct="1">
      <a:defRPr kumimoji="1" sz="1000" kern="1200">
        <a:solidFill>
          <a:schemeClr val="tx1"/>
        </a:solidFill>
        <a:latin typeface="+mn-lt"/>
        <a:ea typeface="+mn-ea"/>
        <a:cs typeface="+mn-cs"/>
      </a:defRPr>
    </a:lvl8pPr>
    <a:lvl9pPr marL="3116652" algn="l" defTabSz="779163"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10"/>
          </p:nvPr>
        </p:nvSpPr>
        <p:spPr/>
        <p:txBody>
          <a:bodyPr/>
          <a:lstStyle/>
          <a:p>
            <a:fld id="{DC01644C-2238-481D-829D-5B70BE41F101}" type="slidenum">
              <a:rPr kumimoji="1" lang="ja-JP" altLang="en-US" smtClean="0"/>
              <a:t>1</a:t>
            </a:fld>
            <a:endParaRPr kumimoji="1" lang="ja-JP" altLang="en-US"/>
          </a:p>
        </p:txBody>
      </p:sp>
    </p:spTree>
    <p:extLst>
      <p:ext uri="{BB962C8B-B14F-4D97-AF65-F5344CB8AC3E}">
        <p14:creationId xmlns:p14="http://schemas.microsoft.com/office/powerpoint/2010/main" val="1367852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DA76-0587-F69D-FF24-5A800A0DFB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6766E2-9524-6B3A-6F6B-F32FECBF2EB5}"/>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699E19D-A7A3-16A9-42AD-822A52DD0766}"/>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2BB639-BB21-A534-66B2-6E48C17DBAE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AAE0407C-2E4B-160E-AB9E-215945EE15C9}"/>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2</a:t>
            </a:fld>
            <a:endParaRPr lang="en-US" altLang="ja-JP">
              <a:solidFill>
                <a:srgbClr val="000000"/>
              </a:solidFill>
            </a:endParaRPr>
          </a:p>
        </p:txBody>
      </p:sp>
    </p:spTree>
    <p:extLst>
      <p:ext uri="{BB962C8B-B14F-4D97-AF65-F5344CB8AC3E}">
        <p14:creationId xmlns:p14="http://schemas.microsoft.com/office/powerpoint/2010/main" val="1980460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ED24-1AF9-DA94-7BAF-E13AB71C37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2DF5DC-89EC-5039-CC74-C460316EA551}"/>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011BFDAB-3B08-CF5F-25D3-B2165824093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FC7D374F-91E3-2720-9B43-F7B52F408C9F}"/>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8C7C0EA-45B7-3E4F-A520-0E698BB4BD1D}"/>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3</a:t>
            </a:fld>
            <a:endParaRPr lang="en-US" altLang="ja-JP">
              <a:solidFill>
                <a:srgbClr val="000000"/>
              </a:solidFill>
            </a:endParaRPr>
          </a:p>
        </p:txBody>
      </p:sp>
    </p:spTree>
    <p:extLst>
      <p:ext uri="{BB962C8B-B14F-4D97-AF65-F5344CB8AC3E}">
        <p14:creationId xmlns:p14="http://schemas.microsoft.com/office/powerpoint/2010/main" val="3632713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4A74-A594-270A-F6A5-09FDF60886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597D25-E573-BF64-86FB-B744D5281F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A36BFC-837A-33D6-9687-0F88D51B3C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66912A-EFE0-AC4D-2DF9-0DD4FFB9F79C}"/>
              </a:ext>
            </a:extLst>
          </p:cNvPr>
          <p:cNvSpPr>
            <a:spLocks noGrp="1"/>
          </p:cNvSpPr>
          <p:nvPr>
            <p:ph type="sldNum" sz="quarter" idx="5"/>
          </p:nvPr>
        </p:nvSpPr>
        <p:spPr/>
        <p:txBody>
          <a:bodyPr/>
          <a:lstStyle/>
          <a:p>
            <a:fld id="{DC01644C-2238-481D-829D-5B70BE41F101}" type="slidenum">
              <a:rPr kumimoji="1" lang="ja-JP" altLang="en-US" smtClean="0"/>
              <a:t>4</a:t>
            </a:fld>
            <a:endParaRPr kumimoji="1" lang="ja-JP" altLang="en-US"/>
          </a:p>
        </p:txBody>
      </p:sp>
    </p:spTree>
    <p:extLst>
      <p:ext uri="{BB962C8B-B14F-4D97-AF65-F5344CB8AC3E}">
        <p14:creationId xmlns:p14="http://schemas.microsoft.com/office/powerpoint/2010/main" val="1300332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5432-E78D-31A4-E801-7278427DD8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AA3F07-1202-3CBE-C5A2-CF30E33B5B99}"/>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94473E5-ECBC-0588-3090-3590A0F826B1}"/>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6DCDC2D4-CD28-87BB-EEC1-2638D1B7BD99}"/>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6B585A7-7F51-7123-4546-66DC42C94FF5}"/>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5</a:t>
            </a:fld>
            <a:endParaRPr lang="en-US" altLang="ja-JP">
              <a:solidFill>
                <a:srgbClr val="000000"/>
              </a:solidFill>
            </a:endParaRPr>
          </a:p>
        </p:txBody>
      </p:sp>
    </p:spTree>
    <p:extLst>
      <p:ext uri="{BB962C8B-B14F-4D97-AF65-F5344CB8AC3E}">
        <p14:creationId xmlns:p14="http://schemas.microsoft.com/office/powerpoint/2010/main" val="533819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305-4B61-4D5C-1C74-42B564EB07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965529-6965-0C5C-FB6F-A9C48A0EC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AC26E9-8134-DCEF-932C-9A6C7E1F7B5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DA8952-6F15-9EF5-D72C-D093F7918542}"/>
              </a:ext>
            </a:extLst>
          </p:cNvPr>
          <p:cNvSpPr>
            <a:spLocks noGrp="1"/>
          </p:cNvSpPr>
          <p:nvPr>
            <p:ph type="sldNum" sz="quarter" idx="5"/>
          </p:nvPr>
        </p:nvSpPr>
        <p:spPr/>
        <p:txBody>
          <a:bodyPr/>
          <a:lstStyle/>
          <a:p>
            <a:fld id="{DC01644C-2238-481D-829D-5B70BE41F101}" type="slidenum">
              <a:rPr kumimoji="1" lang="ja-JP" altLang="en-US" smtClean="0"/>
              <a:t>6</a:t>
            </a:fld>
            <a:endParaRPr kumimoji="1" lang="ja-JP" altLang="en-US"/>
          </a:p>
        </p:txBody>
      </p:sp>
    </p:spTree>
    <p:extLst>
      <p:ext uri="{BB962C8B-B14F-4D97-AF65-F5344CB8AC3E}">
        <p14:creationId xmlns:p14="http://schemas.microsoft.com/office/powerpoint/2010/main" val="1862973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A646-B329-5E98-87B8-E05C3F08EB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68C499-41B4-34DA-139F-ED18C1D9B11D}"/>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2B7B686-648C-A8C5-68B0-62BFC5C3C805}"/>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92D0FEDE-9E26-8DD6-E732-E66648938E03}"/>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8ECC8963-E9FB-38A9-87DA-1052835F65F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7</a:t>
            </a:fld>
            <a:endParaRPr lang="en-US" altLang="ja-JP">
              <a:solidFill>
                <a:srgbClr val="000000"/>
              </a:solidFill>
            </a:endParaRPr>
          </a:p>
        </p:txBody>
      </p:sp>
    </p:spTree>
    <p:extLst>
      <p:ext uri="{BB962C8B-B14F-4D97-AF65-F5344CB8AC3E}">
        <p14:creationId xmlns:p14="http://schemas.microsoft.com/office/powerpoint/2010/main" val="368660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9147-C534-E2C1-45E0-1DA529B4FC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C1600-7DEB-FB95-08A1-398A656CF633}"/>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55D99572-BF96-B2AA-5A96-E99D7CB68BB8}"/>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85100BD1-40FD-3458-D985-040371D9370C}"/>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F3C81472-4990-6841-3416-121E5FB1C0C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8</a:t>
            </a:fld>
            <a:endParaRPr lang="en-US" altLang="ja-JP">
              <a:solidFill>
                <a:srgbClr val="000000"/>
              </a:solidFill>
            </a:endParaRPr>
          </a:p>
        </p:txBody>
      </p:sp>
    </p:spTree>
    <p:extLst>
      <p:ext uri="{BB962C8B-B14F-4D97-AF65-F5344CB8AC3E}">
        <p14:creationId xmlns:p14="http://schemas.microsoft.com/office/powerpoint/2010/main" val="2944579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0D17-AD3A-4BBC-FBB2-FB60E02A32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B3DE9-0E48-2064-9103-D5331389027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19CAB6AA-A8B4-2809-8CBA-9039237B90C0}"/>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3E068407-3AF7-2C41-2BEF-B76782BD283B}"/>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120E225C-E05B-0A78-A8D1-0D069ECCEEA8}"/>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9</a:t>
            </a:fld>
            <a:endParaRPr lang="en-US" altLang="ja-JP">
              <a:solidFill>
                <a:srgbClr val="000000"/>
              </a:solidFill>
            </a:endParaRPr>
          </a:p>
        </p:txBody>
      </p:sp>
    </p:spTree>
    <p:extLst>
      <p:ext uri="{BB962C8B-B14F-4D97-AF65-F5344CB8AC3E}">
        <p14:creationId xmlns:p14="http://schemas.microsoft.com/office/powerpoint/2010/main" val="115429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6A82-88BA-1B97-9BA5-3E712556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E3660A-83D4-22DC-2A7A-63D827747210}"/>
              </a:ext>
            </a:extLst>
          </p:cNvPr>
          <p:cNvSpPr>
            <a:spLocks noGrp="1" noRot="1" noChangeAspect="1"/>
          </p:cNvSpPr>
          <p:nvPr>
            <p:ph type="sldImg"/>
          </p:nvPr>
        </p:nvSpPr>
        <p:spPr>
          <a:xfrm>
            <a:off x="409575" y="1233488"/>
            <a:ext cx="5916613" cy="3328987"/>
          </a:xfrm>
        </p:spPr>
      </p:sp>
      <p:sp>
        <p:nvSpPr>
          <p:cNvPr id="3" name="ノート プレースホルダー 2">
            <a:extLst>
              <a:ext uri="{FF2B5EF4-FFF2-40B4-BE49-F238E27FC236}">
                <a16:creationId xmlns:a16="http://schemas.microsoft.com/office/drawing/2014/main" id="{F32E20C5-042D-95B9-BD30-E998A750D8BA}"/>
              </a:ext>
            </a:extLst>
          </p:cNvPr>
          <p:cNvSpPr>
            <a:spLocks noGrp="1"/>
          </p:cNvSpPr>
          <p:nvPr>
            <p:ph type="body"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13A1A46-2712-8D98-BFF1-D3A577311327}"/>
              </a:ext>
            </a:extLst>
          </p:cNvPr>
          <p:cNvSpPr>
            <a:spLocks noGrp="1"/>
          </p:cNvSpPr>
          <p:nvPr>
            <p:ph type="dt" idx="10"/>
          </p:nvPr>
        </p:nvSpPr>
        <p:spPr/>
        <p:txBody>
          <a:bodyPr/>
          <a:lstStyle/>
          <a:p>
            <a:r>
              <a:rPr lang="ja-JP" altLang="en-US">
                <a:solidFill>
                  <a:srgbClr val="000000"/>
                </a:solidFill>
              </a:rPr>
              <a:t>2010/XX/XX</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7CEBC4E2-DB1B-8D08-FA91-2AE2A1F744D6}"/>
              </a:ext>
            </a:extLst>
          </p:cNvPr>
          <p:cNvSpPr>
            <a:spLocks noGrp="1"/>
          </p:cNvSpPr>
          <p:nvPr>
            <p:ph type="sldNum" sz="quarter" idx="11"/>
          </p:nvPr>
        </p:nvSpPr>
        <p:spPr/>
        <p:txBody>
          <a:bodyPr/>
          <a:lstStyle/>
          <a:p>
            <a:fld id="{5E9AF675-972C-48C2-A11D-0BAB7A64330E}" type="slidenum">
              <a:rPr lang="en-US" altLang="ja-JP" smtClean="0">
                <a:solidFill>
                  <a:srgbClr val="000000"/>
                </a:solidFill>
              </a:rPr>
              <a:pPr/>
              <a:t>10</a:t>
            </a:fld>
            <a:endParaRPr lang="en-US" altLang="ja-JP">
              <a:solidFill>
                <a:srgbClr val="000000"/>
              </a:solidFill>
            </a:endParaRPr>
          </a:p>
        </p:txBody>
      </p:sp>
    </p:spTree>
    <p:extLst>
      <p:ext uri="{BB962C8B-B14F-4D97-AF65-F5344CB8AC3E}">
        <p14:creationId xmlns:p14="http://schemas.microsoft.com/office/powerpoint/2010/main" val="6641540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1"/>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34E5102-D1CA-3F6A-58E5-66711485C20C}"/>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92995" name="Rectangle 3"/>
          <p:cNvSpPr>
            <a:spLocks noGrp="1" noChangeArrowheads="1"/>
          </p:cNvSpPr>
          <p:nvPr>
            <p:ph type="ctrTitle"/>
          </p:nvPr>
        </p:nvSpPr>
        <p:spPr>
          <a:xfrm>
            <a:off x="958362" y="1456136"/>
            <a:ext cx="8009792" cy="665559"/>
          </a:xfrm>
          <a:extLst>
            <a:ext uri="{909E8E84-426E-40DD-AFC4-6F175D3DCCD1}">
              <a14:hiddenFill xmlns:a14="http://schemas.microsoft.com/office/drawing/2010/main">
                <a:solidFill>
                  <a:srgbClr val="003366"/>
                </a:solidFill>
              </a14:hiddenFill>
            </a:ext>
          </a:extLst>
        </p:spPr>
        <p:txBody>
          <a:bodyPr tIns="38958" anchor="ctr"/>
          <a:lstStyle>
            <a:lvl1pPr>
              <a:defRPr sz="34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タイトルの書式設定</a:t>
            </a:r>
          </a:p>
        </p:txBody>
      </p:sp>
      <p:sp>
        <p:nvSpPr>
          <p:cNvPr id="1492996" name="Rectangle 4"/>
          <p:cNvSpPr>
            <a:spLocks noGrp="1" noChangeArrowheads="1"/>
          </p:cNvSpPr>
          <p:nvPr>
            <p:ph type="subTitle" idx="1"/>
          </p:nvPr>
        </p:nvSpPr>
        <p:spPr>
          <a:xfrm>
            <a:off x="1009651" y="3090863"/>
            <a:ext cx="7923334" cy="540342"/>
          </a:xfrm>
        </p:spPr>
        <p:txBody>
          <a:bodyPr/>
          <a:lstStyle>
            <a:lvl1pPr marL="0" indent="0">
              <a:buFont typeface="Wingdings" pitchFamily="2" charset="2"/>
              <a:buNone/>
              <a:defRPr sz="2400">
                <a:solidFill>
                  <a:schemeClr val="tx1">
                    <a:lumMod val="50000"/>
                    <a:lumOff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noProof="0"/>
              <a:t>マスタ サブタイトルの書式設定</a:t>
            </a:r>
          </a:p>
        </p:txBody>
      </p:sp>
      <p:sp>
        <p:nvSpPr>
          <p:cNvPr id="1492997" name="Rectangle 5"/>
          <p:cNvSpPr>
            <a:spLocks noChangeArrowheads="1"/>
          </p:cNvSpPr>
          <p:nvPr/>
        </p:nvSpPr>
        <p:spPr bwMode="auto">
          <a:xfrm>
            <a:off x="838200" y="1428750"/>
            <a:ext cx="77724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lIns="77916" tIns="38958" rIns="77916" bIns="38958" anchor="b"/>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8" name="Rectangle 6"/>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2999" name="Rectangle 7"/>
          <p:cNvSpPr>
            <a:spLocks noChangeArrowheads="1"/>
          </p:cNvSpPr>
          <p:nvPr/>
        </p:nvSpPr>
        <p:spPr bwMode="auto">
          <a:xfrm>
            <a:off x="1676401" y="3714750"/>
            <a:ext cx="610186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ja-JP" sz="2000">
              <a:solidFill>
                <a:srgbClr val="000000"/>
              </a:solidFill>
              <a:latin typeface="Times New Roman" pitchFamily="18" charset="0"/>
            </a:endParaRPr>
          </a:p>
        </p:txBody>
      </p:sp>
      <p:sp>
        <p:nvSpPr>
          <p:cNvPr id="1493015" name="Line 23"/>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pic>
        <p:nvPicPr>
          <p:cNvPr id="1026" name="Picture 2" descr="三菱CC研究会 Mitsubishi Computer Communication Research Associa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1"/>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
        <p:nvSpPr>
          <p:cNvPr id="4" name="正方形/長方形 3">
            <a:extLst>
              <a:ext uri="{FF2B5EF4-FFF2-40B4-BE49-F238E27FC236}">
                <a16:creationId xmlns:a16="http://schemas.microsoft.com/office/drawing/2014/main" id="{6FCCFC2E-B33C-E329-022A-E77BD53CEFE7}"/>
              </a:ext>
            </a:extLst>
          </p:cNvPr>
          <p:cNvSpPr/>
          <p:nvPr userDrawn="1"/>
        </p:nvSpPr>
        <p:spPr bwMode="auto">
          <a:xfrm>
            <a:off x="865573" y="1450651"/>
            <a:ext cx="88858" cy="680847"/>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3AB45DCA-ED2D-835D-CDDD-C75F42AB0A82}"/>
              </a:ext>
            </a:extLst>
          </p:cNvPr>
          <p:cNvSpPr/>
          <p:nvPr userDrawn="1"/>
        </p:nvSpPr>
        <p:spPr bwMode="auto">
          <a:xfrm>
            <a:off x="865573" y="3044785"/>
            <a:ext cx="88857" cy="1131616"/>
          </a:xfrm>
          <a:prstGeom prst="rect">
            <a:avLst/>
          </a:prstGeom>
          <a:solidFill>
            <a:srgbClr val="0060C4"/>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8579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a:t>
            </a:fld>
            <a:endParaRPr lang="en-US" altLang="ja-JP">
              <a:solidFill>
                <a:srgbClr val="FFFFFF"/>
              </a:solidFill>
            </a:endParaRPr>
          </a:p>
        </p:txBody>
      </p:sp>
      <p:sp>
        <p:nvSpPr>
          <p:cNvPr id="11"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6" name="タイトル 1"/>
          <p:cNvSpPr>
            <a:spLocks noGrp="1"/>
          </p:cNvSpPr>
          <p:nvPr>
            <p:ph type="title"/>
          </p:nvPr>
        </p:nvSpPr>
        <p:spPr>
          <a:xfrm>
            <a:off x="113386" y="45577"/>
            <a:ext cx="7281603" cy="316706"/>
          </a:xfrm>
        </p:spPr>
        <p:txBody>
          <a:bodyPr/>
          <a:lstStyle/>
          <a:p>
            <a:endParaRPr kumimoji="1" lang="ja-JP" altLang="en-US"/>
          </a:p>
        </p:txBody>
      </p:sp>
    </p:spTree>
    <p:extLst>
      <p:ext uri="{BB962C8B-B14F-4D97-AF65-F5344CB8AC3E}">
        <p14:creationId xmlns:p14="http://schemas.microsoft.com/office/powerpoint/2010/main" val="41175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90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433A3B-7100-B6A7-795D-4ADB208076BD}"/>
              </a:ext>
            </a:extLst>
          </p:cNvPr>
          <p:cNvGraphicFramePr>
            <a:graphicFrameLocks/>
          </p:cNvGraphicFramePr>
          <p:nvPr userDrawn="1">
            <p:custDataLst>
              <p:tags r:id="rId5"/>
            </p:custDataLst>
            <p:extLst>
              <p:ext uri="{D42A27DB-BD31-4B8C-83A1-F6EECF244321}">
                <p14:modId xmlns:p14="http://schemas.microsoft.com/office/powerpoint/2010/main" val="1111440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78" imgH="486" progId="TCLayout.ActiveDocument.1">
                  <p:embed/>
                </p:oleObj>
              </mc:Choice>
              <mc:Fallback>
                <p:oleObj name="think-cellスライド" r:id="rId6" imgW="478" imgH="486" progId="TCLayout.ActiveDocument.1">
                  <p:embed/>
                  <p:pic>
                    <p:nvPicPr>
                      <p:cNvPr id="5" name="think-cell data - do not delete" hidden="1">
                        <a:extLst>
                          <a:ext uri="{FF2B5EF4-FFF2-40B4-BE49-F238E27FC236}">
                            <a16:creationId xmlns:a16="http://schemas.microsoft.com/office/drawing/2014/main" id="{E4433A3B-7100-B6A7-795D-4ADB208076B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491970" name="Rectangle 2"/>
          <p:cNvSpPr>
            <a:spLocks noGrp="1" noChangeArrowheads="1"/>
          </p:cNvSpPr>
          <p:nvPr>
            <p:ph type="body" idx="1"/>
          </p:nvPr>
        </p:nvSpPr>
        <p:spPr bwMode="auto">
          <a:xfrm>
            <a:off x="124864" y="288131"/>
            <a:ext cx="8919906" cy="367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38958" rIns="77916" bIns="38958" numCol="1" anchor="t" anchorCtr="0" compatLnSpc="1">
            <a:prstTxWarp prst="textNoShape">
              <a:avLst/>
            </a:prstTxWarp>
            <a:spAutoFit/>
          </a:bodyPr>
          <a:lstStyle/>
          <a:p>
            <a:pPr lvl="0"/>
            <a:r>
              <a:rPr lang="ja-JP" altLang="en-US"/>
              <a:t>マスタ テキストの書式設定</a:t>
            </a:r>
          </a:p>
        </p:txBody>
      </p:sp>
      <p:sp>
        <p:nvSpPr>
          <p:cNvPr id="1491977" name="Rectangle 9"/>
          <p:cNvSpPr>
            <a:spLocks noGrp="1" noChangeArrowheads="1"/>
          </p:cNvSpPr>
          <p:nvPr>
            <p:ph type="title"/>
          </p:nvPr>
        </p:nvSpPr>
        <p:spPr bwMode="auto">
          <a:xfrm>
            <a:off x="124864" y="14869"/>
            <a:ext cx="7258160" cy="31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0" rIns="77916" bIns="38958" numCol="1" anchor="ctr" anchorCtr="0" compatLnSpc="1">
            <a:prstTxWarp prst="textNoShape">
              <a:avLst/>
            </a:prstTxWarp>
          </a:bodyPr>
          <a:lstStyle/>
          <a:p>
            <a:pPr lvl="0"/>
            <a:r>
              <a:rPr lang="ja-JP" altLang="en-US"/>
              <a:t>マスタ タイトルの書式設定</a:t>
            </a:r>
          </a:p>
        </p:txBody>
      </p:sp>
      <p:sp>
        <p:nvSpPr>
          <p:cNvPr id="1491979" name="Rectangle 11"/>
          <p:cNvSpPr>
            <a:spLocks noGrp="1" noChangeArrowheads="1"/>
          </p:cNvSpPr>
          <p:nvPr>
            <p:ph type="ftr" sz="quarter" idx="3"/>
          </p:nvPr>
        </p:nvSpPr>
        <p:spPr bwMode="auto">
          <a:xfrm>
            <a:off x="2382717" y="4963716"/>
            <a:ext cx="597730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r>
              <a:rPr lang="en-US" altLang="ja-JP">
                <a:solidFill>
                  <a:srgbClr val="FFFFFF"/>
                </a:solidFill>
              </a:rPr>
              <a:t>Copyright 2015 Mitsubishi Corporation IT Planning Dept. All rights reserved.  Proprietary &amp; Confidential</a:t>
            </a:r>
          </a:p>
        </p:txBody>
      </p:sp>
      <p:sp>
        <p:nvSpPr>
          <p:cNvPr id="1491980" name="Rectangle 12"/>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n-lt"/>
              </a:defRPr>
            </a:lvl1pPr>
          </a:lstStyle>
          <a:p>
            <a:pPr fontAlgn="base">
              <a:spcBef>
                <a:spcPct val="0"/>
              </a:spcBef>
              <a:spcAft>
                <a:spcPct val="0"/>
              </a:spcAft>
            </a:pPr>
            <a:fld id="{5CE835A6-4A53-49E7-9E15-10ED7101D083}" type="slidenum">
              <a:rPr lang="en-US" altLang="ja-JP">
                <a:solidFill>
                  <a:srgbClr val="FFFFFF"/>
                </a:solidFill>
              </a:rPr>
              <a:pPr fontAlgn="base">
                <a:spcBef>
                  <a:spcPct val="0"/>
                </a:spcBef>
                <a:spcAft>
                  <a:spcPct val="0"/>
                </a:spcAft>
              </a:pPr>
              <a:t>‹#›</a:t>
            </a:fld>
            <a:endParaRPr lang="en-US" altLang="ja-JP">
              <a:solidFill>
                <a:srgbClr val="FFFFFF"/>
              </a:solidFill>
            </a:endParaRPr>
          </a:p>
        </p:txBody>
      </p:sp>
      <p:sp>
        <p:nvSpPr>
          <p:cNvPr id="1491985" name="Line 17"/>
          <p:cNvSpPr>
            <a:spLocks noChangeShapeType="1"/>
          </p:cNvSpPr>
          <p:nvPr userDrawn="1"/>
        </p:nvSpPr>
        <p:spPr bwMode="auto">
          <a:xfrm>
            <a:off x="8629650" y="4969670"/>
            <a:ext cx="0" cy="173831"/>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1491989" name="Line 21"/>
          <p:cNvSpPr>
            <a:spLocks noChangeShapeType="1"/>
          </p:cNvSpPr>
          <p:nvPr userDrawn="1"/>
        </p:nvSpPr>
        <p:spPr bwMode="auto">
          <a:xfrm>
            <a:off x="0" y="323123"/>
            <a:ext cx="9144000" cy="119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7916" tIns="38958" rIns="77916" bIns="38958"/>
          <a:lstStyle/>
          <a:p>
            <a:pPr fontAlgn="base">
              <a:spcBef>
                <a:spcPct val="0"/>
              </a:spcBef>
              <a:spcAft>
                <a:spcPct val="0"/>
              </a:spcAft>
            </a:pPr>
            <a:endParaRPr lang="ja-JP" altLang="en-US" sz="900">
              <a:solidFill>
                <a:srgbClr val="000000"/>
              </a:solidFill>
              <a:latin typeface="Arial" charset="0"/>
            </a:endParaRPr>
          </a:p>
        </p:txBody>
      </p:sp>
      <p:sp>
        <p:nvSpPr>
          <p:cNvPr id="2" name="日付プレースホルダー 1"/>
          <p:cNvSpPr>
            <a:spLocks noGrp="1"/>
          </p:cNvSpPr>
          <p:nvPr>
            <p:ph type="dt" sz="half" idx="2"/>
          </p:nvPr>
        </p:nvSpPr>
        <p:spPr>
          <a:xfrm>
            <a:off x="0" y="4956463"/>
            <a:ext cx="2057400" cy="187039"/>
          </a:xfrm>
          <a:prstGeom prst="rect">
            <a:avLst/>
          </a:prstGeom>
        </p:spPr>
        <p:txBody>
          <a:bodyPr vert="horz" lIns="77916" tIns="38958" rIns="77916" bIns="38958" rtlCol="0" anchor="ctr"/>
          <a:lstStyle>
            <a:lvl1pPr algn="l">
              <a:defRPr sz="800">
                <a:solidFill>
                  <a:schemeClr val="bg1"/>
                </a:solidFill>
              </a:defRPr>
            </a:lvl1pPr>
          </a:lstStyle>
          <a:p>
            <a:pPr fontAlgn="base">
              <a:spcBef>
                <a:spcPct val="0"/>
              </a:spcBef>
              <a:spcAft>
                <a:spcPct val="0"/>
              </a:spcAft>
            </a:pPr>
            <a:fld id="{228BF670-20B2-4051-8460-6C923474228A}" type="datetimeFigureOut">
              <a:rPr lang="ja-JP" altLang="en-US" smtClean="0">
                <a:solidFill>
                  <a:srgbClr val="FFFFFF"/>
                </a:solidFill>
                <a:latin typeface="Arial" charset="0"/>
              </a:rPr>
              <a:pPr fontAlgn="base">
                <a:spcBef>
                  <a:spcPct val="0"/>
                </a:spcBef>
                <a:spcAft>
                  <a:spcPct val="0"/>
                </a:spcAft>
              </a:pPr>
              <a:t>2026/7/31</a:t>
            </a:fld>
            <a:endParaRPr lang="ja-JP" altLang="en-US">
              <a:solidFill>
                <a:srgbClr val="FFFFFF"/>
              </a:solidFill>
              <a:latin typeface="Arial" charset="0"/>
            </a:endParaRPr>
          </a:p>
        </p:txBody>
      </p:sp>
      <p:pic>
        <p:nvPicPr>
          <p:cNvPr id="14" name="Picture 2" descr="三菱CC研究会 Mitsubishi Computer Communication Research Association"/>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521155" y="33337"/>
            <a:ext cx="3411415" cy="250032"/>
          </a:xfrm>
          <a:prstGeom prst="rect">
            <a:avLst/>
          </a:prstGeom>
          <a:noFill/>
          <a:extLst>
            <a:ext uri="{909E8E84-426E-40DD-AFC4-6F175D3DCCD1}">
              <a14:hiddenFill xmlns:a14="http://schemas.microsoft.com/office/drawing/2010/main">
                <a:solidFill>
                  <a:srgbClr val="FFFFFF"/>
                </a:solidFill>
              </a14:hiddenFill>
            </a:ext>
          </a:extLst>
        </p:spPr>
      </p:pic>
      <p:sp>
        <p:nvSpPr>
          <p:cNvPr id="3" name="正方形/長方形 2">
            <a:extLst>
              <a:ext uri="{FF2B5EF4-FFF2-40B4-BE49-F238E27FC236}">
                <a16:creationId xmlns:a16="http://schemas.microsoft.com/office/drawing/2014/main" id="{E0B9366B-76DA-56A2-B2F2-69EF5B74BD39}"/>
              </a:ext>
            </a:extLst>
          </p:cNvPr>
          <p:cNvSpPr/>
          <p:nvPr userDrawn="1"/>
        </p:nvSpPr>
        <p:spPr bwMode="auto">
          <a:xfrm>
            <a:off x="-7263" y="4970529"/>
            <a:ext cx="9144000" cy="178594"/>
          </a:xfrm>
          <a:prstGeom prst="rect">
            <a:avLst/>
          </a:prstGeom>
          <a:solidFill>
            <a:srgbClr val="40587D"/>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Rectangle 11">
            <a:extLst>
              <a:ext uri="{FF2B5EF4-FFF2-40B4-BE49-F238E27FC236}">
                <a16:creationId xmlns:a16="http://schemas.microsoft.com/office/drawing/2014/main" id="{29D834C6-DD7F-3F62-7A95-BF2ABB2602FF}"/>
              </a:ext>
            </a:extLst>
          </p:cNvPr>
          <p:cNvSpPr txBox="1">
            <a:spLocks noChangeArrowheads="1"/>
          </p:cNvSpPr>
          <p:nvPr userDrawn="1"/>
        </p:nvSpPr>
        <p:spPr bwMode="auto">
          <a:xfrm>
            <a:off x="2083852" y="4963716"/>
            <a:ext cx="6575034" cy="17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r" defTabSz="914400" rtl="0" eaLnBrk="1" latinLnBrk="0" hangingPunct="1">
              <a:defRPr kumimoji="1" sz="90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FFFFF"/>
                </a:solidFill>
              </a:rPr>
              <a:t>Copyright  Mitsubishi Computer Communication Research Association All rights reserved.  Proprietary &amp; Confidential</a:t>
            </a:r>
          </a:p>
        </p:txBody>
      </p:sp>
    </p:spTree>
    <p:extLst>
      <p:ext uri="{BB962C8B-B14F-4D97-AF65-F5344CB8AC3E}">
        <p14:creationId xmlns:p14="http://schemas.microsoft.com/office/powerpoint/2010/main" val="39330150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1" r:id="rId3"/>
  </p:sldLayoutIdLst>
  <p:hf hdr="0"/>
  <p:txStyles>
    <p:titleStyle>
      <a:lvl1pPr algn="l" rtl="0" fontAlgn="base">
        <a:lnSpc>
          <a:spcPct val="115000"/>
        </a:lnSpc>
        <a:spcBef>
          <a:spcPct val="0"/>
        </a:spcBef>
        <a:spcAft>
          <a:spcPct val="0"/>
        </a:spcAft>
        <a:defRPr kumimoji="1" sz="17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2pPr>
      <a:lvl3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3pPr>
      <a:lvl4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4pPr>
      <a:lvl5pPr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5pPr>
      <a:lvl6pPr marL="389582"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6pPr>
      <a:lvl7pPr marL="779163"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7pPr>
      <a:lvl8pPr marL="1168745"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8pPr>
      <a:lvl9pPr marL="1558326" algn="l" rtl="0" fontAlgn="base">
        <a:lnSpc>
          <a:spcPct val="115000"/>
        </a:lnSpc>
        <a:spcBef>
          <a:spcPct val="0"/>
        </a:spcBef>
        <a:spcAft>
          <a:spcPct val="0"/>
        </a:spcAft>
        <a:defRPr kumimoji="1" b="1">
          <a:solidFill>
            <a:schemeClr val="tx1"/>
          </a:solidFill>
          <a:latin typeface="ＭＳ Ｐゴシック" charset="-128"/>
          <a:ea typeface="ＭＳ Ｐゴシック" charset="-128"/>
        </a:defRPr>
      </a:lvl9pPr>
    </p:titleStyle>
    <p:bodyStyle>
      <a:lvl1pPr marL="0" indent="0" algn="l" rtl="0" fontAlgn="base">
        <a:lnSpc>
          <a:spcPct val="125000"/>
        </a:lnSpc>
        <a:spcBef>
          <a:spcPct val="5000"/>
        </a:spcBef>
        <a:spcAft>
          <a:spcPct val="0"/>
        </a:spcAft>
        <a:buClr>
          <a:schemeClr val="tx1"/>
        </a:buClr>
        <a:buFontTx/>
        <a:buNone/>
        <a:defRPr kumimoji="1" sz="1500" b="1">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30165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610075"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919845" indent="0" algn="l" rtl="0" fontAlgn="base">
        <a:lnSpc>
          <a:spcPct val="125000"/>
        </a:lnSpc>
        <a:spcBef>
          <a:spcPct val="5000"/>
        </a:spcBef>
        <a:spcAft>
          <a:spcPct val="0"/>
        </a:spcAft>
        <a:buClr>
          <a:schemeClr val="tx1"/>
        </a:buClr>
        <a:buSzPct val="80000"/>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228264" indent="0" algn="l" rtl="0" fontAlgn="base">
        <a:lnSpc>
          <a:spcPct val="125000"/>
        </a:lnSpc>
        <a:spcBef>
          <a:spcPct val="5000"/>
        </a:spcBef>
        <a:spcAft>
          <a:spcPct val="0"/>
        </a:spcAft>
        <a:buClr>
          <a:schemeClr val="tx1"/>
        </a:buClr>
        <a:buFontTx/>
        <a:buNone/>
        <a:defRPr kumimoji="1" sz="170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1762587"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6pPr>
      <a:lvl7pPr marL="2152168"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7pPr>
      <a:lvl8pPr marL="2541749"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8pPr>
      <a:lvl9pPr marL="2931330" indent="-144740" algn="l" rtl="0" fontAlgn="base">
        <a:lnSpc>
          <a:spcPct val="125000"/>
        </a:lnSpc>
        <a:spcBef>
          <a:spcPct val="5000"/>
        </a:spcBef>
        <a:spcAft>
          <a:spcPct val="0"/>
        </a:spcAft>
        <a:buClr>
          <a:schemeClr val="tx1"/>
        </a:buClr>
        <a:buChar char="•"/>
        <a:defRPr kumimoji="1" sz="1000">
          <a:solidFill>
            <a:schemeClr val="tx1"/>
          </a:solidFill>
          <a:latin typeface="+mn-lt"/>
          <a:ea typeface="+mn-ea"/>
        </a:defRPr>
      </a:lvl9pPr>
    </p:bodyStyle>
    <p:other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4.xml"/><Relationship Id="rId7" Type="http://schemas.openxmlformats.org/officeDocument/2006/relationships/diagramLayout" Target="../diagrams/layout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Data" Target="../diagrams/data1.xml"/><Relationship Id="rId11" Type="http://schemas.openxmlformats.org/officeDocument/2006/relationships/image" Target="../media/image4.png"/><Relationship Id="rId5" Type="http://schemas.openxmlformats.org/officeDocument/2006/relationships/image" Target="../media/image3.emf"/><Relationship Id="rId10" Type="http://schemas.microsoft.com/office/2007/relationships/diagramDrawing" Target="../diagrams/drawing1.xml"/><Relationship Id="rId4" Type="http://schemas.openxmlformats.org/officeDocument/2006/relationships/oleObject" Target="../embeddings/oleObject2.bin"/><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en-US" altLang="ja-JP" sz="2400" dirty="0">
                <a:solidFill>
                  <a:schemeClr val="tx1"/>
                </a:solidFill>
                <a:latin typeface="Meiryo UI"/>
                <a:ea typeface="Meiryo UI"/>
              </a:rPr>
              <a:t>AI</a:t>
            </a:r>
            <a:r>
              <a:rPr lang="ja-JP" altLang="en-US" sz="2400" dirty="0">
                <a:solidFill>
                  <a:schemeClr val="tx1"/>
                </a:solidFill>
                <a:latin typeface="Meiryo UI"/>
                <a:ea typeface="Meiryo UI"/>
              </a:rPr>
              <a:t>時代の「アジャイルとウォーターフォール」の進化に関する研究</a:t>
            </a:r>
            <a:br>
              <a:rPr lang="ja-JP" altLang="en-US" sz="2400" dirty="0">
                <a:latin typeface="Meiryo UI"/>
                <a:ea typeface="Meiryo UI"/>
              </a:rPr>
            </a:br>
            <a:r>
              <a:rPr lang="ja-JP" altLang="en-US" sz="2400" dirty="0">
                <a:solidFill>
                  <a:schemeClr val="tx1"/>
                </a:solidFill>
                <a:latin typeface="Meiryo UI"/>
                <a:ea typeface="Meiryo UI"/>
              </a:rPr>
              <a:t>　～</a:t>
            </a:r>
            <a:r>
              <a:rPr lang="ja-JP" altLang="en-US" sz="2400" dirty="0">
                <a:solidFill>
                  <a:srgbClr val="FF0000"/>
                </a:solidFill>
                <a:latin typeface="Meiryo UI"/>
                <a:ea typeface="Meiryo UI"/>
              </a:rPr>
              <a:t>サブタイトル</a:t>
            </a:r>
            <a:r>
              <a:rPr lang="ja-JP" altLang="en-US" sz="2400" dirty="0">
                <a:solidFill>
                  <a:schemeClr val="tx1"/>
                </a:solidFill>
                <a:latin typeface="Meiryo UI"/>
                <a:ea typeface="Meiryo UI"/>
              </a:rPr>
              <a:t>～</a:t>
            </a:r>
          </a:p>
        </p:txBody>
      </p:sp>
      <p:sp>
        <p:nvSpPr>
          <p:cNvPr id="3" name="サブタイトル 2"/>
          <p:cNvSpPr>
            <a:spLocks noGrp="1"/>
          </p:cNvSpPr>
          <p:nvPr>
            <p:ph type="subTitle" idx="1"/>
          </p:nvPr>
        </p:nvSpPr>
        <p:spPr>
          <a:xfrm>
            <a:off x="1009651" y="2962662"/>
            <a:ext cx="7923334" cy="1218348"/>
          </a:xfrm>
        </p:spPr>
        <p:txBody>
          <a:bodyPr/>
          <a:lstStyle/>
          <a:p>
            <a:pPr lvl="0"/>
            <a:r>
              <a:rPr lang="en-US" sz="2000" dirty="0">
                <a:solidFill>
                  <a:schemeClr val="tx1"/>
                </a:solidFill>
                <a:latin typeface="Meiryo UI"/>
                <a:ea typeface="Meiryo UI"/>
              </a:rPr>
              <a:t>2026</a:t>
            </a:r>
            <a:r>
              <a:rPr lang="ja-JP" sz="2000" dirty="0">
                <a:solidFill>
                  <a:schemeClr val="tx1"/>
                </a:solidFill>
                <a:latin typeface="Meiryo UI"/>
                <a:ea typeface="Meiryo UI"/>
              </a:rPr>
              <a:t>年</a:t>
            </a:r>
            <a:r>
              <a:rPr lang="en-US" altLang="ja-JP" sz="2000" dirty="0">
                <a:solidFill>
                  <a:schemeClr val="tx1"/>
                </a:solidFill>
                <a:latin typeface="Meiryo UI"/>
                <a:ea typeface="Meiryo UI"/>
              </a:rPr>
              <a:t>10</a:t>
            </a:r>
            <a:r>
              <a:rPr lang="ja-JP" sz="2000" dirty="0">
                <a:solidFill>
                  <a:schemeClr val="tx1"/>
                </a:solidFill>
                <a:latin typeface="Meiryo UI"/>
                <a:ea typeface="Meiryo UI"/>
              </a:rPr>
              <a:t>月</a:t>
            </a:r>
            <a:r>
              <a:rPr lang="ja-JP" altLang="en-US" sz="2000" dirty="0">
                <a:solidFill>
                  <a:schemeClr val="tx1"/>
                </a:solidFill>
                <a:latin typeface="Meiryo UI"/>
                <a:ea typeface="Meiryo UI"/>
              </a:rPr>
              <a:t>２</a:t>
            </a:r>
            <a:r>
              <a:rPr lang="ja-JP" sz="2000" dirty="0">
                <a:solidFill>
                  <a:schemeClr val="tx1"/>
                </a:solidFill>
                <a:latin typeface="Meiryo UI"/>
                <a:ea typeface="Meiryo UI"/>
              </a:rPr>
              <a:t>日</a:t>
            </a:r>
            <a:endParaRPr lang="en-US" sz="2000" b="0" dirty="0">
              <a:solidFill>
                <a:schemeClr val="tx1"/>
              </a:solidFill>
              <a:latin typeface="Meiryo UI"/>
              <a:ea typeface="Meiryo UI"/>
            </a:endParaRPr>
          </a:p>
          <a:p>
            <a:pPr lvl="0"/>
            <a:r>
              <a:rPr lang="en-US" sz="2000" dirty="0">
                <a:solidFill>
                  <a:schemeClr val="tx1"/>
                </a:solidFill>
                <a:latin typeface="Meiryo UI"/>
                <a:ea typeface="Meiryo UI"/>
              </a:rPr>
              <a:t>202</a:t>
            </a:r>
            <a:r>
              <a:rPr lang="en-US" altLang="ja-JP" sz="2000" dirty="0">
                <a:solidFill>
                  <a:schemeClr val="tx1"/>
                </a:solidFill>
                <a:latin typeface="Meiryo UI"/>
                <a:ea typeface="Meiryo UI"/>
              </a:rPr>
              <a:t>6</a:t>
            </a:r>
            <a:r>
              <a:rPr lang="ja-JP" sz="2000" dirty="0">
                <a:solidFill>
                  <a:schemeClr val="tx1"/>
                </a:solidFill>
                <a:latin typeface="Meiryo UI"/>
                <a:ea typeface="Meiryo UI"/>
              </a:rPr>
              <a:t>年度 三菱</a:t>
            </a:r>
            <a:r>
              <a:rPr lang="en-US" sz="2000" dirty="0">
                <a:solidFill>
                  <a:schemeClr val="tx1"/>
                </a:solidFill>
                <a:latin typeface="Meiryo UI"/>
                <a:ea typeface="Meiryo UI"/>
              </a:rPr>
              <a:t>CC</a:t>
            </a:r>
            <a:r>
              <a:rPr lang="ja-JP" sz="2000" dirty="0">
                <a:solidFill>
                  <a:schemeClr val="tx1"/>
                </a:solidFill>
                <a:latin typeface="Meiryo UI"/>
                <a:ea typeface="Meiryo UI"/>
              </a:rPr>
              <a:t>研究会 </a:t>
            </a:r>
            <a:r>
              <a:rPr lang="ja-JP" altLang="en-US" sz="2000" dirty="0">
                <a:solidFill>
                  <a:schemeClr val="tx1"/>
                </a:solidFill>
                <a:latin typeface="Meiryo UI"/>
                <a:ea typeface="Meiryo UI"/>
              </a:rPr>
              <a:t>中間</a:t>
            </a:r>
            <a:r>
              <a:rPr lang="ja-JP" sz="2000" dirty="0">
                <a:solidFill>
                  <a:schemeClr val="tx1"/>
                </a:solidFill>
                <a:latin typeface="Meiryo UI"/>
                <a:ea typeface="Meiryo UI"/>
              </a:rPr>
              <a:t>報告会 </a:t>
            </a:r>
            <a:endParaRPr lang="en-US" sz="2000" b="0" dirty="0">
              <a:solidFill>
                <a:schemeClr val="tx1"/>
              </a:solidFill>
              <a:latin typeface="Meiryo UI"/>
              <a:ea typeface="Meiryo UI"/>
            </a:endParaRPr>
          </a:p>
          <a:p>
            <a:r>
              <a:rPr lang="ja-JP" sz="2000" dirty="0">
                <a:solidFill>
                  <a:schemeClr val="tx1"/>
                </a:solidFill>
                <a:latin typeface="Meiryo UI"/>
                <a:ea typeface="Meiryo UI"/>
              </a:rPr>
              <a:t>第</a:t>
            </a:r>
            <a:r>
              <a:rPr lang="ja-JP" altLang="en-US" sz="2000" dirty="0">
                <a:solidFill>
                  <a:schemeClr val="tx1"/>
                </a:solidFill>
                <a:latin typeface="Meiryo UI"/>
                <a:ea typeface="Meiryo UI"/>
              </a:rPr>
              <a:t>３</a:t>
            </a:r>
            <a:r>
              <a:rPr lang="ja-JP" sz="2000" dirty="0">
                <a:solidFill>
                  <a:schemeClr val="tx1"/>
                </a:solidFill>
                <a:latin typeface="Meiryo UI"/>
                <a:ea typeface="Meiryo UI"/>
              </a:rPr>
              <a:t>研究部会</a:t>
            </a:r>
            <a:endParaRPr lang="en-US" sz="2000" b="0" dirty="0">
              <a:solidFill>
                <a:schemeClr val="tx1"/>
              </a:solidFill>
              <a:latin typeface="Meiryo UI"/>
              <a:ea typeface="Meiryo UI"/>
            </a:endParaRPr>
          </a:p>
        </p:txBody>
      </p:sp>
      <p:sp>
        <p:nvSpPr>
          <p:cNvPr id="6" name="スライド番号プレースホルダー 5"/>
          <p:cNvSpPr txBox="1">
            <a:spLocks/>
          </p:cNvSpPr>
          <p:nvPr/>
        </p:nvSpPr>
        <p:spPr>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defPPr>
              <a:defRPr lang="ja-JP"/>
            </a:defPPr>
            <a:lvl1pPr marL="0" algn="l" defTabSz="779163" rtl="0" eaLnBrk="1" latinLnBrk="0" hangingPunct="1">
              <a:defRPr kumimoji="1" sz="1500" kern="1200">
                <a:solidFill>
                  <a:schemeClr val="tx1"/>
                </a:solidFill>
                <a:latin typeface="+mn-lt"/>
                <a:ea typeface="+mn-ea"/>
                <a:cs typeface="+mn-cs"/>
              </a:defRPr>
            </a:lvl1pPr>
            <a:lvl2pPr marL="389582" algn="l" defTabSz="779163" rtl="0" eaLnBrk="1" latinLnBrk="0" hangingPunct="1">
              <a:defRPr kumimoji="1" sz="1500" kern="1200">
                <a:solidFill>
                  <a:schemeClr val="tx1"/>
                </a:solidFill>
                <a:latin typeface="+mn-lt"/>
                <a:ea typeface="+mn-ea"/>
                <a:cs typeface="+mn-cs"/>
              </a:defRPr>
            </a:lvl2pPr>
            <a:lvl3pPr marL="779163" algn="l" defTabSz="779163" rtl="0" eaLnBrk="1" latinLnBrk="0" hangingPunct="1">
              <a:defRPr kumimoji="1" sz="1500" kern="1200">
                <a:solidFill>
                  <a:schemeClr val="tx1"/>
                </a:solidFill>
                <a:latin typeface="+mn-lt"/>
                <a:ea typeface="+mn-ea"/>
                <a:cs typeface="+mn-cs"/>
              </a:defRPr>
            </a:lvl3pPr>
            <a:lvl4pPr marL="1168745" algn="l" defTabSz="779163" rtl="0" eaLnBrk="1" latinLnBrk="0" hangingPunct="1">
              <a:defRPr kumimoji="1" sz="1500" kern="1200">
                <a:solidFill>
                  <a:schemeClr val="tx1"/>
                </a:solidFill>
                <a:latin typeface="+mn-lt"/>
                <a:ea typeface="+mn-ea"/>
                <a:cs typeface="+mn-cs"/>
              </a:defRPr>
            </a:lvl4pPr>
            <a:lvl5pPr marL="1558326" algn="l" defTabSz="779163" rtl="0" eaLnBrk="1" latinLnBrk="0" hangingPunct="1">
              <a:defRPr kumimoji="1" sz="1500" kern="1200">
                <a:solidFill>
                  <a:schemeClr val="tx1"/>
                </a:solidFill>
                <a:latin typeface="+mn-lt"/>
                <a:ea typeface="+mn-ea"/>
                <a:cs typeface="+mn-cs"/>
              </a:defRPr>
            </a:lvl5pPr>
            <a:lvl6pPr marL="1947908" algn="l" defTabSz="779163" rtl="0" eaLnBrk="1" latinLnBrk="0" hangingPunct="1">
              <a:defRPr kumimoji="1" sz="1500" kern="1200">
                <a:solidFill>
                  <a:schemeClr val="tx1"/>
                </a:solidFill>
                <a:latin typeface="+mn-lt"/>
                <a:ea typeface="+mn-ea"/>
                <a:cs typeface="+mn-cs"/>
              </a:defRPr>
            </a:lvl6pPr>
            <a:lvl7pPr marL="2337489" algn="l" defTabSz="779163" rtl="0" eaLnBrk="1" latinLnBrk="0" hangingPunct="1">
              <a:defRPr kumimoji="1" sz="1500" kern="1200">
                <a:solidFill>
                  <a:schemeClr val="tx1"/>
                </a:solidFill>
                <a:latin typeface="+mn-lt"/>
                <a:ea typeface="+mn-ea"/>
                <a:cs typeface="+mn-cs"/>
              </a:defRPr>
            </a:lvl7pPr>
            <a:lvl8pPr marL="2727071" algn="l" defTabSz="779163" rtl="0" eaLnBrk="1" latinLnBrk="0" hangingPunct="1">
              <a:defRPr kumimoji="1" sz="1500" kern="1200">
                <a:solidFill>
                  <a:schemeClr val="tx1"/>
                </a:solidFill>
                <a:latin typeface="+mn-lt"/>
                <a:ea typeface="+mn-ea"/>
                <a:cs typeface="+mn-cs"/>
              </a:defRPr>
            </a:lvl8pPr>
            <a:lvl9pPr marL="3116652" algn="l" defTabSz="779163" rtl="0" eaLnBrk="1" latinLnBrk="0" hangingPunct="1">
              <a:defRPr kumimoji="1" sz="1500" kern="1200">
                <a:solidFill>
                  <a:schemeClr val="tx1"/>
                </a:solidFill>
                <a:latin typeface="+mn-lt"/>
                <a:ea typeface="+mn-ea"/>
                <a:cs typeface="+mn-cs"/>
              </a:defRPr>
            </a:lvl9pPr>
          </a:lstStyle>
          <a:p>
            <a:pPr algn="r"/>
            <a:r>
              <a:rPr lang="en-US" altLang="ja-JP" sz="800">
                <a:solidFill>
                  <a:srgbClr val="FFFFFF"/>
                </a:solidFill>
                <a:latin typeface="Meiryo UI" panose="020B0604030504040204" pitchFamily="50" charset="-128"/>
                <a:ea typeface="Meiryo UI" panose="020B0604030504040204" pitchFamily="50" charset="-128"/>
                <a:cs typeface="Meiryo UI" panose="020B0604030504040204" pitchFamily="50" charset="-128"/>
              </a:rPr>
              <a:t>1</a:t>
            </a:r>
          </a:p>
        </p:txBody>
      </p:sp>
      <p:sp>
        <p:nvSpPr>
          <p:cNvPr id="4" name="テキスト ボックス 3">
            <a:extLst>
              <a:ext uri="{FF2B5EF4-FFF2-40B4-BE49-F238E27FC236}">
                <a16:creationId xmlns:a16="http://schemas.microsoft.com/office/drawing/2014/main" id="{E64822F2-0A7E-FCA7-DCB7-CC2CD66BB15C}"/>
              </a:ext>
            </a:extLst>
          </p:cNvPr>
          <p:cNvSpPr txBox="1"/>
          <p:nvPr/>
        </p:nvSpPr>
        <p:spPr>
          <a:xfrm>
            <a:off x="3954161" y="2004358"/>
            <a:ext cx="4575236" cy="2664000"/>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サブタイトル案</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9074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48FD-8E4C-0018-822E-54644241A3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D26F23-D2AF-3118-B7BA-2704E5068F8E}"/>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C2EB76A-7420-5F31-1301-953C21D57E8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tx1"/>
                </a:solidFill>
                <a:latin typeface="Meiryo UI"/>
                <a:ea typeface="Meiryo UI"/>
              </a:rPr>
              <a:t> 活動実績</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-1.</a:t>
            </a:r>
            <a:r>
              <a:rPr lang="en-US" altLang="ja-JP" sz="2400" b="1" dirty="0">
                <a:solidFill>
                  <a:schemeClr val="tx1"/>
                </a:solidFill>
                <a:latin typeface="Meiryo UI"/>
                <a:ea typeface="Meiryo UI"/>
              </a:rPr>
              <a:t> AI-Ready</a:t>
            </a:r>
            <a:r>
              <a:rPr lang="ja-JP" altLang="en-US" sz="2400" b="1" dirty="0">
                <a:solidFill>
                  <a:schemeClr val="tx1"/>
                </a:solidFill>
                <a:latin typeface="Meiryo UI"/>
                <a:ea typeface="Meiryo UI"/>
              </a:rPr>
              <a:t>基盤</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-2</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駆動開発</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sz="2400" b="1" dirty="0">
                <a:solidFill>
                  <a:schemeClr val="tx1"/>
                </a:solidFill>
                <a:latin typeface="Meiryo UI"/>
                <a:ea typeface="Meiryo UI"/>
              </a:rPr>
              <a:t>-3</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AI</a:t>
            </a:r>
            <a:r>
              <a:rPr lang="ja-JP" altLang="en-US" sz="2400" b="1" dirty="0">
                <a:solidFill>
                  <a:schemeClr val="tx1"/>
                </a:solidFill>
                <a:latin typeface="Meiryo UI"/>
                <a:ea typeface="Meiryo UI"/>
              </a:rPr>
              <a:t>品質保証</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　</a:t>
            </a:r>
            <a:r>
              <a:rPr lang="en-US" altLang="ja-JP" sz="2400" b="1" dirty="0">
                <a:solidFill>
                  <a:schemeClr val="tx1"/>
                </a:solidFill>
                <a:latin typeface="Meiryo UI"/>
                <a:ea typeface="Meiryo UI"/>
              </a:rPr>
              <a:t>4</a:t>
            </a:r>
            <a:r>
              <a:rPr lang="ja-JP" altLang="ja-JP" sz="2400" b="1" dirty="0">
                <a:solidFill>
                  <a:schemeClr val="tx1"/>
                </a:solidFill>
                <a:latin typeface="Meiryo UI"/>
                <a:ea typeface="Meiryo UI"/>
              </a:rPr>
              <a:t>-</a:t>
            </a:r>
            <a:r>
              <a:rPr lang="en-US" altLang="ja-JP" sz="2400" b="1" dirty="0">
                <a:solidFill>
                  <a:schemeClr val="tx1"/>
                </a:solidFill>
                <a:latin typeface="Meiryo UI"/>
                <a:ea typeface="Meiryo UI"/>
              </a:rPr>
              <a:t>4</a:t>
            </a:r>
            <a:r>
              <a:rPr lang="ja-JP" altLang="en-US" sz="2400" b="1" dirty="0">
                <a:solidFill>
                  <a:schemeClr val="tx1"/>
                </a:solidFill>
                <a:latin typeface="Meiryo UI"/>
                <a:ea typeface="Meiryo UI"/>
              </a:rPr>
              <a:t>.</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ｘｘｘｘ</a:t>
            </a:r>
            <a:endParaRPr lang="en-US" altLang="ja-JP" sz="2400" b="1" dirty="0">
              <a:solidFill>
                <a:schemeClr val="tx1"/>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38009B9C-D955-C644-EB61-C99A83D3DF0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2</a:t>
            </a:fld>
            <a:endParaRPr lang="en-US" altLang="ja-JP">
              <a:solidFill>
                <a:srgbClr val="FFFFFF"/>
              </a:solidFill>
            </a:endParaRPr>
          </a:p>
        </p:txBody>
      </p:sp>
    </p:spTree>
    <p:extLst>
      <p:ext uri="{BB962C8B-B14F-4D97-AF65-F5344CB8AC3E}">
        <p14:creationId xmlns:p14="http://schemas.microsoft.com/office/powerpoint/2010/main" val="4049209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1CD7-2494-1CA9-F7EB-77E237A343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FE6FD5-4392-3592-6339-4D71800E309D}"/>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92F2776F-934D-76AC-0DFC-04D9E3FC3561}"/>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研究の背景</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08A0E523-2283-6ADD-A665-EAAB23338107}"/>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3</a:t>
            </a:fld>
            <a:endParaRPr lang="en-US" altLang="ja-JP">
              <a:solidFill>
                <a:srgbClr val="FFFFFF"/>
              </a:solidFill>
            </a:endParaRPr>
          </a:p>
        </p:txBody>
      </p:sp>
    </p:spTree>
    <p:extLst>
      <p:ext uri="{BB962C8B-B14F-4D97-AF65-F5344CB8AC3E}">
        <p14:creationId xmlns:p14="http://schemas.microsoft.com/office/powerpoint/2010/main" val="217416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2DDC-68C9-2D23-1AA6-B77AE6CEA2C3}"/>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DAEB6B3-C89D-4B9B-81CC-75EFB89EF557}"/>
              </a:ext>
            </a:extLst>
          </p:cNvPr>
          <p:cNvGraphicFramePr>
            <a:graphicFrameLocks/>
          </p:cNvGraphicFramePr>
          <p:nvPr>
            <p:custDataLst>
              <p:tags r:id="rId1"/>
            </p:custDataLst>
            <p:extLst>
              <p:ext uri="{D42A27DB-BD31-4B8C-83A1-F6EECF244321}">
                <p14:modId xmlns:p14="http://schemas.microsoft.com/office/powerpoint/2010/main" val="1641537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8" imgH="408" progId="TCLayout.ActiveDocument.1">
                  <p:embed/>
                </p:oleObj>
              </mc:Choice>
              <mc:Fallback>
                <p:oleObj name="think-cellスライド" r:id="rId4" imgW="408" imgH="408" progId="TCLayout.ActiveDocument.1">
                  <p:embed/>
                  <p:pic>
                    <p:nvPicPr>
                      <p:cNvPr id="12" name="think-cell data - do not delete" hidden="1">
                        <a:extLst>
                          <a:ext uri="{FF2B5EF4-FFF2-40B4-BE49-F238E27FC236}">
                            <a16:creationId xmlns:a16="http://schemas.microsoft.com/office/drawing/2014/main" id="{9DAEB6B3-C89D-4B9B-81CC-75EFB89EF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矢印: 右 7">
            <a:extLst>
              <a:ext uri="{FF2B5EF4-FFF2-40B4-BE49-F238E27FC236}">
                <a16:creationId xmlns:a16="http://schemas.microsoft.com/office/drawing/2014/main" id="{86440CC3-A7FA-CFCE-E7B3-E982C5743E8B}"/>
              </a:ext>
            </a:extLst>
          </p:cNvPr>
          <p:cNvSpPr/>
          <p:nvPr/>
        </p:nvSpPr>
        <p:spPr bwMode="auto">
          <a:xfrm>
            <a:off x="3114495" y="1350318"/>
            <a:ext cx="1979297" cy="1100890"/>
          </a:xfrm>
          <a:prstGeom prst="rightArrow">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a:ln>
                  <a:noFill/>
                </a:ln>
                <a:solidFill>
                  <a:schemeClr val="bg1"/>
                </a:solidFill>
                <a:effectLst/>
                <a:latin typeface="Meiryo UI"/>
                <a:ea typeface="Meiryo UI"/>
                <a:cs typeface="Meiryo UI" panose="020B0604030504040204" pitchFamily="50" charset="-128"/>
              </a:rPr>
              <a:t>アジャイル開発の</a:t>
            </a:r>
            <a:br>
              <a:rPr lang="en-US" altLang="ja-JP" sz="1400" b="0"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b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需要増加</a:t>
            </a:r>
            <a:r>
              <a:rPr lang="ja-JP" altLang="en-US" sz="1400" b="1">
                <a:solidFill>
                  <a:schemeClr val="bg1"/>
                </a:solidFill>
                <a:latin typeface="Meiryo UI"/>
                <a:ea typeface="Meiryo UI"/>
                <a:cs typeface="Meiryo UI" panose="020B0604030504040204" pitchFamily="50" charset="-128"/>
              </a:rPr>
              <a:t>＆</a:t>
            </a:r>
            <a:r>
              <a:rPr kumimoji="1" lang="ja-JP" altLang="en-US" sz="1400" b="1" i="0" u="none" strike="noStrike" cap="none" normalizeH="0" baseline="0">
                <a:ln>
                  <a:noFill/>
                </a:ln>
                <a:solidFill>
                  <a:schemeClr val="bg1"/>
                </a:solidFill>
                <a:effectLst/>
                <a:latin typeface="Meiryo UI"/>
                <a:ea typeface="Meiryo UI"/>
                <a:cs typeface="Meiryo UI" panose="020B0604030504040204" pitchFamily="50" charset="-128"/>
              </a:rPr>
              <a:t>必然</a:t>
            </a:r>
          </a:p>
        </p:txBody>
      </p:sp>
      <p:sp>
        <p:nvSpPr>
          <p:cNvPr id="2" name="スライド番号プレースホルダー 1">
            <a:extLst>
              <a:ext uri="{FF2B5EF4-FFF2-40B4-BE49-F238E27FC236}">
                <a16:creationId xmlns:a16="http://schemas.microsoft.com/office/drawing/2014/main" id="{D702103C-912C-B7C0-B3CC-35BABB6224E6}"/>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4</a:t>
            </a:fld>
            <a:endParaRPr lang="en-US" altLang="ja-JP">
              <a:solidFill>
                <a:srgbClr val="FFFFFF"/>
              </a:solidFill>
            </a:endParaRPr>
          </a:p>
        </p:txBody>
      </p:sp>
      <p:sp>
        <p:nvSpPr>
          <p:cNvPr id="3" name="タイトル 2">
            <a:extLst>
              <a:ext uri="{FF2B5EF4-FFF2-40B4-BE49-F238E27FC236}">
                <a16:creationId xmlns:a16="http://schemas.microsoft.com/office/drawing/2014/main" id="{632A0B57-D434-686B-4A37-A4A1E064E811}"/>
              </a:ext>
            </a:extLst>
          </p:cNvPr>
          <p:cNvSpPr>
            <a:spLocks noGrp="1"/>
          </p:cNvSpPr>
          <p:nvPr>
            <p:ph type="title"/>
          </p:nvPr>
        </p:nvSpPr>
        <p:spPr/>
        <p:txBody>
          <a:bodyPr vert="horz" rIns="77916"/>
          <a:lstStyle/>
          <a:p>
            <a:r>
              <a:rPr lang="ja-JP" altLang="en-US" dirty="0">
                <a:solidFill>
                  <a:srgbClr val="7F7F7F"/>
                </a:solidFill>
                <a:latin typeface="Meiryo UI"/>
                <a:ea typeface="Meiryo UI"/>
              </a:rPr>
              <a:t>1.</a:t>
            </a:r>
            <a:r>
              <a:rPr lang="en-US" altLang="ja-JP" dirty="0">
                <a:solidFill>
                  <a:srgbClr val="7F7F7F"/>
                </a:solidFill>
                <a:latin typeface="Meiryo UI"/>
                <a:ea typeface="Meiryo UI"/>
              </a:rPr>
              <a:t> </a:t>
            </a:r>
            <a:r>
              <a:rPr lang="ja-JP" altLang="en-US" dirty="0">
                <a:solidFill>
                  <a:srgbClr val="7F7F7F"/>
                </a:solidFill>
                <a:latin typeface="Meiryo UI"/>
                <a:ea typeface="Meiryo UI"/>
              </a:rPr>
              <a:t>研究の背景 ～外部環境の変化と求められる対応～</a:t>
            </a:r>
            <a:endParaRPr lang="en-US" dirty="0">
              <a:solidFill>
                <a:srgbClr val="7F7F7F"/>
              </a:solidFill>
              <a:latin typeface="Meiryo UI"/>
              <a:ea typeface="Meiryo UI"/>
            </a:endParaRPr>
          </a:p>
        </p:txBody>
      </p:sp>
      <p:sp>
        <p:nvSpPr>
          <p:cNvPr id="4" name="正方形/長方形 3">
            <a:extLst>
              <a:ext uri="{FF2B5EF4-FFF2-40B4-BE49-F238E27FC236}">
                <a16:creationId xmlns:a16="http://schemas.microsoft.com/office/drawing/2014/main" id="{38AF7428-4374-5A78-5C06-9D6202138608}"/>
              </a:ext>
            </a:extLst>
          </p:cNvPr>
          <p:cNvSpPr/>
          <p:nvPr/>
        </p:nvSpPr>
        <p:spPr>
          <a:xfrm>
            <a:off x="109025" y="359419"/>
            <a:ext cx="8960659" cy="757098"/>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a:solidFill>
                  <a:schemeClr val="tx1"/>
                </a:solidFill>
                <a:latin typeface="Meiryo UI"/>
                <a:ea typeface="Meiryo UI"/>
              </a:rPr>
              <a:t>世はまさに大”生成</a:t>
            </a:r>
            <a:r>
              <a:rPr lang="en-US" altLang="ja-JP" sz="1800">
                <a:solidFill>
                  <a:schemeClr val="tx1"/>
                </a:solidFill>
                <a:latin typeface="Meiryo UI"/>
                <a:ea typeface="Meiryo UI"/>
              </a:rPr>
              <a:t>AI</a:t>
            </a:r>
            <a:r>
              <a:rPr lang="ja-JP" altLang="en-US" sz="1800">
                <a:solidFill>
                  <a:schemeClr val="tx1"/>
                </a:solidFill>
                <a:latin typeface="Meiryo UI"/>
                <a:ea typeface="Meiryo UI"/>
              </a:rPr>
              <a:t>時代︎”。　　 　　　技術革新とビジネス環境の変化により、</a:t>
            </a:r>
            <a:br>
              <a:rPr lang="en-US" altLang="ja-JP" sz="1800">
                <a:latin typeface="Meiryo UI"/>
                <a:ea typeface="Meiryo UI"/>
              </a:rPr>
            </a:br>
            <a:r>
              <a:rPr lang="ja-JP" altLang="en-US" sz="1800" b="1">
                <a:solidFill>
                  <a:schemeClr val="tx1"/>
                </a:solidFill>
                <a:latin typeface="Meiryo UI"/>
                <a:ea typeface="Meiryo UI"/>
              </a:rPr>
              <a:t>アジャイル開発とアジャイルな組織運営は「選択肢」ではなく「必須要件」</a:t>
            </a:r>
            <a:r>
              <a:rPr lang="ja-JP" altLang="en-US" sz="1800">
                <a:solidFill>
                  <a:schemeClr val="tx1"/>
                </a:solidFill>
                <a:latin typeface="Meiryo UI"/>
                <a:ea typeface="Meiryo UI"/>
              </a:rPr>
              <a:t>となりつつある。</a:t>
            </a:r>
            <a:endParaRPr lang="en-US" altLang="ja-JP" sz="1800">
              <a:solidFill>
                <a:schemeClr val="tx1"/>
              </a:solidFill>
              <a:latin typeface="Meiryo UI"/>
              <a:ea typeface="Meiryo UI"/>
            </a:endParaRPr>
          </a:p>
        </p:txBody>
      </p:sp>
      <p:sp>
        <p:nvSpPr>
          <p:cNvPr id="10" name="正方形/長方形 9">
            <a:extLst>
              <a:ext uri="{FF2B5EF4-FFF2-40B4-BE49-F238E27FC236}">
                <a16:creationId xmlns:a16="http://schemas.microsoft.com/office/drawing/2014/main" id="{3C49770F-B597-99E3-4C3F-7045D2CD7F66}"/>
              </a:ext>
            </a:extLst>
          </p:cNvPr>
          <p:cNvSpPr/>
          <p:nvPr/>
        </p:nvSpPr>
        <p:spPr>
          <a:xfrm>
            <a:off x="5217410" y="1284187"/>
            <a:ext cx="3685954" cy="122118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en-US" altLang="ja-JP" sz="1600" b="1" err="1">
                <a:solidFill>
                  <a:schemeClr val="tx1"/>
                </a:solidFill>
                <a:latin typeface="Meiryo UI"/>
                <a:ea typeface="Meiryo UI"/>
              </a:rPr>
              <a:t>私たちに求められる対応</a:t>
            </a:r>
            <a:endParaRPr lang="en-US"/>
          </a:p>
          <a:p>
            <a:pPr>
              <a:spcBef>
                <a:spcPts val="300"/>
              </a:spcBef>
            </a:pPr>
            <a:r>
              <a:rPr lang="ja-JP" altLang="en-US" sz="1400">
                <a:solidFill>
                  <a:schemeClr val="tx1"/>
                </a:solidFill>
                <a:latin typeface="Meiryo UI"/>
                <a:ea typeface="Meiryo UI"/>
              </a:rPr>
              <a:t>　　　・「計画」重視から「適応」重視へのシフト</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・曖昧なビジネス要件での</a:t>
            </a:r>
            <a:r>
              <a:rPr lang="en-US" altLang="ja-JP" sz="1400">
                <a:solidFill>
                  <a:schemeClr val="tx1"/>
                </a:solidFill>
                <a:latin typeface="Meiryo UI"/>
                <a:ea typeface="Meiryo UI"/>
              </a:rPr>
              <a:t>PoC</a:t>
            </a:r>
            <a:r>
              <a:rPr lang="ja-JP" altLang="en-US" sz="1400">
                <a:solidFill>
                  <a:schemeClr val="tx1"/>
                </a:solidFill>
                <a:latin typeface="Meiryo UI"/>
                <a:ea typeface="Meiryo UI"/>
              </a:rPr>
              <a:t>常態化</a:t>
            </a:r>
            <a:endParaRPr lang="en-US" altLang="ja-JP" sz="1400">
              <a:solidFill>
                <a:schemeClr val="tx1"/>
              </a:solidFill>
              <a:latin typeface="Meiryo UI"/>
              <a:ea typeface="Meiryo UI"/>
            </a:endParaRPr>
          </a:p>
          <a:p>
            <a:pPr>
              <a:spcBef>
                <a:spcPts val="300"/>
              </a:spcBef>
            </a:pPr>
            <a:r>
              <a:rPr lang="ja-JP" altLang="en-US" sz="1400">
                <a:solidFill>
                  <a:schemeClr val="tx1"/>
                </a:solidFill>
                <a:latin typeface="Meiryo UI"/>
                <a:ea typeface="Meiryo UI"/>
              </a:rPr>
              <a:t>　　　・変化を前提とした組織構造改革</a:t>
            </a:r>
            <a:endParaRPr lang="en-US" altLang="ja-JP" sz="1400">
              <a:solidFill>
                <a:schemeClr val="tx1"/>
              </a:solidFill>
              <a:latin typeface="Meiryo UI"/>
              <a:ea typeface="Meiryo UI"/>
            </a:endParaRPr>
          </a:p>
        </p:txBody>
      </p:sp>
      <p:graphicFrame>
        <p:nvGraphicFramePr>
          <p:cNvPr id="5" name="図表 4">
            <a:extLst>
              <a:ext uri="{FF2B5EF4-FFF2-40B4-BE49-F238E27FC236}">
                <a16:creationId xmlns:a16="http://schemas.microsoft.com/office/drawing/2014/main" id="{568C2EC1-2D54-2A06-DA9B-C53499D00601}"/>
              </a:ext>
            </a:extLst>
          </p:cNvPr>
          <p:cNvGraphicFramePr/>
          <p:nvPr>
            <p:extLst>
              <p:ext uri="{D42A27DB-BD31-4B8C-83A1-F6EECF244321}">
                <p14:modId xmlns:p14="http://schemas.microsoft.com/office/powerpoint/2010/main" val="1612478362"/>
              </p:ext>
            </p:extLst>
          </p:nvPr>
        </p:nvGraphicFramePr>
        <p:xfrm>
          <a:off x="109024" y="2699784"/>
          <a:ext cx="8960659" cy="31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3" name="正方形/長方形 12">
            <a:extLst>
              <a:ext uri="{FF2B5EF4-FFF2-40B4-BE49-F238E27FC236}">
                <a16:creationId xmlns:a16="http://schemas.microsoft.com/office/drawing/2014/main" id="{9B5B5492-8B1D-8981-592B-5C34DC95A388}"/>
              </a:ext>
            </a:extLst>
          </p:cNvPr>
          <p:cNvSpPr/>
          <p:nvPr/>
        </p:nvSpPr>
        <p:spPr>
          <a:xfrm>
            <a:off x="164263" y="3010415"/>
            <a:ext cx="1537369" cy="181073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基幹システム</a:t>
            </a:r>
            <a:endParaRPr kumimoji="1" lang="en-US" altLang="ja-JP" sz="1400" b="1">
              <a:solidFill>
                <a:schemeClr val="tx1"/>
              </a:solidFill>
              <a:latin typeface="Meiryo UI" panose="020B0604030504040204" pitchFamily="50" charset="-128"/>
              <a:ea typeface="Meiryo UI" panose="020B0604030504040204" pitchFamily="50" charset="-128"/>
            </a:endParaRPr>
          </a:p>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中心の時代</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ERP</a:t>
            </a:r>
            <a:r>
              <a:rPr kumimoji="1" lang="ja-JP" altLang="en-US" sz="1200">
                <a:solidFill>
                  <a:schemeClr val="tx1"/>
                </a:solidFill>
                <a:latin typeface="Meiryo UI" panose="020B0604030504040204" pitchFamily="50" charset="-128"/>
                <a:ea typeface="Meiryo UI" panose="020B0604030504040204" pitchFamily="50" charset="-128"/>
              </a:rPr>
              <a:t>など大規模システム導入が主流</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lang="en-US" altLang="ja-JP" sz="1200">
                <a:solidFill>
                  <a:schemeClr val="tx1"/>
                </a:solidFill>
                <a:latin typeface="Meiryo UI" panose="020B0604030504040204" pitchFamily="50" charset="-128"/>
                <a:ea typeface="Meiryo UI" panose="020B0604030504040204" pitchFamily="50" charset="-128"/>
              </a:rPr>
              <a:t>WF</a:t>
            </a:r>
            <a:r>
              <a:rPr kumimoji="1" lang="ja-JP" altLang="en-US" sz="1200">
                <a:solidFill>
                  <a:schemeClr val="tx1"/>
                </a:solidFill>
                <a:latin typeface="Meiryo UI" panose="020B0604030504040204" pitchFamily="50" charset="-128"/>
                <a:ea typeface="Meiryo UI" panose="020B0604030504040204" pitchFamily="50" charset="-128"/>
              </a:rPr>
              <a:t>開発が前提</a:t>
            </a:r>
            <a:endParaRPr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u="sng">
                <a:solidFill>
                  <a:schemeClr val="tx1"/>
                </a:solidFill>
                <a:latin typeface="Meiryo UI" panose="020B0604030504040204" pitchFamily="50" charset="-128"/>
                <a:ea typeface="Meiryo UI" panose="020B0604030504040204" pitchFamily="50" charset="-128"/>
              </a:rPr>
              <a:t>アジャイル開発登場</a:t>
            </a:r>
            <a:br>
              <a:rPr kumimoji="1" lang="en-US" altLang="ja-JP" sz="1200" u="sng">
                <a:solidFill>
                  <a:schemeClr val="tx1"/>
                </a:solidFill>
                <a:latin typeface="Meiryo UI" panose="020B0604030504040204" pitchFamily="50" charset="-128"/>
                <a:ea typeface="Meiryo UI" panose="020B0604030504040204" pitchFamily="50" charset="-128"/>
              </a:rPr>
            </a:br>
            <a:r>
              <a:rPr lang="en-US" altLang="ja-JP" sz="1000">
                <a:solidFill>
                  <a:schemeClr val="tx1"/>
                </a:solidFill>
                <a:latin typeface="Meiryo UI" panose="020B0604030504040204" pitchFamily="50" charset="-128"/>
                <a:ea typeface="Meiryo UI" panose="020B0604030504040204" pitchFamily="50" charset="-128"/>
              </a:rPr>
              <a:t>(</a:t>
            </a:r>
            <a:r>
              <a:rPr kumimoji="1" lang="en-US" altLang="ja-JP" sz="1000">
                <a:solidFill>
                  <a:schemeClr val="tx1"/>
                </a:solidFill>
                <a:latin typeface="Meiryo UI" panose="020B0604030504040204" pitchFamily="50" charset="-128"/>
                <a:ea typeface="Meiryo UI" panose="020B0604030504040204" pitchFamily="50" charset="-128"/>
              </a:rPr>
              <a:t>2001</a:t>
            </a:r>
            <a:r>
              <a:rPr kumimoji="1" lang="ja-JP" altLang="en-US" sz="1000">
                <a:solidFill>
                  <a:schemeClr val="tx1"/>
                </a:solidFill>
                <a:latin typeface="Meiryo UI" panose="020B0604030504040204" pitchFamily="50" charset="-128"/>
                <a:ea typeface="Meiryo UI" panose="020B0604030504040204" pitchFamily="50" charset="-128"/>
              </a:rPr>
              <a:t>年</a:t>
            </a:r>
            <a:r>
              <a:rPr kumimoji="1" lang="en-US" altLang="ja-JP" sz="10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BECF08-C23E-5469-FAE7-0FB685F038AA}"/>
              </a:ext>
            </a:extLst>
          </p:cNvPr>
          <p:cNvSpPr/>
          <p:nvPr/>
        </p:nvSpPr>
        <p:spPr>
          <a:xfrm>
            <a:off x="1630353" y="3010415"/>
            <a:ext cx="2605109" cy="157456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クラウド・</a:t>
            </a:r>
            <a:r>
              <a:rPr kumimoji="1" lang="en-US" altLang="ja-JP" sz="1400" b="1">
                <a:solidFill>
                  <a:schemeClr val="tx1"/>
                </a:solidFill>
                <a:latin typeface="Meiryo UI" panose="020B0604030504040204" pitchFamily="50" charset="-128"/>
                <a:ea typeface="Meiryo UI" panose="020B0604030504040204" pitchFamily="50" charset="-128"/>
              </a:rPr>
              <a:t>DX</a:t>
            </a:r>
            <a:r>
              <a:rPr kumimoji="1" lang="ja-JP" altLang="en-US" sz="1400" b="1">
                <a:solidFill>
                  <a:schemeClr val="tx1"/>
                </a:solidFill>
                <a:latin typeface="Meiryo UI" panose="020B0604030504040204" pitchFamily="50" charset="-128"/>
                <a:ea typeface="Meiryo UI" panose="020B0604030504040204" pitchFamily="50" charset="-128"/>
              </a:rPr>
              <a:t>の進展</a:t>
            </a:r>
            <a:endParaRPr kumimoji="1" lang="en-US" altLang="ja-JP" sz="1400" b="1">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クラウド普及により開発スピードが向上</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tx1"/>
                </a:solidFill>
                <a:latin typeface="Meiryo UI" panose="020B0604030504040204" pitchFamily="50" charset="-128"/>
                <a:ea typeface="Meiryo UI" panose="020B0604030504040204" pitchFamily="50" charset="-128"/>
              </a:rPr>
              <a:t>IT</a:t>
            </a:r>
            <a:r>
              <a:rPr kumimoji="1" lang="ja-JP" altLang="en-US" sz="1200">
                <a:solidFill>
                  <a:schemeClr val="tx1"/>
                </a:solidFill>
                <a:latin typeface="Meiryo UI" panose="020B0604030504040204" pitchFamily="50" charset="-128"/>
                <a:ea typeface="Meiryo UI" panose="020B0604030504040204" pitchFamily="50" charset="-128"/>
              </a:rPr>
              <a:t>が業務支援からビジネスの中心へ</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accent1"/>
                </a:solidFill>
                <a:latin typeface="Meiryo UI" panose="020B0604030504040204" pitchFamily="50" charset="-128"/>
                <a:ea typeface="Meiryo UI" panose="020B0604030504040204" pitchFamily="50" charset="-128"/>
              </a:rPr>
              <a:t>顧客ニーズの変化が加速し、継続的改善が重要に</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FDF36592-FFBE-FCC7-7C00-26E072EB4E45}"/>
              </a:ext>
            </a:extLst>
          </p:cNvPr>
          <p:cNvSpPr/>
          <p:nvPr/>
        </p:nvSpPr>
        <p:spPr>
          <a:xfrm>
            <a:off x="4166269" y="3001161"/>
            <a:ext cx="2240582" cy="115036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Bef>
                <a:spcPts val="300"/>
              </a:spcBef>
            </a:pPr>
            <a:r>
              <a:rPr kumimoji="1" lang="ja-JP" altLang="en-US" sz="1400" b="1">
                <a:solidFill>
                  <a:schemeClr val="tx1"/>
                </a:solidFill>
                <a:latin typeface="Meiryo UI" panose="020B0604030504040204" pitchFamily="50" charset="-128"/>
                <a:ea typeface="Meiryo UI" panose="020B0604030504040204" pitchFamily="50" charset="-128"/>
              </a:rPr>
              <a:t>生成</a:t>
            </a:r>
            <a:r>
              <a:rPr kumimoji="1" lang="en-US" altLang="ja-JP" sz="1400" b="1">
                <a:solidFill>
                  <a:schemeClr val="tx1"/>
                </a:solidFill>
                <a:latin typeface="Meiryo UI" panose="020B0604030504040204" pitchFamily="50" charset="-128"/>
                <a:ea typeface="Meiryo UI" panose="020B0604030504040204" pitchFamily="50" charset="-128"/>
              </a:rPr>
              <a:t>AI</a:t>
            </a:r>
            <a:r>
              <a:rPr kumimoji="1" lang="ja-JP" altLang="en-US" sz="1400" b="1">
                <a:solidFill>
                  <a:schemeClr val="tx1"/>
                </a:solidFill>
                <a:latin typeface="Meiryo UI" panose="020B0604030504040204" pitchFamily="50" charset="-128"/>
                <a:ea typeface="Meiryo UI" panose="020B0604030504040204" pitchFamily="50" charset="-128"/>
              </a:rPr>
              <a:t>による開発</a:t>
            </a:r>
            <a:r>
              <a:rPr lang="ja-JP" altLang="en-US" sz="1400" b="1">
                <a:solidFill>
                  <a:schemeClr val="tx1"/>
                </a:solidFill>
                <a:latin typeface="Meiryo UI" panose="020B0604030504040204" pitchFamily="50" charset="-128"/>
                <a:ea typeface="Meiryo UI" panose="020B0604030504040204" pitchFamily="50" charset="-128"/>
              </a:rPr>
              <a:t>革命</a:t>
            </a:r>
            <a:endParaRPr kumimoji="1" lang="en-US" altLang="ja-JP" sz="14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生成</a:t>
            </a:r>
            <a:r>
              <a:rPr kumimoji="1" lang="en-US" altLang="ja-JP" sz="1200">
                <a:solidFill>
                  <a:schemeClr val="tx1"/>
                </a:solidFill>
                <a:latin typeface="Meiryo UI" panose="020B0604030504040204" pitchFamily="50" charset="-128"/>
                <a:ea typeface="Meiryo UI" panose="020B0604030504040204" pitchFamily="50" charset="-128"/>
              </a:rPr>
              <a:t>AI</a:t>
            </a:r>
            <a:r>
              <a:rPr kumimoji="1" lang="ja-JP" altLang="en-US" sz="1200">
                <a:solidFill>
                  <a:schemeClr val="tx1"/>
                </a:solidFill>
                <a:latin typeface="Meiryo UI" panose="020B0604030504040204" pitchFamily="50" charset="-128"/>
                <a:ea typeface="Meiryo UI" panose="020B0604030504040204" pitchFamily="50" charset="-128"/>
              </a:rPr>
              <a:t>の一般化により開発・検証サイクルが劇的に短縮</a:t>
            </a:r>
            <a:endParaRPr kumimoji="1" lang="en-US" altLang="ja-JP" sz="1200">
              <a:solidFill>
                <a:schemeClr val="tx1"/>
              </a:solidFill>
              <a:latin typeface="Meiryo UI" panose="020B0604030504040204" pitchFamily="50" charset="-128"/>
              <a:ea typeface="Meiryo UI" panose="020B0604030504040204" pitchFamily="50" charset="-128"/>
            </a:endParaRPr>
          </a:p>
          <a:p>
            <a:pPr marL="90488" indent="-90488" algn="l">
              <a:spcBef>
                <a:spcPts val="300"/>
              </a:spcBef>
              <a:buFont typeface="Arial" panose="020B0604020202020204" pitchFamily="34" charset="0"/>
              <a:buChar char="•"/>
            </a:pPr>
            <a:r>
              <a:rPr kumimoji="1" lang="en-US" altLang="ja-JP" sz="1200">
                <a:solidFill>
                  <a:schemeClr val="accent1"/>
                </a:solidFill>
                <a:latin typeface="Meiryo UI" panose="020B0604030504040204" pitchFamily="50" charset="-128"/>
                <a:ea typeface="Meiryo UI" panose="020B0604030504040204" pitchFamily="50" charset="-128"/>
              </a:rPr>
              <a:t>AI</a:t>
            </a:r>
            <a:r>
              <a:rPr kumimoji="1" lang="ja-JP" altLang="en-US" sz="1200">
                <a:solidFill>
                  <a:schemeClr val="accent1"/>
                </a:solidFill>
                <a:latin typeface="Meiryo UI" panose="020B0604030504040204" pitchFamily="50" charset="-128"/>
                <a:ea typeface="Meiryo UI" panose="020B0604030504040204" pitchFamily="50" charset="-128"/>
              </a:rPr>
              <a:t>機能を前提としたサービス開発が拡大</a:t>
            </a:r>
            <a:endParaRPr kumimoji="1" lang="en-US" altLang="ja-JP" sz="1200" b="1">
              <a:solidFill>
                <a:schemeClr val="accent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0710AEF-4167-314C-94F0-F945231B42AA}"/>
              </a:ext>
            </a:extLst>
          </p:cNvPr>
          <p:cNvSpPr/>
          <p:nvPr/>
        </p:nvSpPr>
        <p:spPr>
          <a:xfrm>
            <a:off x="6376741" y="2997004"/>
            <a:ext cx="2686366" cy="129890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pPr>
            <a:r>
              <a:rPr kumimoji="1" lang="ja-JP" altLang="en-US" sz="1400" b="1">
                <a:solidFill>
                  <a:schemeClr val="accent1"/>
                </a:solidFill>
                <a:latin typeface="Meiryo UI" panose="020B0604030504040204" pitchFamily="50" charset="-128"/>
                <a:ea typeface="Meiryo UI" panose="020B0604030504040204" pitchFamily="50" charset="-128"/>
              </a:rPr>
              <a:t>変化が常態化する時代</a:t>
            </a:r>
          </a:p>
          <a:p>
            <a:pPr marL="90170" indent="-90170" algn="l">
              <a:spcBef>
                <a:spcPts val="300"/>
              </a:spcBef>
              <a:buFont typeface="Arial" panose="020B0604020202020204" pitchFamily="34" charset="0"/>
              <a:buChar char="•"/>
            </a:pPr>
            <a:r>
              <a:rPr lang="en-US" altLang="ja-JP" sz="1200" err="1">
                <a:solidFill>
                  <a:schemeClr val="tx1"/>
                </a:solidFill>
                <a:latin typeface="Meiryo UI"/>
                <a:ea typeface="Meiryo UI"/>
              </a:rPr>
              <a:t>生成</a:t>
            </a:r>
            <a:r>
              <a:rPr kumimoji="1" lang="en-US" altLang="ja-JP" sz="1200" err="1">
                <a:solidFill>
                  <a:schemeClr val="tx1"/>
                </a:solidFill>
                <a:latin typeface="Meiryo UI"/>
                <a:ea typeface="Meiryo UI"/>
              </a:rPr>
              <a:t>AI</a:t>
            </a:r>
            <a:r>
              <a:rPr kumimoji="1" lang="ja-JP" altLang="en-US" sz="1200">
                <a:solidFill>
                  <a:schemeClr val="tx1"/>
                </a:solidFill>
                <a:latin typeface="Meiryo UI"/>
                <a:ea typeface="Meiryo UI"/>
              </a:rPr>
              <a:t>により開発の速さが前提条件に</a:t>
            </a:r>
            <a:endParaRPr lang="en-US" altLang="ja-JP" sz="1200">
              <a:solidFill>
                <a:schemeClr val="tx1"/>
              </a:solidFill>
              <a:latin typeface="Meiryo UI"/>
              <a:ea typeface="Meiryo UI"/>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panose="020B0604030504040204" pitchFamily="50" charset="-128"/>
                <a:ea typeface="Meiryo UI" panose="020B0604030504040204" pitchFamily="50" charset="-128"/>
              </a:rPr>
              <a:t>要求・仕様は固定できず継続的に変化</a:t>
            </a:r>
            <a:endParaRPr lang="en-US" altLang="ja-JP" sz="1200">
              <a:solidFill>
                <a:schemeClr val="tx1"/>
              </a:solidFill>
              <a:latin typeface="Meiryo UI" panose="020B0604030504040204" pitchFamily="50" charset="-128"/>
              <a:ea typeface="Meiryo UI" panose="020B0604030504040204" pitchFamily="50" charset="-128"/>
            </a:endParaRPr>
          </a:p>
          <a:p>
            <a:pPr marL="90170" indent="-90170" algn="l">
              <a:spcBef>
                <a:spcPts val="300"/>
              </a:spcBef>
              <a:buFont typeface="Arial" panose="020B0604020202020204" pitchFamily="34" charset="0"/>
              <a:buChar char="•"/>
            </a:pPr>
            <a:r>
              <a:rPr kumimoji="1" lang="ja-JP" altLang="en-US" sz="1200">
                <a:solidFill>
                  <a:schemeClr val="tx1"/>
                </a:solidFill>
                <a:latin typeface="Meiryo UI"/>
                <a:ea typeface="Meiryo UI"/>
              </a:rPr>
              <a:t>小さく作り、試し、</a:t>
            </a:r>
            <a:r>
              <a:rPr lang="ja-JP" altLang="en-US" sz="1200">
                <a:solidFill>
                  <a:schemeClr val="tx1"/>
                </a:solidFill>
                <a:latin typeface="Meiryo UI"/>
                <a:ea typeface="Meiryo UI"/>
              </a:rPr>
              <a:t>反復する</a:t>
            </a:r>
            <a:r>
              <a:rPr kumimoji="1" lang="ja-JP" altLang="en-US" sz="1200">
                <a:solidFill>
                  <a:schemeClr val="tx1"/>
                </a:solidFill>
                <a:latin typeface="Meiryo UI"/>
                <a:ea typeface="Meiryo UI"/>
              </a:rPr>
              <a:t>開発が標準に</a:t>
            </a:r>
            <a:endParaRPr lang="en-US" altLang="ja-JP" sz="1400">
              <a:solidFill>
                <a:schemeClr val="tx1"/>
              </a:solidFill>
              <a:latin typeface="Meiryo UI"/>
              <a:ea typeface="Meiryo UI"/>
            </a:endParaRPr>
          </a:p>
        </p:txBody>
      </p:sp>
      <p:cxnSp>
        <p:nvCxnSpPr>
          <p:cNvPr id="14" name="コネクタ: カギ線 13">
            <a:extLst>
              <a:ext uri="{FF2B5EF4-FFF2-40B4-BE49-F238E27FC236}">
                <a16:creationId xmlns:a16="http://schemas.microsoft.com/office/drawing/2014/main" id="{8634F549-62ED-3B1A-84CD-903513DEB9DA}"/>
              </a:ext>
            </a:extLst>
          </p:cNvPr>
          <p:cNvCxnSpPr>
            <a:cxnSpLocks/>
            <a:stCxn id="23" idx="0"/>
            <a:endCxn id="18" idx="2"/>
          </p:cNvCxnSpPr>
          <p:nvPr/>
        </p:nvCxnSpPr>
        <p:spPr bwMode="auto">
          <a:xfrm rot="16200000" flipV="1">
            <a:off x="5571304" y="647828"/>
            <a:ext cx="571724" cy="3636122"/>
          </a:xfrm>
          <a:prstGeom prst="bentConnector3">
            <a:avLst>
              <a:gd name="adj1" fmla="val 26698"/>
            </a:avLst>
          </a:prstGeom>
          <a:solidFill>
            <a:schemeClr val="bg1"/>
          </a:solidFill>
          <a:ln w="57150" cap="flat" cmpd="sng" algn="ctr">
            <a:solidFill>
              <a:schemeClr val="accent1">
                <a:lumMod val="20000"/>
                <a:lumOff val="8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正方形/長方形 17">
            <a:extLst>
              <a:ext uri="{FF2B5EF4-FFF2-40B4-BE49-F238E27FC236}">
                <a16:creationId xmlns:a16="http://schemas.microsoft.com/office/drawing/2014/main" id="{CE2AF48B-40E2-F093-AF17-23E521A77004}"/>
              </a:ext>
            </a:extLst>
          </p:cNvPr>
          <p:cNvSpPr/>
          <p:nvPr/>
        </p:nvSpPr>
        <p:spPr bwMode="auto">
          <a:xfrm>
            <a:off x="3657600" y="168952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130D5950-AD91-727F-1D71-7978D671ECA8}"/>
              </a:ext>
            </a:extLst>
          </p:cNvPr>
          <p:cNvSpPr/>
          <p:nvPr/>
        </p:nvSpPr>
        <p:spPr bwMode="auto">
          <a:xfrm>
            <a:off x="7293722" y="2751751"/>
            <a:ext cx="763009" cy="49050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四角形: 角を丸くする 111">
            <a:extLst>
              <a:ext uri="{FF2B5EF4-FFF2-40B4-BE49-F238E27FC236}">
                <a16:creationId xmlns:a16="http://schemas.microsoft.com/office/drawing/2014/main" id="{85EF354C-28D5-A152-9881-D5488B2305DE}"/>
              </a:ext>
            </a:extLst>
          </p:cNvPr>
          <p:cNvSpPr/>
          <p:nvPr/>
        </p:nvSpPr>
        <p:spPr>
          <a:xfrm>
            <a:off x="109024" y="4552039"/>
            <a:ext cx="8960659" cy="392124"/>
          </a:xfrm>
          <a:prstGeom prst="rect">
            <a:avLst/>
          </a:prstGeom>
          <a:solidFill>
            <a:srgbClr val="DAE0E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defTabSz="718291"/>
            <a:r>
              <a:rPr lang="ja-JP" altLang="en-US" sz="1800" b="1">
                <a:latin typeface="Meiryo UI"/>
                <a:ea typeface="Meiryo UI"/>
              </a:rPr>
              <a:t>アジャイルを「導入すべきか」の議論は終了し、「いかに組織全体へ展開するか」のフェーズに移行。</a:t>
            </a:r>
            <a:endParaRPr lang="en-US" altLang="ja-JP" sz="1800" b="1">
              <a:latin typeface="Meiryo UI"/>
              <a:ea typeface="Meiryo UI"/>
            </a:endParaRPr>
          </a:p>
        </p:txBody>
      </p:sp>
      <p:pic>
        <p:nvPicPr>
          <p:cNvPr id="86" name="Picture 85">
            <a:extLst>
              <a:ext uri="{FF2B5EF4-FFF2-40B4-BE49-F238E27FC236}">
                <a16:creationId xmlns:a16="http://schemas.microsoft.com/office/drawing/2014/main" id="{ACF50ECB-63D2-3664-554C-92FE04CEB54E}"/>
              </a:ext>
            </a:extLst>
          </p:cNvPr>
          <p:cNvPicPr>
            <a:picLocks noChangeAspect="1"/>
          </p:cNvPicPr>
          <p:nvPr/>
        </p:nvPicPr>
        <p:blipFill>
          <a:blip r:embed="rId11"/>
          <a:srcRect l="45464" t="-2770"/>
          <a:stretch>
            <a:fillRect/>
          </a:stretch>
        </p:blipFill>
        <p:spPr>
          <a:xfrm>
            <a:off x="2814077" y="148856"/>
            <a:ext cx="651344" cy="865277"/>
          </a:xfrm>
          <a:prstGeom prst="rect">
            <a:avLst/>
          </a:prstGeom>
        </p:spPr>
      </p:pic>
      <p:sp>
        <p:nvSpPr>
          <p:cNvPr id="44" name="正方形/長方形 9">
            <a:extLst>
              <a:ext uri="{FF2B5EF4-FFF2-40B4-BE49-F238E27FC236}">
                <a16:creationId xmlns:a16="http://schemas.microsoft.com/office/drawing/2014/main" id="{4389D102-26EA-E3CF-3593-DA7EE8044BEE}"/>
              </a:ext>
            </a:extLst>
          </p:cNvPr>
          <p:cNvSpPr/>
          <p:nvPr/>
        </p:nvSpPr>
        <p:spPr>
          <a:xfrm>
            <a:off x="343485" y="1294970"/>
            <a:ext cx="2596870" cy="1210402"/>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lgn="ctr">
              <a:spcBef>
                <a:spcPts val="300"/>
              </a:spcBef>
              <a:spcAft>
                <a:spcPts val="600"/>
              </a:spcAft>
            </a:pPr>
            <a:r>
              <a:rPr lang="ja-JP" altLang="en-US" sz="1600" b="1" dirty="0">
                <a:solidFill>
                  <a:schemeClr val="tx1"/>
                </a:solidFill>
                <a:latin typeface="Meiryo UI"/>
                <a:ea typeface="Meiryo UI"/>
              </a:rPr>
              <a:t>外部環境の変化</a:t>
            </a:r>
            <a:endParaRPr lang="en-US" altLang="ja-JP" sz="1400" dirty="0">
              <a:solidFill>
                <a:schemeClr val="tx1"/>
              </a:solidFill>
              <a:latin typeface="Meiryo UI"/>
              <a:ea typeface="Meiryo UI"/>
            </a:endParaRPr>
          </a:p>
          <a:p>
            <a:pPr>
              <a:spcBef>
                <a:spcPts val="300"/>
              </a:spcBef>
            </a:pPr>
            <a:r>
              <a:rPr lang="en-US" sz="1400" dirty="0">
                <a:solidFill>
                  <a:schemeClr val="tx1"/>
                </a:solidFill>
                <a:latin typeface="Meiryo UI"/>
                <a:ea typeface="Meiryo UI"/>
              </a:rPr>
              <a:t>　　　・</a:t>
            </a:r>
            <a:r>
              <a:rPr lang="en-US" sz="1400" dirty="0" err="1">
                <a:solidFill>
                  <a:schemeClr val="tx1"/>
                </a:solidFill>
                <a:latin typeface="Meiryo UI"/>
                <a:ea typeface="Meiryo UI"/>
              </a:rPr>
              <a:t>不確実な市場動向</a:t>
            </a:r>
            <a:endParaRPr lang="ja-JP" alt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・生成</a:t>
            </a:r>
            <a:r>
              <a:rPr lang="en-US" sz="1400" dirty="0">
                <a:solidFill>
                  <a:schemeClr val="tx1"/>
                </a:solidFill>
                <a:latin typeface="Meiryo UI"/>
                <a:ea typeface="Meiryo UI"/>
              </a:rPr>
              <a:t>AI</a:t>
            </a:r>
            <a:r>
              <a:rPr lang="ja-JP" altLang="en-US" sz="1400" dirty="0">
                <a:solidFill>
                  <a:schemeClr val="tx1"/>
                </a:solidFill>
                <a:latin typeface="Meiryo UI"/>
                <a:ea typeface="Meiryo UI"/>
              </a:rPr>
              <a:t>による高速開発</a:t>
            </a:r>
            <a:endParaRPr lang="en-US" sz="1400" dirty="0">
              <a:solidFill>
                <a:schemeClr val="tx1"/>
              </a:solidFill>
              <a:latin typeface="Meiryo UI"/>
              <a:ea typeface="Meiryo UI"/>
            </a:endParaRPr>
          </a:p>
          <a:p>
            <a:pPr>
              <a:spcBef>
                <a:spcPts val="300"/>
              </a:spcBef>
            </a:pPr>
            <a:r>
              <a:rPr lang="ja-JP" altLang="en-US" sz="1400" dirty="0">
                <a:solidFill>
                  <a:schemeClr val="tx1"/>
                </a:solidFill>
                <a:latin typeface="Meiryo UI"/>
                <a:ea typeface="Meiryo UI"/>
              </a:rPr>
              <a:t>　　　・顧客ニーズの多様化</a:t>
            </a:r>
            <a:endParaRPr lang="en-US" dirty="0">
              <a:solidFill>
                <a:schemeClr val="tx1"/>
              </a:solidFill>
            </a:endParaRPr>
          </a:p>
        </p:txBody>
      </p:sp>
      <p:sp>
        <p:nvSpPr>
          <p:cNvPr id="6" name="テキスト ボックス 5">
            <a:extLst>
              <a:ext uri="{FF2B5EF4-FFF2-40B4-BE49-F238E27FC236}">
                <a16:creationId xmlns:a16="http://schemas.microsoft.com/office/drawing/2014/main" id="{05EBC461-9678-6B76-8223-2C8B5B5B30D2}"/>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１～２ページ程度</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（馬さん）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0422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A922-BC2C-6565-5E8A-148A6FCCAF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212C1-2EB3-9036-25DA-4A8E6734923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5C637C7-8127-B375-A2E6-EDA4979AF049}"/>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研究の目的</a:t>
            </a:r>
            <a:endParaRPr lang="en-US" altLang="ja-JP" sz="2400" b="1" dirty="0">
              <a:solidFill>
                <a:schemeClr val="tx1"/>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867DF830-DD41-165B-24CA-E52FD56ACCD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5</a:t>
            </a:fld>
            <a:endParaRPr lang="en-US" altLang="ja-JP">
              <a:solidFill>
                <a:srgbClr val="FFFFFF"/>
              </a:solidFill>
            </a:endParaRPr>
          </a:p>
        </p:txBody>
      </p:sp>
    </p:spTree>
    <p:extLst>
      <p:ext uri="{BB962C8B-B14F-4D97-AF65-F5344CB8AC3E}">
        <p14:creationId xmlns:p14="http://schemas.microsoft.com/office/powerpoint/2010/main" val="823472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E683-9F33-362A-013E-F21584A319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B56DFF-F25A-E067-55A6-D1FE4E9450A8}"/>
              </a:ext>
            </a:extLst>
          </p:cNvPr>
          <p:cNvGraphicFramePr>
            <a:graphicFrameLocks/>
          </p:cNvGraphicFramePr>
          <p:nvPr>
            <p:custDataLst>
              <p:tags r:id="rId1"/>
            </p:custDataLst>
            <p:extLst>
              <p:ext uri="{D42A27DB-BD31-4B8C-83A1-F6EECF244321}">
                <p14:modId xmlns:p14="http://schemas.microsoft.com/office/powerpoint/2010/main" val="286156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78" imgH="486" progId="TCLayout.ActiveDocument.1">
                  <p:embed/>
                </p:oleObj>
              </mc:Choice>
              <mc:Fallback>
                <p:oleObj name="think-cellスライド" r:id="rId4" imgW="478" imgH="486" progId="TCLayout.ActiveDocument.1">
                  <p:embed/>
                  <p:pic>
                    <p:nvPicPr>
                      <p:cNvPr id="5" name="think-cell data - do not delete" hidden="1">
                        <a:extLst>
                          <a:ext uri="{FF2B5EF4-FFF2-40B4-BE49-F238E27FC236}">
                            <a16:creationId xmlns:a16="http://schemas.microsoft.com/office/drawing/2014/main" id="{02B56DFF-F25A-E067-55A6-D1FE4E9450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スライド番号プレースホルダー 1">
            <a:extLst>
              <a:ext uri="{FF2B5EF4-FFF2-40B4-BE49-F238E27FC236}">
                <a16:creationId xmlns:a16="http://schemas.microsoft.com/office/drawing/2014/main" id="{150287DF-62EC-B652-6FFB-67128B02DBE0}"/>
              </a:ext>
            </a:extLst>
          </p:cNvPr>
          <p:cNvSpPr>
            <a:spLocks noGrp="1"/>
          </p:cNvSpPr>
          <p:nvPr>
            <p:ph type="sldNum" sz="quarter" idx="4"/>
          </p:nvPr>
        </p:nvSpPr>
        <p:spPr/>
        <p:txBody>
          <a:bodyPr/>
          <a:lstStyle/>
          <a:p>
            <a:fld id="{5CE835A6-4A53-49E7-9E15-10ED7101D083}" type="slidenum">
              <a:rPr lang="en-US" altLang="ja-JP" smtClean="0">
                <a:solidFill>
                  <a:srgbClr val="FFFFFF"/>
                </a:solidFill>
              </a:rPr>
              <a:pPr/>
              <a:t>6</a:t>
            </a:fld>
            <a:endParaRPr lang="en-US" altLang="ja-JP">
              <a:solidFill>
                <a:srgbClr val="FFFFFF"/>
              </a:solidFill>
            </a:endParaRPr>
          </a:p>
        </p:txBody>
      </p:sp>
      <p:sp>
        <p:nvSpPr>
          <p:cNvPr id="3" name="タイトル 2">
            <a:extLst>
              <a:ext uri="{FF2B5EF4-FFF2-40B4-BE49-F238E27FC236}">
                <a16:creationId xmlns:a16="http://schemas.microsoft.com/office/drawing/2014/main" id="{2FF11C97-A0C6-892C-4B18-E03E386E498A}"/>
              </a:ext>
            </a:extLst>
          </p:cNvPr>
          <p:cNvSpPr>
            <a:spLocks noGrp="1"/>
          </p:cNvSpPr>
          <p:nvPr>
            <p:ph type="title"/>
          </p:nvPr>
        </p:nvSpPr>
        <p:spPr/>
        <p:txBody>
          <a:bodyPr vert="horz" rIns="77916"/>
          <a:lstStyle/>
          <a:p>
            <a:r>
              <a:rPr lang="ja-JP" altLang="en-US">
                <a:latin typeface="Meiryo UI"/>
                <a:ea typeface="Meiryo UI"/>
              </a:rPr>
              <a:t>2.</a:t>
            </a:r>
            <a:r>
              <a:rPr lang="en-US" altLang="ja-JP">
                <a:latin typeface="Meiryo UI"/>
                <a:ea typeface="Meiryo UI"/>
              </a:rPr>
              <a:t> </a:t>
            </a:r>
            <a:r>
              <a:rPr lang="ja-JP" altLang="en-US">
                <a:latin typeface="Meiryo UI"/>
                <a:ea typeface="Meiryo UI"/>
              </a:rPr>
              <a:t>研究の目的 ～検証する仮説～</a:t>
            </a:r>
            <a:endParaRPr lang="en-US">
              <a:latin typeface="Meiryo UI"/>
              <a:ea typeface="Meiryo UI"/>
            </a:endParaRPr>
          </a:p>
        </p:txBody>
      </p:sp>
      <p:sp>
        <p:nvSpPr>
          <p:cNvPr id="4" name="正方形/長方形 3">
            <a:extLst>
              <a:ext uri="{FF2B5EF4-FFF2-40B4-BE49-F238E27FC236}">
                <a16:creationId xmlns:a16="http://schemas.microsoft.com/office/drawing/2014/main" id="{7FF48C40-2ACA-16A9-FA39-AA402A56C1E1}"/>
              </a:ext>
            </a:extLst>
          </p:cNvPr>
          <p:cNvSpPr/>
          <p:nvPr/>
        </p:nvSpPr>
        <p:spPr>
          <a:xfrm>
            <a:off x="56749" y="386344"/>
            <a:ext cx="9031463" cy="928007"/>
          </a:xfrm>
          <a:prstGeom prst="rect">
            <a:avLst/>
          </a:prstGeom>
          <a:solidFill>
            <a:srgbClr val="EAEAEA"/>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ctr" anchorCtr="0"/>
          <a:lstStyle/>
          <a:p>
            <a:pPr defTabSz="718291"/>
            <a:r>
              <a:rPr lang="ja-JP" altLang="en-US" sz="1800">
                <a:solidFill>
                  <a:schemeClr val="tx1"/>
                </a:solidFill>
                <a:latin typeface="Meiryo UI"/>
                <a:ea typeface="Meiryo UI"/>
              </a:rPr>
              <a:t>本研究では、単一チームでのアジャイル開発導入にとどまらず、組織全体への文化浸透・活用に至るまでのステップアップ手段を探り、三菱</a:t>
            </a:r>
            <a:r>
              <a:rPr lang="en-US" altLang="ja-JP" sz="1800">
                <a:solidFill>
                  <a:schemeClr val="tx1"/>
                </a:solidFill>
                <a:latin typeface="Meiryo UI"/>
                <a:ea typeface="Meiryo UI"/>
              </a:rPr>
              <a:t>CC</a:t>
            </a:r>
            <a:r>
              <a:rPr lang="ja-JP" altLang="en-US" sz="1800">
                <a:solidFill>
                  <a:schemeClr val="tx1"/>
                </a:solidFill>
                <a:latin typeface="Meiryo UI"/>
                <a:ea typeface="Meiryo UI"/>
              </a:rPr>
              <a:t>研究会参加企業にとって再現性のある提言を導き出すことを目的とする。</a:t>
            </a:r>
            <a:endParaRPr lang="en-US" altLang="ja-JP" sz="1800">
              <a:solidFill>
                <a:schemeClr val="tx1"/>
              </a:solidFill>
              <a:latin typeface="Meiryo UI"/>
              <a:ea typeface="Meiryo UI"/>
            </a:endParaRPr>
          </a:p>
        </p:txBody>
      </p:sp>
      <p:sp>
        <p:nvSpPr>
          <p:cNvPr id="11" name="正方形/長方形 10">
            <a:extLst>
              <a:ext uri="{FF2B5EF4-FFF2-40B4-BE49-F238E27FC236}">
                <a16:creationId xmlns:a16="http://schemas.microsoft.com/office/drawing/2014/main" id="{EAA32C65-6221-F52E-FD71-8495FDEFED2E}"/>
              </a:ext>
            </a:extLst>
          </p:cNvPr>
          <p:cNvSpPr/>
          <p:nvPr/>
        </p:nvSpPr>
        <p:spPr bwMode="auto">
          <a:xfrm>
            <a:off x="300079" y="1718811"/>
            <a:ext cx="8574716" cy="597269"/>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600">
                <a:latin typeface="Meiryo UI"/>
                <a:ea typeface="Meiryo UI"/>
              </a:rPr>
              <a:t>・アジャイル運営の定着には</a:t>
            </a:r>
            <a:r>
              <a:rPr lang="ja-JP" altLang="en-US" sz="1600" b="1">
                <a:latin typeface="Meiryo UI"/>
                <a:ea typeface="Meiryo UI"/>
              </a:rPr>
              <a:t>「特定組織での成功→横展開」</a:t>
            </a:r>
            <a:r>
              <a:rPr lang="ja-JP" altLang="en-US" sz="1600">
                <a:latin typeface="Meiryo UI"/>
                <a:ea typeface="Meiryo UI"/>
              </a:rPr>
              <a:t>と</a:t>
            </a:r>
            <a:r>
              <a:rPr lang="ja-JP" altLang="en-US" sz="1600" b="1">
                <a:latin typeface="Meiryo UI"/>
                <a:ea typeface="Meiryo UI"/>
              </a:rPr>
              <a:t>「理想系の追求」</a:t>
            </a:r>
            <a:r>
              <a:rPr lang="ja-JP" altLang="en-US" sz="1600">
                <a:latin typeface="Meiryo UI"/>
                <a:ea typeface="Meiryo UI"/>
              </a:rPr>
              <a:t>が有効ではないか。</a:t>
            </a:r>
            <a:endParaRPr lang="en-US" altLang="ja-JP" sz="1600">
              <a:latin typeface="Meiryo UI"/>
              <a:ea typeface="Meiryo UI"/>
            </a:endParaRPr>
          </a:p>
          <a:p>
            <a:pPr algn="ctr" defTabSz="914400" fontAlgn="base">
              <a:spcBef>
                <a:spcPct val="0"/>
              </a:spcBef>
              <a:spcAft>
                <a:spcPct val="0"/>
              </a:spcAft>
            </a:pPr>
            <a:r>
              <a:rPr lang="ja-JP" altLang="en-US" sz="1600">
                <a:latin typeface="Meiryo UI"/>
                <a:ea typeface="Meiryo UI"/>
              </a:rPr>
              <a:t>・生成</a:t>
            </a:r>
            <a:r>
              <a:rPr lang="en-US" altLang="ja-JP" sz="1600">
                <a:latin typeface="Meiryo UI"/>
                <a:ea typeface="Meiryo UI"/>
              </a:rPr>
              <a:t>AI</a:t>
            </a:r>
            <a:r>
              <a:rPr lang="ja-JP" altLang="en-US" sz="1600">
                <a:latin typeface="Meiryo UI"/>
                <a:ea typeface="Meiryo UI"/>
              </a:rPr>
              <a:t>の普及は、従来の開発プロセスおよび人的役割の</a:t>
            </a:r>
            <a:r>
              <a:rPr lang="ja-JP" altLang="en-US" sz="1600" b="1">
                <a:latin typeface="Meiryo UI"/>
                <a:ea typeface="Meiryo UI"/>
              </a:rPr>
              <a:t>「変革」</a:t>
            </a:r>
            <a:r>
              <a:rPr lang="ja-JP" altLang="en-US" sz="1600">
                <a:latin typeface="Meiryo UI"/>
                <a:ea typeface="Meiryo UI"/>
              </a:rPr>
              <a:t>をもたらすのではないか。</a:t>
            </a:r>
            <a:endParaRPr lang="en-US" altLang="ja-JP" sz="1600">
              <a:latin typeface="Meiryo UI"/>
              <a:ea typeface="Meiryo UI"/>
            </a:endParaRPr>
          </a:p>
        </p:txBody>
      </p:sp>
      <p:sp>
        <p:nvSpPr>
          <p:cNvPr id="8" name="正方形/長方形 7">
            <a:extLst>
              <a:ext uri="{FF2B5EF4-FFF2-40B4-BE49-F238E27FC236}">
                <a16:creationId xmlns:a16="http://schemas.microsoft.com/office/drawing/2014/main" id="{590543FC-3681-ECDB-74D6-17456524A067}"/>
              </a:ext>
            </a:extLst>
          </p:cNvPr>
          <p:cNvSpPr/>
          <p:nvPr/>
        </p:nvSpPr>
        <p:spPr>
          <a:xfrm>
            <a:off x="299704" y="1413044"/>
            <a:ext cx="8575090" cy="305767"/>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algn="ctr">
              <a:spcBef>
                <a:spcPts val="300"/>
              </a:spcBef>
            </a:pPr>
            <a:r>
              <a:rPr lang="ja-JP" altLang="en-US" sz="1800" b="1">
                <a:solidFill>
                  <a:schemeClr val="bg1"/>
                </a:solidFill>
                <a:latin typeface="Meiryo UI"/>
                <a:ea typeface="Meiryo UI"/>
              </a:rPr>
              <a:t>検証仮説</a:t>
            </a:r>
            <a:endParaRPr lang="en-US" altLang="ja-JP" sz="1800" b="1">
              <a:solidFill>
                <a:schemeClr val="bg1"/>
              </a:solidFill>
              <a:latin typeface="Meiryo UI"/>
              <a:ea typeface="Meiryo UI"/>
            </a:endParaRPr>
          </a:p>
        </p:txBody>
      </p:sp>
      <p:grpSp>
        <p:nvGrpSpPr>
          <p:cNvPr id="21" name="グループ化 20">
            <a:extLst>
              <a:ext uri="{FF2B5EF4-FFF2-40B4-BE49-F238E27FC236}">
                <a16:creationId xmlns:a16="http://schemas.microsoft.com/office/drawing/2014/main" id="{9DC49EE3-E6C6-E6CA-CF58-07CFF641F675}"/>
              </a:ext>
            </a:extLst>
          </p:cNvPr>
          <p:cNvGrpSpPr/>
          <p:nvPr/>
        </p:nvGrpSpPr>
        <p:grpSpPr>
          <a:xfrm>
            <a:off x="324994" y="2760949"/>
            <a:ext cx="2736001" cy="2129888"/>
            <a:chOff x="324994" y="2480688"/>
            <a:chExt cx="2736001" cy="2129888"/>
          </a:xfrm>
        </p:grpSpPr>
        <p:sp>
          <p:nvSpPr>
            <p:cNvPr id="13" name="正方形/長方形 12">
              <a:extLst>
                <a:ext uri="{FF2B5EF4-FFF2-40B4-BE49-F238E27FC236}">
                  <a16:creationId xmlns:a16="http://schemas.microsoft.com/office/drawing/2014/main" id="{F967AD52-8CCD-A45B-6CC3-8156C90EA7D9}"/>
                </a:ext>
              </a:extLst>
            </p:cNvPr>
            <p:cNvSpPr/>
            <p:nvPr/>
          </p:nvSpPr>
          <p:spPr bwMode="auto">
            <a:xfrm>
              <a:off x="324995" y="2852199"/>
              <a:ext cx="2736000" cy="1758377"/>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：局所的な成功体験を組織全体へ展開するための障壁と乗り越え方</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ja-JP" altLang="en-US" sz="1600">
                  <a:latin typeface="Meiryo UI"/>
                  <a:ea typeface="Meiryo UI"/>
                </a:rPr>
                <a:t>アジャイル先進企業(</a:t>
              </a:r>
              <a:r>
                <a:rPr lang="en-US" altLang="ja-JP" sz="1600">
                  <a:latin typeface="Meiryo UI"/>
                  <a:ea typeface="Meiryo UI"/>
                </a:rPr>
                <a:t>8</a:t>
              </a:r>
              <a:r>
                <a:rPr lang="ja-JP" altLang="en-US" sz="1600">
                  <a:latin typeface="Meiryo UI"/>
                  <a:ea typeface="Meiryo UI"/>
                </a:rPr>
                <a:t>社)への</a:t>
              </a:r>
              <a:endParaRPr lang="en-US" altLang="ja-JP" sz="1600">
                <a:latin typeface="Meiryo UI"/>
                <a:ea typeface="Meiryo UI"/>
              </a:endParaRPr>
            </a:p>
            <a:p>
              <a:pPr defTabSz="718291">
                <a:spcAft>
                  <a:spcPct val="0"/>
                </a:spcAft>
              </a:pPr>
              <a:r>
                <a:rPr lang="ja-JP" altLang="en-US" sz="1600">
                  <a:latin typeface="Meiryo UI"/>
                  <a:ea typeface="Meiryo UI"/>
                </a:rPr>
                <a:t>ヒアリング・分析</a:t>
              </a:r>
              <a:endParaRPr lang="en-US" altLang="ja-JP" sz="1600">
                <a:latin typeface="Meiryo UI"/>
                <a:ea typeface="Meiryo UI"/>
              </a:endParaRPr>
            </a:p>
          </p:txBody>
        </p:sp>
        <p:sp>
          <p:nvSpPr>
            <p:cNvPr id="18" name="正方形/長方形 17">
              <a:extLst>
                <a:ext uri="{FF2B5EF4-FFF2-40B4-BE49-F238E27FC236}">
                  <a16:creationId xmlns:a16="http://schemas.microsoft.com/office/drawing/2014/main" id="{ADDF69F5-F394-A87F-ABDA-900938B99B1A}"/>
                </a:ext>
              </a:extLst>
            </p:cNvPr>
            <p:cNvSpPr/>
            <p:nvPr/>
          </p:nvSpPr>
          <p:spPr>
            <a:xfrm>
              <a:off x="324994" y="2480688"/>
              <a:ext cx="2735999"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1</a:t>
              </a:r>
              <a:r>
                <a:rPr lang="ja-JP" altLang="en-US" sz="1800" b="1">
                  <a:latin typeface="Meiryo UI"/>
                  <a:ea typeface="Meiryo UI"/>
                </a:rPr>
                <a:t>：拡大</a:t>
              </a:r>
              <a:r>
                <a:rPr lang="en-US" altLang="ja-JP" sz="1800" b="1">
                  <a:latin typeface="Meiryo UI"/>
                  <a:ea typeface="Meiryo UI"/>
                </a:rPr>
                <a:t>】</a:t>
              </a:r>
            </a:p>
          </p:txBody>
        </p:sp>
      </p:grpSp>
      <p:grpSp>
        <p:nvGrpSpPr>
          <p:cNvPr id="22" name="グループ化 21">
            <a:extLst>
              <a:ext uri="{FF2B5EF4-FFF2-40B4-BE49-F238E27FC236}">
                <a16:creationId xmlns:a16="http://schemas.microsoft.com/office/drawing/2014/main" id="{D6D446C0-EE4B-CE5C-103C-1F1123F51E9C}"/>
              </a:ext>
            </a:extLst>
          </p:cNvPr>
          <p:cNvGrpSpPr/>
          <p:nvPr/>
        </p:nvGrpSpPr>
        <p:grpSpPr>
          <a:xfrm>
            <a:off x="3247068" y="2760949"/>
            <a:ext cx="2736001" cy="2129887"/>
            <a:chOff x="3247068" y="2480688"/>
            <a:chExt cx="2736001" cy="2129887"/>
          </a:xfrm>
        </p:grpSpPr>
        <p:sp>
          <p:nvSpPr>
            <p:cNvPr id="16" name="正方形/長方形 15">
              <a:extLst>
                <a:ext uri="{FF2B5EF4-FFF2-40B4-BE49-F238E27FC236}">
                  <a16:creationId xmlns:a16="http://schemas.microsoft.com/office/drawing/2014/main" id="{376FFBE3-3FC4-D1DA-7323-AE428AA8AB37}"/>
                </a:ext>
              </a:extLst>
            </p:cNvPr>
            <p:cNvSpPr/>
            <p:nvPr/>
          </p:nvSpPr>
          <p:spPr bwMode="auto">
            <a:xfrm>
              <a:off x="3247069" y="2852200"/>
              <a:ext cx="2736000" cy="1758375"/>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：チーム単位の実践力・成熟度向上</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en-US" altLang="ja-JP" sz="1600">
                  <a:latin typeface="Meiryo UI"/>
                  <a:ea typeface="Meiryo UI"/>
                </a:rPr>
                <a:t>CC</a:t>
              </a:r>
              <a:r>
                <a:rPr lang="ja-JP" altLang="en-US" sz="1600">
                  <a:latin typeface="Meiryo UI"/>
                  <a:ea typeface="Meiryo UI"/>
                </a:rPr>
                <a:t>研参加企業等</a:t>
              </a:r>
              <a:r>
                <a:rPr lang="ja-JP" altLang="en-US" sz="1600">
                  <a:solidFill>
                    <a:prstClr val="black"/>
                  </a:solidFill>
                  <a:latin typeface="Meiryo UI"/>
                  <a:ea typeface="Meiryo UI"/>
                </a:rPr>
                <a:t>(</a:t>
              </a:r>
              <a:r>
                <a:rPr lang="en-US" altLang="ja-JP" sz="1600">
                  <a:solidFill>
                    <a:prstClr val="black"/>
                  </a:solidFill>
                  <a:latin typeface="Meiryo UI"/>
                  <a:ea typeface="Meiryo UI"/>
                </a:rPr>
                <a:t>15</a:t>
              </a:r>
              <a:r>
                <a:rPr lang="ja-JP" altLang="en-US" sz="1600">
                  <a:solidFill>
                    <a:prstClr val="black"/>
                  </a:solidFill>
                  <a:latin typeface="Meiryo UI"/>
                  <a:ea typeface="Meiryo UI"/>
                </a:rPr>
                <a:t>社</a:t>
              </a:r>
              <a:r>
                <a:rPr lang="en-US" altLang="ja-JP" sz="1600">
                  <a:solidFill>
                    <a:prstClr val="black"/>
                  </a:solidFill>
                  <a:latin typeface="Meiryo UI"/>
                  <a:ea typeface="Meiryo UI"/>
                </a:rPr>
                <a:t>41</a:t>
              </a:r>
              <a:r>
                <a:rPr lang="ja-JP" altLang="en-US" sz="1600">
                  <a:solidFill>
                    <a:prstClr val="black"/>
                  </a:solidFill>
                  <a:latin typeface="Meiryo UI"/>
                  <a:ea typeface="Meiryo UI"/>
                </a:rPr>
                <a:t>チーム)</a:t>
              </a:r>
              <a:r>
                <a:rPr lang="ja-JP" altLang="en-US" sz="1600">
                  <a:latin typeface="Meiryo UI"/>
                  <a:ea typeface="Meiryo UI"/>
                </a:rPr>
                <a:t>へのアジャイル成熟度アンケート・分析</a:t>
              </a:r>
            </a:p>
          </p:txBody>
        </p:sp>
        <p:sp>
          <p:nvSpPr>
            <p:cNvPr id="19" name="正方形/長方形 18">
              <a:extLst>
                <a:ext uri="{FF2B5EF4-FFF2-40B4-BE49-F238E27FC236}">
                  <a16:creationId xmlns:a16="http://schemas.microsoft.com/office/drawing/2014/main" id="{6688EC11-1273-B668-EF15-0F8223BE3F9A}"/>
                </a:ext>
              </a:extLst>
            </p:cNvPr>
            <p:cNvSpPr/>
            <p:nvPr/>
          </p:nvSpPr>
          <p:spPr>
            <a:xfrm>
              <a:off x="3247068" y="2480688"/>
              <a:ext cx="2736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2</a:t>
              </a:r>
              <a:r>
                <a:rPr lang="ja-JP" altLang="en-US" sz="1800" b="1">
                  <a:latin typeface="Meiryo UI"/>
                  <a:ea typeface="Meiryo UI"/>
                </a:rPr>
                <a:t>：深化高度化</a:t>
              </a:r>
              <a:r>
                <a:rPr lang="en-US" altLang="ja-JP" sz="1800" b="1">
                  <a:latin typeface="Meiryo UI"/>
                  <a:ea typeface="Meiryo UI"/>
                </a:rPr>
                <a:t>】</a:t>
              </a:r>
            </a:p>
          </p:txBody>
        </p:sp>
      </p:grpSp>
      <p:grpSp>
        <p:nvGrpSpPr>
          <p:cNvPr id="23" name="グループ化 22">
            <a:extLst>
              <a:ext uri="{FF2B5EF4-FFF2-40B4-BE49-F238E27FC236}">
                <a16:creationId xmlns:a16="http://schemas.microsoft.com/office/drawing/2014/main" id="{14D48F7E-3530-07A3-FD72-AA4DE05942D6}"/>
              </a:ext>
            </a:extLst>
          </p:cNvPr>
          <p:cNvGrpSpPr/>
          <p:nvPr/>
        </p:nvGrpSpPr>
        <p:grpSpPr>
          <a:xfrm>
            <a:off x="6169141" y="2760949"/>
            <a:ext cx="2736002" cy="2124229"/>
            <a:chOff x="6169141" y="2480688"/>
            <a:chExt cx="2736002" cy="2124229"/>
          </a:xfrm>
        </p:grpSpPr>
        <p:sp>
          <p:nvSpPr>
            <p:cNvPr id="17" name="正方形/長方形 16">
              <a:extLst>
                <a:ext uri="{FF2B5EF4-FFF2-40B4-BE49-F238E27FC236}">
                  <a16:creationId xmlns:a16="http://schemas.microsoft.com/office/drawing/2014/main" id="{67C8EBDA-33F2-D4C4-747B-0442AC70B707}"/>
                </a:ext>
              </a:extLst>
            </p:cNvPr>
            <p:cNvSpPr/>
            <p:nvPr/>
          </p:nvSpPr>
          <p:spPr bwMode="auto">
            <a:xfrm>
              <a:off x="6169143" y="2846542"/>
              <a:ext cx="2736000" cy="1758375"/>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defTabSz="718291" fontAlgn="base">
                <a:spcAft>
                  <a:spcPct val="0"/>
                </a:spcAft>
              </a:pPr>
              <a:r>
                <a:rPr lang="ja-JP" altLang="en-US" sz="1600" b="1" u="sng">
                  <a:latin typeface="Meiryo UI"/>
                  <a:ea typeface="Meiryo UI"/>
                </a:rPr>
                <a:t>テーマ</a:t>
              </a:r>
              <a:r>
                <a:rPr lang="ja-JP" altLang="en-US" sz="1600">
                  <a:latin typeface="Meiryo UI"/>
                  <a:ea typeface="Meiryo UI"/>
                </a:rPr>
                <a:t>：</a:t>
              </a:r>
              <a:r>
                <a:rPr lang="en-US" altLang="ja-JP" sz="1600">
                  <a:latin typeface="Meiryo UI"/>
                  <a:ea typeface="Meiryo UI"/>
                </a:rPr>
                <a:t>AI</a:t>
              </a:r>
              <a:r>
                <a:rPr lang="ja-JP" altLang="en-US" sz="1600">
                  <a:latin typeface="Meiryo UI"/>
                  <a:ea typeface="Meiryo UI"/>
                </a:rPr>
                <a:t>活用を前提とした、今後のアジャイル開発プロセス・従来ロールの再定義</a:t>
              </a:r>
              <a:endParaRPr lang="en-US" altLang="ja-JP" sz="1600">
                <a:latin typeface="Meiryo UI"/>
                <a:ea typeface="Meiryo UI"/>
              </a:endParaRPr>
            </a:p>
            <a:p>
              <a:pPr defTabSz="718291" fontAlgn="base">
                <a:spcAft>
                  <a:spcPct val="0"/>
                </a:spcAft>
              </a:pPr>
              <a:endParaRPr lang="en-US" altLang="ja-JP" sz="1600">
                <a:latin typeface="Meiryo UI"/>
                <a:ea typeface="Meiryo UI"/>
              </a:endParaRPr>
            </a:p>
            <a:p>
              <a:pPr defTabSz="718291" fontAlgn="base">
                <a:spcAft>
                  <a:spcPct val="0"/>
                </a:spcAft>
              </a:pPr>
              <a:r>
                <a:rPr lang="ja-JP" altLang="en-US" sz="1600" b="1" u="sng">
                  <a:latin typeface="Meiryo UI"/>
                  <a:ea typeface="Meiryo UI"/>
                </a:rPr>
                <a:t>研究手法</a:t>
              </a:r>
              <a:r>
                <a:rPr lang="ja-JP" altLang="en-US" sz="1600">
                  <a:latin typeface="Meiryo UI"/>
                  <a:ea typeface="Meiryo UI"/>
                </a:rPr>
                <a:t>：</a:t>
              </a:r>
              <a:endParaRPr lang="en-US" altLang="ja-JP" sz="1600">
                <a:latin typeface="Meiryo UI"/>
                <a:ea typeface="Meiryo UI"/>
              </a:endParaRPr>
            </a:p>
            <a:p>
              <a:pPr defTabSz="718291" fontAlgn="base">
                <a:spcAft>
                  <a:spcPct val="0"/>
                </a:spcAft>
              </a:pPr>
              <a:r>
                <a:rPr lang="en-US" altLang="ja-JP" sz="1600">
                  <a:latin typeface="Meiryo UI"/>
                  <a:ea typeface="Meiryo UI"/>
                </a:rPr>
                <a:t>AI</a:t>
              </a:r>
              <a:r>
                <a:rPr lang="ja-JP" altLang="en-US" sz="1600">
                  <a:latin typeface="Meiryo UI"/>
                  <a:ea typeface="Meiryo UI"/>
                </a:rPr>
                <a:t>ツールを全面利用したアジャイル開発実践</a:t>
              </a:r>
              <a:endParaRPr lang="en-US" altLang="ja-JP" sz="1600">
                <a:latin typeface="Meiryo UI"/>
                <a:ea typeface="Meiryo UI"/>
              </a:endParaRPr>
            </a:p>
          </p:txBody>
        </p:sp>
        <p:sp>
          <p:nvSpPr>
            <p:cNvPr id="20" name="正方形/長方形 19">
              <a:extLst>
                <a:ext uri="{FF2B5EF4-FFF2-40B4-BE49-F238E27FC236}">
                  <a16:creationId xmlns:a16="http://schemas.microsoft.com/office/drawing/2014/main" id="{5CF8CD79-B058-5A4A-076D-A2CCB4C0DE3E}"/>
                </a:ext>
              </a:extLst>
            </p:cNvPr>
            <p:cNvSpPr/>
            <p:nvPr/>
          </p:nvSpPr>
          <p:spPr>
            <a:xfrm>
              <a:off x="6169141" y="2480688"/>
              <a:ext cx="2736000" cy="371513"/>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718291" fontAlgn="base">
                <a:spcAft>
                  <a:spcPct val="0"/>
                </a:spcAft>
              </a:pPr>
              <a:r>
                <a:rPr lang="en-US" altLang="ja-JP" sz="1800" b="1">
                  <a:latin typeface="Meiryo UI"/>
                  <a:ea typeface="Meiryo UI"/>
                </a:rPr>
                <a:t>【</a:t>
              </a:r>
              <a:r>
                <a:rPr lang="ja-JP" altLang="en-US" sz="1800" b="1">
                  <a:latin typeface="Meiryo UI"/>
                  <a:ea typeface="Meiryo UI"/>
                </a:rPr>
                <a:t>分科会</a:t>
              </a:r>
              <a:r>
                <a:rPr lang="en-US" altLang="ja-JP" sz="1800" b="1">
                  <a:latin typeface="Meiryo UI"/>
                  <a:ea typeface="Meiryo UI"/>
                </a:rPr>
                <a:t>3</a:t>
              </a:r>
              <a:r>
                <a:rPr lang="ja-JP" altLang="en-US" sz="1800" b="1">
                  <a:latin typeface="Meiryo UI"/>
                  <a:ea typeface="Meiryo UI"/>
                </a:rPr>
                <a:t>：</a:t>
              </a:r>
              <a:r>
                <a:rPr lang="en-US" altLang="ja-JP" sz="1800" b="1">
                  <a:latin typeface="Meiryo UI"/>
                  <a:ea typeface="Meiryo UI"/>
                </a:rPr>
                <a:t>AI</a:t>
              </a:r>
              <a:r>
                <a:rPr lang="ja-JP" altLang="en-US" sz="1800" b="1">
                  <a:latin typeface="Meiryo UI"/>
                  <a:ea typeface="Meiryo UI"/>
                </a:rPr>
                <a:t>変革</a:t>
              </a:r>
              <a:r>
                <a:rPr lang="en-US" altLang="ja-JP" sz="1800" b="1">
                  <a:latin typeface="Meiryo UI"/>
                  <a:ea typeface="Meiryo UI"/>
                </a:rPr>
                <a:t>】</a:t>
              </a:r>
            </a:p>
          </p:txBody>
        </p:sp>
      </p:grpSp>
      <p:sp>
        <p:nvSpPr>
          <p:cNvPr id="24" name="二等辺三角形 23">
            <a:extLst>
              <a:ext uri="{FF2B5EF4-FFF2-40B4-BE49-F238E27FC236}">
                <a16:creationId xmlns:a16="http://schemas.microsoft.com/office/drawing/2014/main" id="{5B03ED13-78C3-4E63-9B8A-60EDE21F5CFD}"/>
              </a:ext>
            </a:extLst>
          </p:cNvPr>
          <p:cNvSpPr/>
          <p:nvPr/>
        </p:nvSpPr>
        <p:spPr bwMode="auto">
          <a:xfrm rot="10800000">
            <a:off x="2024319" y="2406976"/>
            <a:ext cx="5090457" cy="267568"/>
          </a:xfrm>
          <a:prstGeom prst="triangle">
            <a:avLst/>
          </a:prstGeom>
          <a:solidFill>
            <a:schemeClr val="bg1">
              <a:lumMod val="85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6">
            <a:extLst>
              <a:ext uri="{FF2B5EF4-FFF2-40B4-BE49-F238E27FC236}">
                <a16:creationId xmlns:a16="http://schemas.microsoft.com/office/drawing/2014/main" id="{8A340280-F7BF-69FD-F5AE-E412EAB29720}"/>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１～２ページ程度</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（本多さん）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86316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72E9-3A4C-6E37-648B-A85A3E33C5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D89429-7FAA-C501-611C-DF119E1177F6}"/>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BA00D301-47FC-7C84-6FA6-2902940DE63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tx1"/>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５</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今後の活動方針</a:t>
            </a:r>
          </a:p>
        </p:txBody>
      </p:sp>
      <p:sp>
        <p:nvSpPr>
          <p:cNvPr id="3" name="Rectangle 12">
            <a:extLst>
              <a:ext uri="{FF2B5EF4-FFF2-40B4-BE49-F238E27FC236}">
                <a16:creationId xmlns:a16="http://schemas.microsoft.com/office/drawing/2014/main" id="{4037E824-A27E-B623-CB44-6C104962701E}"/>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7</a:t>
            </a:fld>
            <a:endParaRPr lang="en-US" altLang="ja-JP">
              <a:solidFill>
                <a:srgbClr val="FFFFFF"/>
              </a:solidFill>
            </a:endParaRPr>
          </a:p>
        </p:txBody>
      </p:sp>
    </p:spTree>
    <p:extLst>
      <p:ext uri="{BB962C8B-B14F-4D97-AF65-F5344CB8AC3E}">
        <p14:creationId xmlns:p14="http://schemas.microsoft.com/office/powerpoint/2010/main" val="409225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96F6-31BE-CB23-5958-14B5E1385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F00D44-F96E-5F83-38CF-09389D4C8410}"/>
              </a:ext>
            </a:extLst>
          </p:cNvPr>
          <p:cNvSpPr>
            <a:spLocks noGrp="1"/>
          </p:cNvSpPr>
          <p:nvPr>
            <p:ph type="title"/>
          </p:nvPr>
        </p:nvSpPr>
        <p:spPr>
          <a:xfrm>
            <a:off x="113386" y="14869"/>
            <a:ext cx="7281603" cy="316706"/>
          </a:xfrm>
        </p:spPr>
        <p:txBody>
          <a:bodyPr/>
          <a:lstStyle/>
          <a:p>
            <a:r>
              <a:rPr lang="en-US" altLang="ja-JP">
                <a:solidFill>
                  <a:srgbClr val="7F7F7F"/>
                </a:solidFill>
                <a:latin typeface="Meiryo UI"/>
                <a:ea typeface="Meiryo UI"/>
              </a:rPr>
              <a:t>3. </a:t>
            </a:r>
            <a:r>
              <a:rPr lang="ja-JP" altLang="en-US">
                <a:solidFill>
                  <a:srgbClr val="7F7F7F"/>
                </a:solidFill>
                <a:latin typeface="Meiryo UI"/>
                <a:ea typeface="Meiryo UI"/>
              </a:rPr>
              <a:t>体制</a:t>
            </a:r>
          </a:p>
        </p:txBody>
      </p:sp>
      <p:sp>
        <p:nvSpPr>
          <p:cNvPr id="5" name="Rectangle 12">
            <a:extLst>
              <a:ext uri="{FF2B5EF4-FFF2-40B4-BE49-F238E27FC236}">
                <a16:creationId xmlns:a16="http://schemas.microsoft.com/office/drawing/2014/main" id="{2B93692C-6344-2195-DEEB-A709C8E521F9}"/>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8</a:t>
            </a:fld>
            <a:endParaRPr lang="en-US" altLang="ja-JP">
              <a:solidFill>
                <a:srgbClr val="FFFFFF"/>
              </a:solidFill>
            </a:endParaRPr>
          </a:p>
        </p:txBody>
      </p:sp>
      <p:sp>
        <p:nvSpPr>
          <p:cNvPr id="8" name="テキスト ボックス 7">
            <a:extLst>
              <a:ext uri="{FF2B5EF4-FFF2-40B4-BE49-F238E27FC236}">
                <a16:creationId xmlns:a16="http://schemas.microsoft.com/office/drawing/2014/main" id="{2EB57A3D-2B3C-231B-5451-E2954021DEAC}"/>
              </a:ext>
            </a:extLst>
          </p:cNvPr>
          <p:cNvSpPr txBox="1"/>
          <p:nvPr/>
        </p:nvSpPr>
        <p:spPr>
          <a:xfrm>
            <a:off x="8105207" y="4375488"/>
            <a:ext cx="1127070" cy="589261"/>
          </a:xfrm>
          <a:prstGeom prst="rect">
            <a:avLst/>
          </a:prstGeom>
          <a:noFill/>
        </p:spPr>
        <p:txBody>
          <a:bodyPr wrap="none" lIns="77916" tIns="38958" rIns="77916" bIns="38958" rtlCol="0" anchor="t">
            <a:noAutofit/>
          </a:bodyPr>
          <a:lstStyle/>
          <a:p>
            <a:r>
              <a:rPr kumimoji="1" lang="ja-JP" altLang="en-US" sz="1400">
                <a:latin typeface="Meiryo UI" panose="020B0604030504040204" pitchFamily="50" charset="-128"/>
                <a:ea typeface="Meiryo UI" panose="020B0604030504040204" pitchFamily="50" charset="-128"/>
                <a:cs typeface="Meiryo UI" panose="020B0604030504040204" pitchFamily="50" charset="-128"/>
              </a:rPr>
              <a:t>★は副主査</a:t>
            </a:r>
          </a:p>
          <a:p>
            <a:r>
              <a:rPr lang="ja-JP" altLang="en-US" sz="1400">
                <a:latin typeface="Meiryo UI"/>
                <a:ea typeface="Meiryo UI"/>
                <a:cs typeface="Meiryo UI" panose="020B0604030504040204" pitchFamily="50" charset="-128"/>
              </a:rPr>
              <a:t>()はチーム名</a:t>
            </a:r>
            <a:endParaRPr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3" name="表 14">
            <a:extLst>
              <a:ext uri="{FF2B5EF4-FFF2-40B4-BE49-F238E27FC236}">
                <a16:creationId xmlns:a16="http://schemas.microsoft.com/office/drawing/2014/main" id="{EC18DF6F-C7CF-30A6-E70A-2906204D493A}"/>
              </a:ext>
            </a:extLst>
          </p:cNvPr>
          <p:cNvGraphicFramePr>
            <a:graphicFrameLocks noGrp="1"/>
          </p:cNvGraphicFramePr>
          <p:nvPr>
            <p:extLst>
              <p:ext uri="{D42A27DB-BD31-4B8C-83A1-F6EECF244321}">
                <p14:modId xmlns:p14="http://schemas.microsoft.com/office/powerpoint/2010/main" val="191391575"/>
              </p:ext>
            </p:extLst>
          </p:nvPr>
        </p:nvGraphicFramePr>
        <p:xfrm>
          <a:off x="112975" y="363017"/>
          <a:ext cx="4023360" cy="555061"/>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300181">
                <a:tc gridSpan="2">
                  <a:txBody>
                    <a:bodyPr/>
                    <a:lstStyle/>
                    <a:p>
                      <a:pPr>
                        <a:buNone/>
                      </a:pPr>
                      <a:r>
                        <a:rPr lang="en-US" altLang="ja-JP" sz="1200" b="1">
                          <a:latin typeface="Meiryo UI"/>
                        </a:rPr>
                        <a:t>主査</a:t>
                      </a:r>
                      <a:endParaRPr kumimoji="1" lang="en-US" altLang="ja-JP" sz="1200" b="1" err="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51633">
                <a:tc>
                  <a:txBody>
                    <a:bodyPr/>
                    <a:lstStyle/>
                    <a:p>
                      <a:pPr marL="0" lvl="0" indent="0" algn="l">
                        <a:lnSpc>
                          <a:spcPct val="100000"/>
                        </a:lnSpc>
                        <a:buNone/>
                      </a:pPr>
                      <a:r>
                        <a:rPr kumimoji="1" lang="ja-JP" altLang="en-US" sz="1200" b="0" i="0" u="none" strike="noStrike" kern="1200" noProof="0">
                          <a:solidFill>
                            <a:srgbClr val="000000"/>
                          </a:solidFill>
                          <a:latin typeface="Meiryo UI"/>
                          <a:ea typeface="Meiryo UI"/>
                          <a:cs typeface="+mn-cs"/>
                        </a:rPr>
                        <a:t>福島　直人</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6" name="表 14">
            <a:extLst>
              <a:ext uri="{FF2B5EF4-FFF2-40B4-BE49-F238E27FC236}">
                <a16:creationId xmlns:a16="http://schemas.microsoft.com/office/drawing/2014/main" id="{0DB2FBBA-AC43-1EDA-27A9-F7A42419EF30}"/>
              </a:ext>
            </a:extLst>
          </p:cNvPr>
          <p:cNvGraphicFramePr>
            <a:graphicFrameLocks noGrp="1"/>
          </p:cNvGraphicFramePr>
          <p:nvPr>
            <p:extLst>
              <p:ext uri="{D42A27DB-BD31-4B8C-83A1-F6EECF244321}">
                <p14:modId xmlns:p14="http://schemas.microsoft.com/office/powerpoint/2010/main" val="1457575815"/>
              </p:ext>
            </p:extLst>
          </p:nvPr>
        </p:nvGraphicFramePr>
        <p:xfrm>
          <a:off x="113092" y="972547"/>
          <a:ext cx="4023360" cy="1062813"/>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243215657"/>
                    </a:ext>
                  </a:extLst>
                </a:gridCol>
                <a:gridCol w="2651760">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コーディネーター</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谷脇　正樹</a:t>
                      </a:r>
                      <a:endParaRPr kumimoji="1" lang="en-US" altLang="ja-JP" sz="1200" b="0" i="0" u="none" strike="noStrike" kern="1200">
                        <a:solidFill>
                          <a:srgbClr val="000000"/>
                        </a:solidFill>
                        <a:latin typeface="Meiryo UI"/>
                        <a:ea typeface="Meiryo UI"/>
                        <a:cs typeface="+mn-cs"/>
                      </a:endParaRPr>
                    </a:p>
                  </a:txBody>
                  <a:tcPr marT="36000" marB="36000">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a:t>
                      </a:r>
                      <a:r>
                        <a:rPr kumimoji="1" lang="ja-JP" altLang="en-US" sz="1200" b="0" i="0" u="none" strike="noStrike" kern="1200" noProof="0">
                          <a:solidFill>
                            <a:srgbClr val="000000"/>
                          </a:solidFill>
                          <a:latin typeface="Meiryo UI"/>
                          <a:ea typeface="Meiryo UI"/>
                          <a:cs typeface="+mn-cs"/>
                        </a:rPr>
                        <a:t>海上日</a:t>
                      </a:r>
                      <a:r>
                        <a:rPr lang="ja-JP" sz="1200" b="0" i="0" u="none" strike="noStrike" noProof="0">
                          <a:solidFill>
                            <a:srgbClr val="000000"/>
                          </a:solidFill>
                          <a:latin typeface="Meiryo UI"/>
                          <a:ea typeface="Meiryo UI"/>
                        </a:rPr>
                        <a:t>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髙橋　博実</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357304374"/>
                  </a:ext>
                </a:extLst>
              </a:tr>
              <a:tr h="191863">
                <a:tc>
                  <a:txBody>
                    <a:bodyPr/>
                    <a:lstStyle/>
                    <a:p>
                      <a:pPr lvl="0" algn="l">
                        <a:lnSpc>
                          <a:spcPct val="100000"/>
                        </a:lnSpc>
                        <a:spcBef>
                          <a:spcPts val="0"/>
                        </a:spcBef>
                        <a:spcAft>
                          <a:spcPts val="0"/>
                        </a:spcAft>
                        <a:buNone/>
                      </a:pPr>
                      <a:r>
                        <a:rPr kumimoji="1" lang="ja-JP" altLang="en-US" sz="1200" b="0" i="0" u="none" strike="noStrike" kern="1200" noProof="0">
                          <a:solidFill>
                            <a:srgbClr val="000000"/>
                          </a:solidFill>
                          <a:latin typeface="Meiryo UI"/>
                          <a:ea typeface="Meiryo UI"/>
                          <a:cs typeface="+mn-cs"/>
                        </a:rPr>
                        <a:t>櫻井　豊明</a:t>
                      </a:r>
                      <a:endParaRPr kumimoji="1" lang="en-US" altLang="ja-JP" sz="1200" b="0" i="0" u="none" strike="noStrike" kern="1200">
                        <a:solidFill>
                          <a:srgbClr val="000000"/>
                        </a:solidFill>
                        <a:latin typeface="Meiryo UI"/>
                        <a:ea typeface="Meiryo UI"/>
                        <a:cs typeface="+mn-cs"/>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4176193427"/>
                  </a:ext>
                </a:extLst>
              </a:tr>
            </a:tbl>
          </a:graphicData>
        </a:graphic>
      </p:graphicFrame>
      <p:graphicFrame>
        <p:nvGraphicFramePr>
          <p:cNvPr id="9" name="表 14">
            <a:extLst>
              <a:ext uri="{FF2B5EF4-FFF2-40B4-BE49-F238E27FC236}">
                <a16:creationId xmlns:a16="http://schemas.microsoft.com/office/drawing/2014/main" id="{D0A2CC2F-E126-64DD-32A4-1C5F3361211B}"/>
              </a:ext>
            </a:extLst>
          </p:cNvPr>
          <p:cNvGraphicFramePr>
            <a:graphicFrameLocks noGrp="1"/>
          </p:cNvGraphicFramePr>
          <p:nvPr>
            <p:extLst>
              <p:ext uri="{D42A27DB-BD31-4B8C-83A1-F6EECF244321}">
                <p14:modId xmlns:p14="http://schemas.microsoft.com/office/powerpoint/2010/main" val="2977268359"/>
              </p:ext>
            </p:extLst>
          </p:nvPr>
        </p:nvGraphicFramePr>
        <p:xfrm>
          <a:off x="114040" y="2117766"/>
          <a:ext cx="4023359" cy="2847226"/>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a:buNone/>
                      </a:pPr>
                      <a:r>
                        <a:rPr lang="en-US" altLang="ja-JP" sz="1200" b="1">
                          <a:latin typeface="Meiryo UI"/>
                        </a:rPr>
                        <a:t>分科会_拡大　（やる気/元気）</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平田　龍太郎</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ENEOSﾎｰﾙﾃﾞｨﾝｸﾞｽ株式会社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辻　隆嗣</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ｷﾘﾝﾎｰﾙﾃﾞｨﾝｸﾞｽ株式会社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小野　幹太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安井　七海</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三菱自動車工業株式会社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5614951"/>
                  </a:ext>
                </a:extLst>
              </a:tr>
              <a:tr h="255133">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上野　蒼太</a:t>
                      </a:r>
                      <a:r>
                        <a:rPr lang="ja-JP" altLang="en-US" sz="1200" b="0" i="0" u="none" strike="noStrike" noProof="0">
                          <a:solidFill>
                            <a:srgbClr val="000000"/>
                          </a:solidFill>
                          <a:latin typeface="Meiryo UI"/>
                          <a:ea typeface="Meiryo UI"/>
                        </a:rPr>
                        <a:t>★</a:t>
                      </a:r>
                      <a:endParaRPr lang="en-US" altLang="ja-JP" sz="1200" b="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三菱商事株式会社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鈴木　杏優</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三菱ﾏﾃﾘｱﾙ株式会社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永水　俊雅</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中川　このみ</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2877773790"/>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八木　彰之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明治安田ｼｽﾃﾑ･ﾃｸﾉﾛｼﾞｰ株式会社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4246577018"/>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安竹　彦馬</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411239200"/>
                  </a:ext>
                </a:extLst>
              </a:tr>
            </a:tbl>
          </a:graphicData>
        </a:graphic>
      </p:graphicFrame>
      <p:graphicFrame>
        <p:nvGraphicFramePr>
          <p:cNvPr id="14" name="表 14">
            <a:extLst>
              <a:ext uri="{FF2B5EF4-FFF2-40B4-BE49-F238E27FC236}">
                <a16:creationId xmlns:a16="http://schemas.microsoft.com/office/drawing/2014/main" id="{81CF28A4-EEDB-E592-71A3-5D2C5757D04E}"/>
              </a:ext>
            </a:extLst>
          </p:cNvPr>
          <p:cNvGraphicFramePr>
            <a:graphicFrameLocks noGrp="1"/>
          </p:cNvGraphicFramePr>
          <p:nvPr>
            <p:extLst>
              <p:ext uri="{D42A27DB-BD31-4B8C-83A1-F6EECF244321}">
                <p14:modId xmlns:p14="http://schemas.microsoft.com/office/powerpoint/2010/main" val="660344466"/>
              </p:ext>
            </p:extLst>
          </p:nvPr>
        </p:nvGraphicFramePr>
        <p:xfrm>
          <a:off x="4430621" y="3129533"/>
          <a:ext cx="4023359" cy="1825235"/>
        </p:xfrm>
        <a:graphic>
          <a:graphicData uri="http://schemas.openxmlformats.org/drawingml/2006/table">
            <a:tbl>
              <a:tblPr firstRow="1" bandRow="1">
                <a:tableStyleId>{2D5ABB26-0587-4C30-8999-92F81FD0307C}</a:tableStyleId>
              </a:tblPr>
              <a:tblGrid>
                <a:gridCol w="1371138">
                  <a:extLst>
                    <a:ext uri="{9D8B030D-6E8A-4147-A177-3AD203B41FA5}">
                      <a16:colId xmlns:a16="http://schemas.microsoft.com/office/drawing/2014/main" val="1243215657"/>
                    </a:ext>
                  </a:extLst>
                </a:gridCol>
                <a:gridCol w="2652221">
                  <a:extLst>
                    <a:ext uri="{9D8B030D-6E8A-4147-A177-3AD203B41FA5}">
                      <a16:colId xmlns:a16="http://schemas.microsoft.com/office/drawing/2014/main" val="817759694"/>
                    </a:ext>
                  </a:extLst>
                </a:gridCol>
              </a:tblGrid>
              <a:tr h="295955">
                <a:tc gridSpan="2">
                  <a:txBody>
                    <a:bodyPr/>
                    <a:lstStyle/>
                    <a:p>
                      <a:pPr>
                        <a:buNone/>
                      </a:pPr>
                      <a:r>
                        <a:rPr lang="en-US" altLang="ja-JP" sz="1200" b="1">
                          <a:latin typeface="Meiryo UI"/>
                        </a:rPr>
                        <a:t>分科会_AI変革　（</a:t>
                      </a:r>
                      <a:r>
                        <a:rPr lang="en-US" sz="1200" b="1" i="0">
                          <a:solidFill>
                            <a:srgbClr val="242424"/>
                          </a:solidFill>
                          <a:latin typeface="Meiryo UI"/>
                        </a:rPr>
                        <a:t>AgileForge</a:t>
                      </a:r>
                      <a:r>
                        <a:rPr lang="en-US" altLang="ja-JP" sz="1200" b="1">
                          <a:latin typeface="Meiryo UI"/>
                        </a:rPr>
                        <a:t>）</a:t>
                      </a:r>
                      <a:endParaRPr kumimoji="1" lang="en-US" altLang="ja-JP" sz="1200" b="1">
                        <a:latin typeface="Meiryo UI"/>
                      </a:endParaRPr>
                    </a:p>
                  </a:txBody>
                  <a:tcPr marT="36000" marB="360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遠藤　瞳</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小田　和弥</a:t>
                      </a:r>
                      <a:r>
                        <a:rPr lang="ja-JP" altLang="en-US" sz="1200" b="0" i="0" u="none" strike="noStrike" noProof="0">
                          <a:solidFill>
                            <a:srgbClr val="000000"/>
                          </a:solidFill>
                          <a:latin typeface="Meiryo UI"/>
                          <a:ea typeface="Meiryo UI"/>
                        </a:rPr>
                        <a:t>★</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310739657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桑野　陽介</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三菱HCｷｬﾋﾟﾀﾙ株式会社</a:t>
                      </a:r>
                      <a:endParaRPr lang="en-US" altLang="ja-JP" sz="1200">
                        <a:latin typeface="Meiryo UI"/>
                      </a:endParaRPr>
                    </a:p>
                  </a:txBody>
                  <a:tcPr marT="36000" marB="36000">
                    <a:lnL w="0">
                      <a:noFill/>
                    </a:lnL>
                    <a:lnR w="0">
                      <a:noFill/>
                    </a:lnR>
                    <a:lnT w="0">
                      <a:noFill/>
                    </a:lnT>
                    <a:lnB w="0">
                      <a:noFill/>
                    </a:lnB>
                  </a:tcPr>
                </a:tc>
                <a:extLst>
                  <a:ext uri="{0D108BD9-81ED-4DB2-BD59-A6C34878D82A}">
                    <a16:rowId xmlns:a16="http://schemas.microsoft.com/office/drawing/2014/main" val="1148194135"/>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昌崎　良浩</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三菱ｹﾐｶﾙ株式会社</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佐藤　慶彦</a:t>
                      </a:r>
                      <a:endParaRPr lang="en-US" altLang="ja-JP" sz="1200">
                        <a:latin typeface="Meiryo UI"/>
                      </a:endParaRPr>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株式会社三菱UFJ銀行</a:t>
                      </a:r>
                      <a:endParaRPr lang="en-US" altLang="ja-JP" sz="1200">
                        <a:latin typeface="Meiryo UI"/>
                      </a:endParaRP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1239200"/>
                  </a:ext>
                </a:extLst>
              </a:tr>
              <a:tr h="252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荻野　純平</a:t>
                      </a:r>
                      <a:endParaRPr lang="en-US" altLang="ja-JP" sz="1200">
                        <a:latin typeface="Meiryo UI"/>
                      </a:endParaRP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a:t>
                      </a:r>
                      <a:r>
                        <a:rPr lang="ja-JP" altLang="en-US" sz="1200" b="0" i="0" u="none" strike="noStrike" noProof="0">
                          <a:solidFill>
                            <a:srgbClr val="000000"/>
                          </a:solidFill>
                          <a:latin typeface="Meiryo UI"/>
                          <a:ea typeface="Meiryo UI"/>
                        </a:rPr>
                        <a:t>ｼｽﾃﾑ･ﾃｸﾉﾛｼﾞｰ</a:t>
                      </a:r>
                      <a:r>
                        <a:rPr lang="ja-JP" sz="1200" b="0" i="0" u="none" strike="noStrike" noProof="0">
                          <a:solidFill>
                            <a:srgbClr val="000000"/>
                          </a:solidFill>
                          <a:latin typeface="Meiryo UI"/>
                          <a:ea typeface="Meiryo UI"/>
                        </a:rPr>
                        <a:t>株式会社</a:t>
                      </a:r>
                      <a:endParaRPr lang="ja-JP" altLang="en-US" sz="1200" b="0" i="0" u="none" strike="noStrike" noProof="0">
                        <a:solidFill>
                          <a:srgbClr val="000000"/>
                        </a:solidFill>
                        <a:latin typeface="Meiryo UI"/>
                        <a:ea typeface="Meiryo UI"/>
                      </a:endParaRPr>
                    </a:p>
                  </a:txBody>
                  <a:tcPr marT="36000" marB="36000">
                    <a:lnL w="0">
                      <a:noFill/>
                    </a:lnL>
                    <a:lnR w="0">
                      <a:noFill/>
                    </a:lnR>
                    <a:lnT w="0">
                      <a:noFill/>
                    </a:lnT>
                    <a:lnB w="0">
                      <a:noFill/>
                    </a:lnB>
                  </a:tcPr>
                </a:tc>
                <a:extLst>
                  <a:ext uri="{0D108BD9-81ED-4DB2-BD59-A6C34878D82A}">
                    <a16:rowId xmlns:a16="http://schemas.microsoft.com/office/drawing/2014/main" val="835167200"/>
                  </a:ext>
                </a:extLst>
              </a:tr>
            </a:tbl>
          </a:graphicData>
        </a:graphic>
      </p:graphicFrame>
      <p:graphicFrame>
        <p:nvGraphicFramePr>
          <p:cNvPr id="4" name="表 14">
            <a:extLst>
              <a:ext uri="{FF2B5EF4-FFF2-40B4-BE49-F238E27FC236}">
                <a16:creationId xmlns:a16="http://schemas.microsoft.com/office/drawing/2014/main" id="{1F099318-8408-F823-37D5-7532CD2FB5EF}"/>
              </a:ext>
            </a:extLst>
          </p:cNvPr>
          <p:cNvGraphicFramePr>
            <a:graphicFrameLocks noGrp="1"/>
          </p:cNvGraphicFramePr>
          <p:nvPr>
            <p:extLst>
              <p:ext uri="{D42A27DB-BD31-4B8C-83A1-F6EECF244321}">
                <p14:modId xmlns:p14="http://schemas.microsoft.com/office/powerpoint/2010/main" val="2493294245"/>
              </p:ext>
            </p:extLst>
          </p:nvPr>
        </p:nvGraphicFramePr>
        <p:xfrm>
          <a:off x="4432949" y="362444"/>
          <a:ext cx="4023359" cy="2592093"/>
        </p:xfrm>
        <a:graphic>
          <a:graphicData uri="http://schemas.openxmlformats.org/drawingml/2006/table">
            <a:tbl>
              <a:tblPr firstRow="1" bandRow="1">
                <a:tableStyleId>{2D5ABB26-0587-4C30-8999-92F81FD0307C}</a:tableStyleId>
              </a:tblPr>
              <a:tblGrid>
                <a:gridCol w="1364288">
                  <a:extLst>
                    <a:ext uri="{9D8B030D-6E8A-4147-A177-3AD203B41FA5}">
                      <a16:colId xmlns:a16="http://schemas.microsoft.com/office/drawing/2014/main" val="1243215657"/>
                    </a:ext>
                  </a:extLst>
                </a:gridCol>
                <a:gridCol w="2659071">
                  <a:extLst>
                    <a:ext uri="{9D8B030D-6E8A-4147-A177-3AD203B41FA5}">
                      <a16:colId xmlns:a16="http://schemas.microsoft.com/office/drawing/2014/main" val="817759694"/>
                    </a:ext>
                  </a:extLst>
                </a:gridCol>
              </a:tblGrid>
              <a:tr h="298173">
                <a:tc gridSpan="2">
                  <a:txBody>
                    <a:bodyPr/>
                    <a:lstStyle/>
                    <a:p>
                      <a:pPr lvl="0">
                        <a:buNone/>
                      </a:pPr>
                      <a:r>
                        <a:rPr lang="en-US" sz="1200" b="1" i="0" u="none" strike="noStrike" noProof="0">
                          <a:solidFill>
                            <a:srgbClr val="000000"/>
                          </a:solidFill>
                          <a:latin typeface="Meiryo UI"/>
                        </a:rPr>
                        <a:t>分科会_深化高度化　（アジャイル十字軍）</a:t>
                      </a:r>
                      <a:endParaRPr kumimoji="1" lang="en-US" sz="1200" b="1" i="0" u="none" strike="noStrike" noProof="0">
                        <a:solidFill>
                          <a:srgbClr val="000000"/>
                        </a:solidFill>
                        <a:latin typeface="Meiryo UI"/>
                      </a:endParaRPr>
                    </a:p>
                  </a:txBody>
                  <a:tcPr marT="36000" marB="36000"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hMerge="1">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endParaRPr>
                    </a:p>
                  </a:txBody>
                  <a:tcPr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148441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川又　聖史</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東京海上日動ｼｽﾃﾑｽﾞ株式会社</a:t>
                      </a:r>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2415414999"/>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高橋　諒</a:t>
                      </a:r>
                      <a:endParaRPr lang="en-US" altLang="ja-JP"/>
                    </a:p>
                  </a:txBody>
                  <a:tcPr marT="36000" marB="36000">
                    <a:lnL w="0">
                      <a:noFill/>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三菱電機株式会社</a:t>
                      </a:r>
                      <a:endParaRPr lang="en-US" altLang="ja-JP"/>
                    </a:p>
                  </a:txBody>
                  <a:tcPr marT="36000" marB="36000">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dot"/>
                      <a:round/>
                      <a:headEnd type="none" w="med" len="med"/>
                      <a:tailEnd type="none" w="med" len="med"/>
                    </a:lnT>
                    <a:lnB w="0" cap="flat" cmpd="sng" algn="ctr">
                      <a:noFill/>
                      <a:prstDash val="dot"/>
                      <a:round/>
                      <a:headEnd type="none" w="med" len="med"/>
                      <a:tailEnd type="none" w="med" len="med"/>
                    </a:lnB>
                  </a:tcPr>
                </a:tc>
                <a:extLst>
                  <a:ext uri="{0D108BD9-81ED-4DB2-BD59-A6C34878D82A}">
                    <a16:rowId xmlns:a16="http://schemas.microsoft.com/office/drawing/2014/main" val="929507597"/>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土屋　遼太郎</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三菱UFJｲﾝﾌｫﾒｰｼｮﾝﾃｸﾉﾛｼﾞｰ株式会社</a:t>
                      </a:r>
                    </a:p>
                  </a:txBody>
                  <a:tcPr marT="36000" marB="36000">
                    <a:lnL w="0">
                      <a:noFill/>
                    </a:lnL>
                    <a:lnR w="0">
                      <a:noFill/>
                    </a:lnR>
                    <a:lnT w="0">
                      <a:noFill/>
                    </a:lnT>
                    <a:lnB w="0">
                      <a:noFill/>
                    </a:lnB>
                  </a:tcPr>
                </a:tc>
                <a:extLst>
                  <a:ext uri="{0D108BD9-81ED-4DB2-BD59-A6C34878D82A}">
                    <a16:rowId xmlns:a16="http://schemas.microsoft.com/office/drawing/2014/main" val="101811218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網野　智仁</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三菱UFJ信託銀行株式会社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90890448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小林　嵩</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三菱UFJﾄﾗｽﾄｼｽﾃﾑ株式会社</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155614951"/>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山脇　美結</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三菱UFJﾓﾙｶﾞﾝ･ｽﾀﾝﾚｰ証券株式会社</a:t>
                      </a:r>
                    </a:p>
                  </a:txBody>
                  <a:tcPr marT="36000" marB="36000">
                    <a:lnL w="0">
                      <a:noFill/>
                    </a:lnL>
                    <a:lnR w="0">
                      <a:noFill/>
                    </a:lnR>
                    <a:lnT w="0">
                      <a:noFill/>
                    </a:lnT>
                    <a:lnB w="0">
                      <a:noFill/>
                    </a:lnB>
                  </a:tcPr>
                </a:tc>
                <a:extLst>
                  <a:ext uri="{0D108BD9-81ED-4DB2-BD59-A6C34878D82A}">
                    <a16:rowId xmlns:a16="http://schemas.microsoft.com/office/drawing/2014/main" val="126413496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村上　淳★</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572658308"/>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山田　翔太</a:t>
                      </a:r>
                      <a:endParaRPr lang="en-US" altLang="ja-JP"/>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明治安田生命保険相互会社</a:t>
                      </a:r>
                    </a:p>
                  </a:txBody>
                  <a:tcPr marT="36000" marB="36000">
                    <a:lnL w="0">
                      <a:noFill/>
                    </a:lnL>
                    <a:lnR w="0">
                      <a:noFill/>
                    </a:lnR>
                    <a:lnT w="0">
                      <a:noFill/>
                    </a:lnT>
                    <a:lnB w="0">
                      <a:noFill/>
                    </a:lnB>
                  </a:tcPr>
                </a:tc>
                <a:extLst>
                  <a:ext uri="{0D108BD9-81ED-4DB2-BD59-A6C34878D82A}">
                    <a16:rowId xmlns:a16="http://schemas.microsoft.com/office/drawing/2014/main" val="1764676296"/>
                  </a:ext>
                </a:extLst>
              </a:tr>
              <a:tr h="216000">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渡邊　雄一郎</a:t>
                      </a:r>
                    </a:p>
                  </a:txBody>
                  <a:tcPr marT="36000" marB="36000">
                    <a:lnL w="0">
                      <a:noFill/>
                    </a:lnL>
                    <a:lnR w="0">
                      <a:noFill/>
                    </a:lnR>
                    <a:lnT w="0">
                      <a:noFill/>
                    </a:lnT>
                    <a:lnB w="0">
                      <a:noFill/>
                    </a:lnB>
                  </a:tcPr>
                </a:tc>
                <a:tc>
                  <a:txBody>
                    <a:bodyPr/>
                    <a:lstStyle/>
                    <a:p>
                      <a:pPr lvl="0" algn="l">
                        <a:lnSpc>
                          <a:spcPct val="100000"/>
                        </a:lnSpc>
                        <a:spcBef>
                          <a:spcPts val="0"/>
                        </a:spcBef>
                        <a:spcAft>
                          <a:spcPts val="0"/>
                        </a:spcAft>
                        <a:buNone/>
                      </a:pPr>
                      <a:r>
                        <a:rPr lang="ja-JP" sz="1200" b="0" i="0" u="none" strike="noStrike" noProof="0">
                          <a:solidFill>
                            <a:srgbClr val="000000"/>
                          </a:solidFill>
                          <a:latin typeface="Meiryo UI"/>
                          <a:ea typeface="Meiryo UI"/>
                        </a:rPr>
                        <a:t>株式会社ﾛｰｿﾝ</a:t>
                      </a:r>
                      <a:endParaRPr lang="en-US" altLang="ja-JP"/>
                    </a:p>
                  </a:txBody>
                  <a:tcPr marT="36000" marB="36000">
                    <a:lnL w="0">
                      <a:noFill/>
                    </a:lnL>
                    <a:lnR w="0">
                      <a:noFill/>
                    </a:lnR>
                    <a:lnT w="0">
                      <a:noFill/>
                    </a:lnT>
                    <a:lnB w="0">
                      <a:noFill/>
                    </a:lnB>
                  </a:tcPr>
                </a:tc>
                <a:extLst>
                  <a:ext uri="{0D108BD9-81ED-4DB2-BD59-A6C34878D82A}">
                    <a16:rowId xmlns:a16="http://schemas.microsoft.com/office/drawing/2014/main" val="2877773790"/>
                  </a:ext>
                </a:extLst>
              </a:tr>
            </a:tbl>
          </a:graphicData>
        </a:graphic>
      </p:graphicFrame>
      <p:sp>
        <p:nvSpPr>
          <p:cNvPr id="10" name="テキスト ボックス 9">
            <a:extLst>
              <a:ext uri="{FF2B5EF4-FFF2-40B4-BE49-F238E27FC236}">
                <a16:creationId xmlns:a16="http://schemas.microsoft.com/office/drawing/2014/main" id="{EBD26EAE-BB0C-E4DA-CE8D-78E40619E4E8}"/>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68256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D44-B111-7BF8-9BEB-9AE119E4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8F3FA-BF52-AFA4-E1F5-67A1BBEDD2E4}"/>
              </a:ext>
            </a:extLst>
          </p:cNvPr>
          <p:cNvSpPr>
            <a:spLocks noGrp="1"/>
          </p:cNvSpPr>
          <p:nvPr>
            <p:ph type="title"/>
          </p:nvPr>
        </p:nvSpPr>
        <p:spPr>
          <a:xfrm>
            <a:off x="113386" y="14869"/>
            <a:ext cx="7281603" cy="316706"/>
          </a:xfrm>
        </p:spPr>
        <p:txBody>
          <a:bodyPr/>
          <a:lstStyle/>
          <a:p>
            <a:r>
              <a:rPr lang="ja-JP" altLang="en-US">
                <a:solidFill>
                  <a:schemeClr val="tx1"/>
                </a:solidFill>
                <a:latin typeface="Meiryo UI"/>
                <a:ea typeface="Meiryo UI"/>
              </a:rPr>
              <a:t>目次</a:t>
            </a:r>
          </a:p>
        </p:txBody>
      </p:sp>
      <p:sp>
        <p:nvSpPr>
          <p:cNvPr id="8" name="正方形/長方形 7">
            <a:extLst>
              <a:ext uri="{FF2B5EF4-FFF2-40B4-BE49-F238E27FC236}">
                <a16:creationId xmlns:a16="http://schemas.microsoft.com/office/drawing/2014/main" id="{2E9F6FDE-95FD-436A-3959-3C20416939B0}"/>
              </a:ext>
            </a:extLst>
          </p:cNvPr>
          <p:cNvSpPr/>
          <p:nvPr/>
        </p:nvSpPr>
        <p:spPr>
          <a:xfrm>
            <a:off x="608686" y="673727"/>
            <a:ext cx="7981594" cy="405273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7916" tIns="38958" rIns="77916" bIns="38958" rtlCol="0" anchor="t" anchorCtr="0"/>
          <a:lstStyle/>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研究の背景</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研究の目的</a:t>
            </a:r>
            <a:endParaRPr lang="en-US" altLang="ja-JP" sz="2400" b="1" dirty="0">
              <a:solidFill>
                <a:schemeClr val="bg1">
                  <a:lumMod val="65000"/>
                </a:schemeClr>
              </a:solidFill>
              <a:latin typeface="Meiryo UI"/>
              <a:ea typeface="Meiryo UI"/>
            </a:endParaRPr>
          </a:p>
          <a:p>
            <a:pPr marL="292100" indent="-292100" defTabSz="718291" fontAlgn="base">
              <a:spcBef>
                <a:spcPts val="511"/>
              </a:spcBef>
              <a:spcAft>
                <a:spcPct val="0"/>
              </a:spcAft>
              <a:buFont typeface="+mj-lt"/>
              <a:buAutoNum type="arabicPeriod"/>
            </a:pPr>
            <a:r>
              <a:rPr lang="ja-JP" altLang="en-US" sz="2400" b="1" dirty="0">
                <a:solidFill>
                  <a:schemeClr val="bg1">
                    <a:lumMod val="65000"/>
                  </a:schemeClr>
                </a:solidFill>
                <a:latin typeface="Meiryo UI"/>
                <a:ea typeface="Meiryo UI"/>
              </a:rPr>
              <a:t> 体制</a:t>
            </a:r>
          </a:p>
          <a:p>
            <a:pPr marL="292100" indent="-292100" defTabSz="718291">
              <a:spcBef>
                <a:spcPts val="511"/>
              </a:spcBef>
              <a:spcAft>
                <a:spcPct val="0"/>
              </a:spcAft>
              <a:buAutoNum type="arabicPeriod"/>
            </a:pPr>
            <a:r>
              <a:rPr lang="ja-JP" altLang="en-US" sz="2400" b="1" dirty="0">
                <a:solidFill>
                  <a:schemeClr val="bg1">
                    <a:lumMod val="65000"/>
                  </a:schemeClr>
                </a:solidFill>
                <a:latin typeface="Meiryo UI"/>
                <a:ea typeface="Meiryo UI"/>
              </a:rPr>
              <a:t> 活動実績</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-1.</a:t>
            </a:r>
            <a:r>
              <a:rPr lang="en-US" altLang="ja-JP" sz="2400" b="1" dirty="0">
                <a:solidFill>
                  <a:schemeClr val="bg1">
                    <a:lumMod val="65000"/>
                  </a:schemeClr>
                </a:solidFill>
                <a:latin typeface="Meiryo UI"/>
                <a:ea typeface="Meiryo UI"/>
              </a:rPr>
              <a:t> AI-Ready</a:t>
            </a:r>
            <a:r>
              <a:rPr lang="ja-JP" altLang="en-US" sz="2400" b="1" dirty="0">
                <a:solidFill>
                  <a:schemeClr val="bg1">
                    <a:lumMod val="65000"/>
                  </a:schemeClr>
                </a:solidFill>
                <a:latin typeface="Meiryo UI"/>
                <a:ea typeface="Meiryo UI"/>
              </a:rPr>
              <a:t>基盤</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-2</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駆動開発</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sz="2400" b="1" dirty="0">
                <a:solidFill>
                  <a:schemeClr val="bg1">
                    <a:lumMod val="65000"/>
                  </a:schemeClr>
                </a:solidFill>
                <a:latin typeface="Meiryo UI"/>
                <a:ea typeface="Meiryo UI"/>
              </a:rPr>
              <a:t>-3</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AI</a:t>
            </a:r>
            <a:r>
              <a:rPr lang="ja-JP" altLang="en-US" sz="2400" b="1" dirty="0">
                <a:solidFill>
                  <a:schemeClr val="bg1">
                    <a:lumMod val="65000"/>
                  </a:schemeClr>
                </a:solidFill>
                <a:latin typeface="Meiryo UI"/>
                <a:ea typeface="Meiryo UI"/>
              </a:rPr>
              <a:t>品質保証</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bg1">
                    <a:lumMod val="65000"/>
                  </a:schemeClr>
                </a:solidFill>
                <a:latin typeface="Meiryo UI"/>
                <a:ea typeface="Meiryo UI"/>
              </a:rPr>
              <a:t>　</a:t>
            </a:r>
            <a:r>
              <a:rPr lang="en-US" altLang="ja-JP" sz="2400" b="1" dirty="0">
                <a:solidFill>
                  <a:schemeClr val="bg1">
                    <a:lumMod val="65000"/>
                  </a:schemeClr>
                </a:solidFill>
                <a:latin typeface="Meiryo UI"/>
                <a:ea typeface="Meiryo UI"/>
              </a:rPr>
              <a:t>4</a:t>
            </a:r>
            <a:r>
              <a:rPr lang="ja-JP" altLang="ja-JP"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4</a:t>
            </a:r>
            <a:r>
              <a:rPr lang="ja-JP" altLang="en-US" sz="2400" b="1" dirty="0">
                <a:solidFill>
                  <a:schemeClr val="bg1">
                    <a:lumMod val="65000"/>
                  </a:schemeClr>
                </a:solidFill>
                <a:latin typeface="Meiryo UI"/>
                <a:ea typeface="Meiryo UI"/>
              </a:rPr>
              <a:t>.</a:t>
            </a:r>
            <a:r>
              <a:rPr lang="en-US" altLang="ja-JP" sz="2400" b="1" dirty="0">
                <a:solidFill>
                  <a:schemeClr val="bg1">
                    <a:lumMod val="65000"/>
                  </a:schemeClr>
                </a:solidFill>
                <a:latin typeface="Meiryo UI"/>
                <a:ea typeface="Meiryo UI"/>
              </a:rPr>
              <a:t> </a:t>
            </a:r>
            <a:r>
              <a:rPr lang="ja-JP" altLang="en-US" sz="2400" b="1" dirty="0">
                <a:solidFill>
                  <a:schemeClr val="bg1">
                    <a:lumMod val="65000"/>
                  </a:schemeClr>
                </a:solidFill>
                <a:latin typeface="Meiryo UI"/>
                <a:ea typeface="Meiryo UI"/>
              </a:rPr>
              <a:t>ｘｘｘｘ</a:t>
            </a:r>
            <a:endParaRPr lang="en-US" altLang="ja-JP" sz="2400" b="1" dirty="0">
              <a:solidFill>
                <a:schemeClr val="bg1">
                  <a:lumMod val="65000"/>
                </a:schemeClr>
              </a:solidFill>
              <a:latin typeface="Meiryo UI"/>
              <a:ea typeface="Meiryo UI"/>
            </a:endParaRPr>
          </a:p>
          <a:p>
            <a:pPr defTabSz="718291">
              <a:spcBef>
                <a:spcPts val="511"/>
              </a:spcBef>
              <a:spcAft>
                <a:spcPct val="0"/>
              </a:spcAft>
            </a:pPr>
            <a:r>
              <a:rPr lang="ja-JP" altLang="en-US" sz="2400" b="1" dirty="0">
                <a:solidFill>
                  <a:schemeClr val="tx1"/>
                </a:solidFill>
                <a:latin typeface="Meiryo UI"/>
                <a:ea typeface="Meiryo UI"/>
              </a:rPr>
              <a:t>５</a:t>
            </a:r>
            <a:r>
              <a:rPr lang="en-US" altLang="ja-JP" sz="2400" b="1" dirty="0">
                <a:solidFill>
                  <a:schemeClr val="tx1"/>
                </a:solidFill>
                <a:latin typeface="Meiryo UI"/>
                <a:ea typeface="Meiryo UI"/>
              </a:rPr>
              <a:t>. </a:t>
            </a:r>
            <a:r>
              <a:rPr lang="ja-JP" altLang="en-US" sz="2400" b="1" dirty="0">
                <a:solidFill>
                  <a:schemeClr val="tx1"/>
                </a:solidFill>
                <a:latin typeface="Meiryo UI"/>
                <a:ea typeface="Meiryo UI"/>
              </a:rPr>
              <a:t>今後の活動方針</a:t>
            </a:r>
          </a:p>
        </p:txBody>
      </p:sp>
      <p:sp>
        <p:nvSpPr>
          <p:cNvPr id="3" name="Rectangle 12">
            <a:extLst>
              <a:ext uri="{FF2B5EF4-FFF2-40B4-BE49-F238E27FC236}">
                <a16:creationId xmlns:a16="http://schemas.microsoft.com/office/drawing/2014/main" id="{A3A3D3F9-6BC4-7FBA-D0D1-C30F5B60ABA0}"/>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9</a:t>
            </a:fld>
            <a:endParaRPr lang="en-US" altLang="ja-JP">
              <a:solidFill>
                <a:srgbClr val="FFFFFF"/>
              </a:solidFill>
            </a:endParaRPr>
          </a:p>
        </p:txBody>
      </p:sp>
    </p:spTree>
    <p:extLst>
      <p:ext uri="{BB962C8B-B14F-4D97-AF65-F5344CB8AC3E}">
        <p14:creationId xmlns:p14="http://schemas.microsoft.com/office/powerpoint/2010/main" val="1041134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D6806-3881-9677-A1AB-F52E812D2233}"/>
            </a:ext>
          </a:extLst>
        </p:cNvPr>
        <p:cNvGrpSpPr/>
        <p:nvPr/>
      </p:nvGrpSpPr>
      <p:grpSpPr>
        <a:xfrm>
          <a:off x="0" y="0"/>
          <a:ext cx="0" cy="0"/>
          <a:chOff x="0" y="0"/>
          <a:chExt cx="0" cy="0"/>
        </a:xfrm>
      </p:grpSpPr>
      <p:graphicFrame>
        <p:nvGraphicFramePr>
          <p:cNvPr id="24" name="表 23">
            <a:extLst>
              <a:ext uri="{FF2B5EF4-FFF2-40B4-BE49-F238E27FC236}">
                <a16:creationId xmlns:a16="http://schemas.microsoft.com/office/drawing/2014/main" id="{63EF7961-CB2C-FA8E-B7EF-9A5009CA7C46}"/>
              </a:ext>
            </a:extLst>
          </p:cNvPr>
          <p:cNvGraphicFramePr>
            <a:graphicFrameLocks noGrp="1"/>
          </p:cNvGraphicFramePr>
          <p:nvPr>
            <p:extLst>
              <p:ext uri="{D42A27DB-BD31-4B8C-83A1-F6EECF244321}">
                <p14:modId xmlns:p14="http://schemas.microsoft.com/office/powerpoint/2010/main" val="2176138887"/>
              </p:ext>
            </p:extLst>
          </p:nvPr>
        </p:nvGraphicFramePr>
        <p:xfrm>
          <a:off x="266401" y="1337169"/>
          <a:ext cx="8604693" cy="3355080"/>
        </p:xfrm>
        <a:graphic>
          <a:graphicData uri="http://schemas.openxmlformats.org/drawingml/2006/table">
            <a:tbl>
              <a:tblPr firstRow="1" bandRow="1">
                <a:tableStyleId>{93296810-A885-4BE3-A3E7-6D5BEEA58F35}</a:tableStyleId>
              </a:tblPr>
              <a:tblGrid>
                <a:gridCol w="1476693">
                  <a:extLst>
                    <a:ext uri="{9D8B030D-6E8A-4147-A177-3AD203B41FA5}">
                      <a16:colId xmlns:a16="http://schemas.microsoft.com/office/drawing/2014/main" val="3201149595"/>
                    </a:ext>
                  </a:extLst>
                </a:gridCol>
                <a:gridCol w="648000">
                  <a:extLst>
                    <a:ext uri="{9D8B030D-6E8A-4147-A177-3AD203B41FA5}">
                      <a16:colId xmlns:a16="http://schemas.microsoft.com/office/drawing/2014/main" val="3989599733"/>
                    </a:ext>
                  </a:extLst>
                </a:gridCol>
                <a:gridCol w="648000">
                  <a:extLst>
                    <a:ext uri="{9D8B030D-6E8A-4147-A177-3AD203B41FA5}">
                      <a16:colId xmlns:a16="http://schemas.microsoft.com/office/drawing/2014/main" val="2762766989"/>
                    </a:ext>
                  </a:extLst>
                </a:gridCol>
                <a:gridCol w="648000">
                  <a:extLst>
                    <a:ext uri="{9D8B030D-6E8A-4147-A177-3AD203B41FA5}">
                      <a16:colId xmlns:a16="http://schemas.microsoft.com/office/drawing/2014/main" val="3758623080"/>
                    </a:ext>
                  </a:extLst>
                </a:gridCol>
                <a:gridCol w="648000">
                  <a:extLst>
                    <a:ext uri="{9D8B030D-6E8A-4147-A177-3AD203B41FA5}">
                      <a16:colId xmlns:a16="http://schemas.microsoft.com/office/drawing/2014/main" val="631799153"/>
                    </a:ext>
                  </a:extLst>
                </a:gridCol>
                <a:gridCol w="648000">
                  <a:extLst>
                    <a:ext uri="{9D8B030D-6E8A-4147-A177-3AD203B41FA5}">
                      <a16:colId xmlns:a16="http://schemas.microsoft.com/office/drawing/2014/main" val="2001099361"/>
                    </a:ext>
                  </a:extLst>
                </a:gridCol>
                <a:gridCol w="648000">
                  <a:extLst>
                    <a:ext uri="{9D8B030D-6E8A-4147-A177-3AD203B41FA5}">
                      <a16:colId xmlns:a16="http://schemas.microsoft.com/office/drawing/2014/main" val="860281465"/>
                    </a:ext>
                  </a:extLst>
                </a:gridCol>
                <a:gridCol w="648000">
                  <a:extLst>
                    <a:ext uri="{9D8B030D-6E8A-4147-A177-3AD203B41FA5}">
                      <a16:colId xmlns:a16="http://schemas.microsoft.com/office/drawing/2014/main" val="3712145226"/>
                    </a:ext>
                  </a:extLst>
                </a:gridCol>
                <a:gridCol w="648000">
                  <a:extLst>
                    <a:ext uri="{9D8B030D-6E8A-4147-A177-3AD203B41FA5}">
                      <a16:colId xmlns:a16="http://schemas.microsoft.com/office/drawing/2014/main" val="3404431892"/>
                    </a:ext>
                  </a:extLst>
                </a:gridCol>
                <a:gridCol w="648000">
                  <a:extLst>
                    <a:ext uri="{9D8B030D-6E8A-4147-A177-3AD203B41FA5}">
                      <a16:colId xmlns:a16="http://schemas.microsoft.com/office/drawing/2014/main" val="3525961113"/>
                    </a:ext>
                  </a:extLst>
                </a:gridCol>
                <a:gridCol w="648000">
                  <a:extLst>
                    <a:ext uri="{9D8B030D-6E8A-4147-A177-3AD203B41FA5}">
                      <a16:colId xmlns:a16="http://schemas.microsoft.com/office/drawing/2014/main" val="1165446763"/>
                    </a:ext>
                  </a:extLst>
                </a:gridCol>
                <a:gridCol w="648000">
                  <a:extLst>
                    <a:ext uri="{9D8B030D-6E8A-4147-A177-3AD203B41FA5}">
                      <a16:colId xmlns:a16="http://schemas.microsoft.com/office/drawing/2014/main" val="3959755864"/>
                    </a:ext>
                  </a:extLst>
                </a:gridCol>
              </a:tblGrid>
              <a:tr h="432000">
                <a:tc>
                  <a:txBody>
                    <a:bodyPr/>
                    <a:lstStyle/>
                    <a:p>
                      <a:pPr algn="ctr"/>
                      <a:endParaRPr kumimoji="1" lang="ja-JP" altLang="en-US">
                        <a:solidFill>
                          <a:schemeClr val="tx1"/>
                        </a:solidFill>
                        <a:latin typeface="Meiryo UI"/>
                        <a:ea typeface="Meiryo UI"/>
                      </a:endParaRP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5</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6</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7</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8</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9</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10</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1</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2</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tc>
                  <a:txBody>
                    <a:bodyPr/>
                    <a:lstStyle/>
                    <a:p>
                      <a:pPr algn="ctr"/>
                      <a:r>
                        <a:rPr kumimoji="1" lang="en-US" altLang="ja-JP" sz="1400">
                          <a:solidFill>
                            <a:schemeClr val="tx1"/>
                          </a:solidFill>
                          <a:latin typeface="Meiryo UI"/>
                          <a:ea typeface="Meiryo UI"/>
                        </a:rPr>
                        <a:t>3</a:t>
                      </a:r>
                      <a:r>
                        <a:rPr kumimoji="1" lang="ja-JP" altLang="en-US" sz="1400">
                          <a:solidFill>
                            <a:schemeClr val="tx1"/>
                          </a:solidFill>
                          <a:latin typeface="Meiryo UI"/>
                          <a:ea typeface="Meiryo UI"/>
                        </a:rPr>
                        <a:t>月</a:t>
                      </a:r>
                    </a:p>
                  </a:txBody>
                  <a:tcPr anchor="ctr">
                    <a:solidFill>
                      <a:schemeClr val="accent1">
                        <a:lumMod val="40000"/>
                        <a:lumOff val="60000"/>
                      </a:schemeClr>
                    </a:solidFill>
                  </a:tcPr>
                </a:tc>
                <a:extLst>
                  <a:ext uri="{0D108BD9-81ED-4DB2-BD59-A6C34878D82A}">
                    <a16:rowId xmlns:a16="http://schemas.microsoft.com/office/drawing/2014/main" val="2593806178"/>
                  </a:ext>
                </a:extLst>
              </a:tr>
              <a:tr h="712032">
                <a:tc>
                  <a:txBody>
                    <a:bodyPr/>
                    <a:lstStyle/>
                    <a:p>
                      <a:pPr lvl="0" algn="l">
                        <a:buNone/>
                      </a:pPr>
                      <a:r>
                        <a:rPr lang="ja-JP" altLang="en-US" sz="2000" b="0">
                          <a:latin typeface="Meiryo UI"/>
                          <a:ea typeface="Meiryo UI"/>
                        </a:rPr>
                        <a:t>イベント /</a:t>
                      </a:r>
                    </a:p>
                    <a:p>
                      <a:pPr lvl="0" algn="l">
                        <a:buNone/>
                      </a:pPr>
                      <a:r>
                        <a:rPr lang="ja-JP" altLang="en-US" sz="2000" b="0">
                          <a:latin typeface="Meiryo UI"/>
                          <a:ea typeface="Meiryo UI"/>
                        </a:rPr>
                        <a:t>スプリント</a:t>
                      </a:r>
                    </a:p>
                  </a:txBody>
                  <a:tcPr anchor="ct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tc>
                  <a:txBody>
                    <a:bodyPr/>
                    <a:lstStyle/>
                    <a:p>
                      <a:pPr lvl="0">
                        <a:buNone/>
                      </a:pPr>
                      <a:endParaRPr kumimoji="1" lang="ja-JP" altLang="en-US">
                        <a:latin typeface="Meiryo UI"/>
                        <a:ea typeface="Meiryo UI"/>
                      </a:endParaRPr>
                    </a:p>
                  </a:txBody>
                  <a:tcPr>
                    <a:solidFill>
                      <a:schemeClr val="bg1">
                        <a:lumMod val="95000"/>
                      </a:schemeClr>
                    </a:solidFill>
                  </a:tcPr>
                </a:tc>
                <a:extLst>
                  <a:ext uri="{0D108BD9-81ED-4DB2-BD59-A6C34878D82A}">
                    <a16:rowId xmlns:a16="http://schemas.microsoft.com/office/drawing/2014/main" val="1837537314"/>
                  </a:ext>
                </a:extLst>
              </a:tr>
              <a:tr h="712032">
                <a:tc>
                  <a:txBody>
                    <a:bodyPr/>
                    <a:lstStyle/>
                    <a:p>
                      <a:pPr algn="l"/>
                      <a:r>
                        <a:rPr lang="ja-JP" altLang="en-US" sz="2000" b="0">
                          <a:latin typeface="Meiryo UI"/>
                          <a:ea typeface="Meiryo UI"/>
                        </a:rPr>
                        <a:t>拡大</a:t>
                      </a:r>
                      <a:endParaRPr kumimoji="1" lang="ja-JP" altLang="en-US" sz="2000" b="0">
                        <a:latin typeface="Meiryo UI"/>
                        <a:ea typeface="Meiryo UI"/>
                      </a:endParaRPr>
                    </a:p>
                  </a:txBody>
                  <a:tcPr anchor="ct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tc>
                  <a:txBody>
                    <a:bodyPr/>
                    <a:lstStyle/>
                    <a:p>
                      <a:endParaRPr kumimoji="1" lang="ja-JP" altLang="en-US">
                        <a:latin typeface="Meiryo UI" panose="020B0604030504040204" pitchFamily="50" charset="-128"/>
                        <a:ea typeface="Meiryo UI" panose="020B0604030504040204" pitchFamily="50" charset="-128"/>
                      </a:endParaRPr>
                    </a:p>
                  </a:txBody>
                  <a:tcPr>
                    <a:solidFill>
                      <a:srgbClr val="D9D9D9"/>
                    </a:solidFill>
                  </a:tcPr>
                </a:tc>
                <a:extLst>
                  <a:ext uri="{0D108BD9-81ED-4DB2-BD59-A6C34878D82A}">
                    <a16:rowId xmlns:a16="http://schemas.microsoft.com/office/drawing/2014/main" val="3015313312"/>
                  </a:ext>
                </a:extLst>
              </a:tr>
              <a:tr h="749508">
                <a:tc>
                  <a:txBody>
                    <a:bodyPr/>
                    <a:lstStyle/>
                    <a:p>
                      <a:pPr lvl="0" algn="l">
                        <a:buNone/>
                      </a:pPr>
                      <a:r>
                        <a:rPr lang="ja-JP" altLang="en-US" sz="2000" b="0">
                          <a:latin typeface="Meiryo UI"/>
                          <a:ea typeface="Meiryo UI"/>
                        </a:rPr>
                        <a:t>深化高度化</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1443082704"/>
                  </a:ext>
                </a:extLst>
              </a:tr>
              <a:tr h="749508">
                <a:tc>
                  <a:txBody>
                    <a:bodyPr/>
                    <a:lstStyle/>
                    <a:p>
                      <a:pPr lvl="0" algn="l">
                        <a:buNone/>
                      </a:pPr>
                      <a:r>
                        <a:rPr lang="ja-JP" altLang="en-US" sz="2000" b="0">
                          <a:latin typeface="Meiryo UI"/>
                          <a:ea typeface="Meiryo UI"/>
                        </a:rPr>
                        <a:t>AI変革</a:t>
                      </a:r>
                      <a:endParaRPr kumimoji="1" lang="ja-JP" altLang="en-US" sz="2000" b="0">
                        <a:latin typeface="Meiryo UI"/>
                        <a:ea typeface="Meiryo UI"/>
                      </a:endParaRPr>
                    </a:p>
                  </a:txBody>
                  <a:tcPr anchor="ct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tc>
                  <a:txBody>
                    <a:bodyPr/>
                    <a:lstStyle/>
                    <a:p>
                      <a:pPr lvl="0">
                        <a:buNone/>
                      </a:pPr>
                      <a:endParaRPr kumimoji="1" lang="ja-JP" altLang="en-US">
                        <a:latin typeface="Meiryo UI"/>
                        <a:ea typeface="Meiryo UI"/>
                      </a:endParaRPr>
                    </a:p>
                  </a:txBody>
                  <a:tcPr>
                    <a:solidFill>
                      <a:srgbClr val="D9D9D9"/>
                    </a:solidFill>
                  </a:tcPr>
                </a:tc>
                <a:extLst>
                  <a:ext uri="{0D108BD9-81ED-4DB2-BD59-A6C34878D82A}">
                    <a16:rowId xmlns:a16="http://schemas.microsoft.com/office/drawing/2014/main" val="4287724322"/>
                  </a:ext>
                </a:extLst>
              </a:tr>
            </a:tbl>
          </a:graphicData>
        </a:graphic>
      </p:graphicFrame>
      <p:cxnSp>
        <p:nvCxnSpPr>
          <p:cNvPr id="26" name="直線コネクタ 25">
            <a:extLst>
              <a:ext uri="{FF2B5EF4-FFF2-40B4-BE49-F238E27FC236}">
                <a16:creationId xmlns:a16="http://schemas.microsoft.com/office/drawing/2014/main" id="{5D924768-52A3-CCC7-7D35-C38D47CC47BE}"/>
              </a:ext>
            </a:extLst>
          </p:cNvPr>
          <p:cNvCxnSpPr/>
          <p:nvPr/>
        </p:nvCxnSpPr>
        <p:spPr bwMode="auto">
          <a:xfrm flipH="1">
            <a:off x="5082547" y="2024128"/>
            <a:ext cx="14053" cy="268327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テキスト ボックス 27">
            <a:extLst>
              <a:ext uri="{FF2B5EF4-FFF2-40B4-BE49-F238E27FC236}">
                <a16:creationId xmlns:a16="http://schemas.microsoft.com/office/drawing/2014/main" id="{CD5637F7-B2A7-A3EF-4BAB-F06235D76ACE}"/>
              </a:ext>
            </a:extLst>
          </p:cNvPr>
          <p:cNvSpPr txBox="1"/>
          <p:nvPr/>
        </p:nvSpPr>
        <p:spPr>
          <a:xfrm>
            <a:off x="4708662" y="1789003"/>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中間報告</a:t>
            </a:r>
            <a:endParaRPr lang="en-US" altLang="ja-JP">
              <a:solidFill>
                <a:srgbClr val="44546A"/>
              </a:solidFill>
            </a:endParaRPr>
          </a:p>
        </p:txBody>
      </p:sp>
      <p:sp>
        <p:nvSpPr>
          <p:cNvPr id="30" name="テキスト ボックス 29">
            <a:extLst>
              <a:ext uri="{FF2B5EF4-FFF2-40B4-BE49-F238E27FC236}">
                <a16:creationId xmlns:a16="http://schemas.microsoft.com/office/drawing/2014/main" id="{2D831423-B65F-6F7E-540F-D0C7A796F4E0}"/>
              </a:ext>
            </a:extLst>
          </p:cNvPr>
          <p:cNvSpPr txBox="1"/>
          <p:nvPr/>
        </p:nvSpPr>
        <p:spPr>
          <a:xfrm>
            <a:off x="5570894" y="1787966"/>
            <a:ext cx="863679"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合宿</a:t>
            </a:r>
            <a:endParaRPr lang="en-US" altLang="ja-JP">
              <a:solidFill>
                <a:srgbClr val="44546A"/>
              </a:solidFill>
            </a:endParaRPr>
          </a:p>
        </p:txBody>
      </p:sp>
      <p:cxnSp>
        <p:nvCxnSpPr>
          <p:cNvPr id="35" name="直線コネクタ 34">
            <a:extLst>
              <a:ext uri="{FF2B5EF4-FFF2-40B4-BE49-F238E27FC236}">
                <a16:creationId xmlns:a16="http://schemas.microsoft.com/office/drawing/2014/main" id="{F986775A-A193-540B-64E1-D11EE8F93B7E}"/>
              </a:ext>
            </a:extLst>
          </p:cNvPr>
          <p:cNvCxnSpPr/>
          <p:nvPr/>
        </p:nvCxnSpPr>
        <p:spPr bwMode="auto">
          <a:xfrm flipH="1">
            <a:off x="8350128" y="2021901"/>
            <a:ext cx="18737" cy="2692642"/>
          </a:xfrm>
          <a:prstGeom prst="line">
            <a:avLst/>
          </a:prstGeom>
          <a:solidFill>
            <a:schemeClr val="bg1"/>
          </a:solidFill>
          <a:ln w="3810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テキスト ボックス 7">
            <a:extLst>
              <a:ext uri="{FF2B5EF4-FFF2-40B4-BE49-F238E27FC236}">
                <a16:creationId xmlns:a16="http://schemas.microsoft.com/office/drawing/2014/main" id="{E16511C5-A4EE-C10C-4C49-E227E635EF08}"/>
              </a:ext>
            </a:extLst>
          </p:cNvPr>
          <p:cNvSpPr txBox="1"/>
          <p:nvPr/>
        </p:nvSpPr>
        <p:spPr>
          <a:xfrm>
            <a:off x="2743559" y="1820757"/>
            <a:ext cx="719663" cy="468000"/>
          </a:xfrm>
          <a:prstGeom prst="rect">
            <a:avLst/>
          </a:prstGeom>
          <a:noFill/>
          <a:ln>
            <a:noFill/>
          </a:ln>
        </p:spPr>
        <p:txBody>
          <a:bodyPr wrap="none" lIns="77916" tIns="38958" rIns="77916" bIns="38958" rtlCol="0" anchor="t">
            <a:noAutofit/>
          </a:bodyPr>
          <a:lstStyle/>
          <a:p>
            <a:pPr algn="ctr"/>
            <a:r>
              <a:rPr kumimoji="1"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lang="en-US" altLang="ja-JP">
              <a:solidFill>
                <a:srgbClr val="44546A"/>
              </a:solidFill>
            </a:endParaRPr>
          </a:p>
        </p:txBody>
      </p:sp>
      <p:sp>
        <p:nvSpPr>
          <p:cNvPr id="10" name="テキスト ボックス 9">
            <a:extLst>
              <a:ext uri="{FF2B5EF4-FFF2-40B4-BE49-F238E27FC236}">
                <a16:creationId xmlns:a16="http://schemas.microsoft.com/office/drawing/2014/main" id="{C0046302-064D-3562-3A76-CB759961F8A9}"/>
              </a:ext>
            </a:extLst>
          </p:cNvPr>
          <p:cNvSpPr txBox="1"/>
          <p:nvPr/>
        </p:nvSpPr>
        <p:spPr>
          <a:xfrm>
            <a:off x="7204145" y="1816073"/>
            <a:ext cx="719663" cy="468000"/>
          </a:xfrm>
          <a:prstGeom prst="rect">
            <a:avLst/>
          </a:prstGeom>
          <a:noFill/>
          <a:ln>
            <a:noFill/>
          </a:ln>
        </p:spPr>
        <p:txBody>
          <a:bodyPr wrap="none" lIns="77916" tIns="38958" rIns="77916" bIns="38958" rtlCol="0" anchor="t">
            <a:noAutofit/>
          </a:bodyPr>
          <a:lstStyle/>
          <a:p>
            <a:pPr algn="r"/>
            <a:r>
              <a:rPr lang="ja-JP" altLang="en-US" sz="1200" b="1">
                <a:solidFill>
                  <a:srgbClr val="44546A"/>
                </a:solidFill>
                <a:latin typeface="Meiryo UI" panose="020B0604030504040204" pitchFamily="50" charset="-128"/>
                <a:ea typeface="Meiryo UI" panose="020B0604030504040204" pitchFamily="50" charset="-128"/>
                <a:cs typeface="Meiryo UI" panose="020B0604030504040204" pitchFamily="50" charset="-128"/>
              </a:rPr>
              <a:t>集中討議</a:t>
            </a:r>
            <a:endParaRPr kumimoji="1" lang="en-US" altLang="ja-JP" sz="1200" b="1">
              <a:solidFill>
                <a:srgbClr val="44546A"/>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タイトル 1">
            <a:extLst>
              <a:ext uri="{FF2B5EF4-FFF2-40B4-BE49-F238E27FC236}">
                <a16:creationId xmlns:a16="http://schemas.microsoft.com/office/drawing/2014/main" id="{67192B83-8C50-496B-BFCB-90F00DD06133}"/>
              </a:ext>
            </a:extLst>
          </p:cNvPr>
          <p:cNvSpPr>
            <a:spLocks noGrp="1"/>
          </p:cNvSpPr>
          <p:nvPr>
            <p:ph type="title"/>
          </p:nvPr>
        </p:nvSpPr>
        <p:spPr>
          <a:xfrm>
            <a:off x="113386" y="14869"/>
            <a:ext cx="7281603" cy="316706"/>
          </a:xfrm>
        </p:spPr>
        <p:txBody>
          <a:bodyPr/>
          <a:lstStyle/>
          <a:p>
            <a:r>
              <a:rPr lang="ja-JP" altLang="en-US" dirty="0">
                <a:solidFill>
                  <a:srgbClr val="7F7F7F"/>
                </a:solidFill>
                <a:latin typeface="Meiryo UI"/>
                <a:ea typeface="Meiryo UI"/>
              </a:rPr>
              <a:t>５</a:t>
            </a:r>
            <a:r>
              <a:rPr lang="en-US" altLang="ja-JP" dirty="0">
                <a:solidFill>
                  <a:srgbClr val="7F7F7F"/>
                </a:solidFill>
                <a:latin typeface="Meiryo UI"/>
                <a:ea typeface="Meiryo UI"/>
              </a:rPr>
              <a:t>. </a:t>
            </a:r>
            <a:r>
              <a:rPr lang="ja-JP" altLang="en-US" dirty="0">
                <a:solidFill>
                  <a:srgbClr val="7F7F7F"/>
                </a:solidFill>
                <a:latin typeface="Meiryo UI"/>
                <a:ea typeface="Meiryo UI"/>
              </a:rPr>
              <a:t>今後の活動計画</a:t>
            </a:r>
          </a:p>
        </p:txBody>
      </p:sp>
      <p:sp>
        <p:nvSpPr>
          <p:cNvPr id="37" name="矢印: 五方向 36">
            <a:extLst>
              <a:ext uri="{FF2B5EF4-FFF2-40B4-BE49-F238E27FC236}">
                <a16:creationId xmlns:a16="http://schemas.microsoft.com/office/drawing/2014/main" id="{69049471-B8EE-A563-1587-01F325C549CF}"/>
              </a:ext>
            </a:extLst>
          </p:cNvPr>
          <p:cNvSpPr/>
          <p:nvPr/>
        </p:nvSpPr>
        <p:spPr bwMode="auto">
          <a:xfrm>
            <a:off x="7269987" y="2581920"/>
            <a:ext cx="1082657" cy="2029358"/>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資料</a:t>
            </a:r>
            <a:endParaRPr kumimoji="1" lang="en-US" altLang="ja-JP"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6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作成</a:t>
            </a:r>
          </a:p>
        </p:txBody>
      </p:sp>
      <p:sp>
        <p:nvSpPr>
          <p:cNvPr id="42" name="矢印: 五方向 41">
            <a:extLst>
              <a:ext uri="{FF2B5EF4-FFF2-40B4-BE49-F238E27FC236}">
                <a16:creationId xmlns:a16="http://schemas.microsoft.com/office/drawing/2014/main" id="{3E0686D5-718A-1B08-B685-F946E8AF6A73}"/>
              </a:ext>
            </a:extLst>
          </p:cNvPr>
          <p:cNvSpPr/>
          <p:nvPr/>
        </p:nvSpPr>
        <p:spPr bwMode="auto">
          <a:xfrm>
            <a:off x="3778931" y="2577689"/>
            <a:ext cx="1201658" cy="539730"/>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事例調査</a:t>
            </a:r>
          </a:p>
        </p:txBody>
      </p:sp>
      <p:sp>
        <p:nvSpPr>
          <p:cNvPr id="5" name="矢印: 五方向 4">
            <a:extLst>
              <a:ext uri="{FF2B5EF4-FFF2-40B4-BE49-F238E27FC236}">
                <a16:creationId xmlns:a16="http://schemas.microsoft.com/office/drawing/2014/main" id="{A91FDA4D-43D0-CD1A-2F78-41AC297B4E48}"/>
              </a:ext>
            </a:extLst>
          </p:cNvPr>
          <p:cNvSpPr/>
          <p:nvPr/>
        </p:nvSpPr>
        <p:spPr bwMode="auto">
          <a:xfrm>
            <a:off x="1939205" y="2587649"/>
            <a:ext cx="1114218" cy="2005564"/>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indent="0"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テーマ選定</a:t>
            </a:r>
          </a:p>
          <a:p>
            <a:pPr defTabSz="914400">
              <a:spcBef>
                <a:spcPct val="0"/>
              </a:spcBef>
              <a:spcAft>
                <a:spcPct val="0"/>
              </a:spcAft>
            </a:pPr>
            <a:r>
              <a:rPr lang="ja-JP" altLang="en-US" sz="1400" b="1">
                <a:latin typeface="Meiryo UI"/>
                <a:ea typeface="Meiryo UI"/>
                <a:cs typeface="Meiryo UI" panose="020B0604030504040204" pitchFamily="50" charset="-128"/>
              </a:rPr>
              <a:t>（OST形式）</a:t>
            </a:r>
            <a:endParaRPr lang="ja-JP"/>
          </a:p>
        </p:txBody>
      </p:sp>
      <p:sp>
        <p:nvSpPr>
          <p:cNvPr id="13" name="テキスト ボックス 12">
            <a:extLst>
              <a:ext uri="{FF2B5EF4-FFF2-40B4-BE49-F238E27FC236}">
                <a16:creationId xmlns:a16="http://schemas.microsoft.com/office/drawing/2014/main" id="{45DB125F-D6D1-692D-76F7-1B992668032B}"/>
              </a:ext>
            </a:extLst>
          </p:cNvPr>
          <p:cNvSpPr txBox="1"/>
          <p:nvPr/>
        </p:nvSpPr>
        <p:spPr>
          <a:xfrm>
            <a:off x="288457" y="457125"/>
            <a:ext cx="8558981" cy="610838"/>
          </a:xfrm>
          <a:prstGeom prst="rect">
            <a:avLst/>
          </a:prstGeom>
          <a:noFill/>
        </p:spPr>
        <p:txBody>
          <a:bodyPr wrap="none" lIns="77916" tIns="38958" rIns="77916" bIns="38958" rtlCol="0" anchor="t">
            <a:noAutofit/>
          </a:bodyPr>
          <a:lstStyle/>
          <a:p>
            <a:r>
              <a:rPr kumimoji="1" lang="ja-JP" altLang="en-US" sz="1800">
                <a:latin typeface="Meiryo UI"/>
                <a:ea typeface="Meiryo UI"/>
                <a:cs typeface="Meiryo UI" panose="020B0604030504040204" pitchFamily="50" charset="-128"/>
              </a:rPr>
              <a:t>・</a:t>
            </a:r>
            <a:r>
              <a:rPr lang="ja-JP" sz="1800">
                <a:latin typeface="Meiryo UI"/>
                <a:ea typeface="Meiryo UI"/>
                <a:cs typeface="Meiryo UI" panose="020B0604030504040204" pitchFamily="50" charset="-128"/>
              </a:rPr>
              <a:t>アジャイルプラクティスに則り</a:t>
            </a:r>
            <a:r>
              <a:rPr lang="ja-JP" sz="1800" b="1">
                <a:latin typeface="Meiryo UI"/>
                <a:ea typeface="Meiryo UI"/>
                <a:cs typeface="Meiryo UI" panose="020B0604030504040204" pitchFamily="50" charset="-128"/>
              </a:rPr>
              <a:t>スプリント運営</a:t>
            </a:r>
            <a:r>
              <a:rPr lang="en-US" altLang="ja-JP" sz="1800" b="1">
                <a:latin typeface="Meiryo UI"/>
                <a:ea typeface="Meiryo UI"/>
                <a:cs typeface="Meiryo UI" panose="020B0604030504040204" pitchFamily="50" charset="-128"/>
              </a:rPr>
              <a:t>(1SP/1ヶ月)</a:t>
            </a:r>
            <a:r>
              <a:rPr lang="ja-JP" sz="1800">
                <a:latin typeface="Meiryo UI"/>
                <a:ea typeface="Meiryo UI"/>
                <a:cs typeface="Meiryo UI" panose="020B0604030504040204" pitchFamily="50" charset="-128"/>
              </a:rPr>
              <a:t>を導入。</a:t>
            </a:r>
            <a:endParaRPr lang="ja-JP" altLang="en-US" sz="1800">
              <a:latin typeface="Meiryo UI"/>
              <a:ea typeface="Meiryo UI"/>
              <a:cs typeface="Meiryo UI" panose="020B0604030504040204" pitchFamily="50" charset="-128"/>
            </a:endParaRPr>
          </a:p>
          <a:p>
            <a:r>
              <a:rPr lang="ja-JP" altLang="en-US" sz="1800">
                <a:latin typeface="Meiryo UI"/>
                <a:ea typeface="Meiryo UI"/>
                <a:cs typeface="Meiryo UI" panose="020B0604030504040204" pitchFamily="50" charset="-128"/>
              </a:rPr>
              <a:t>・スプリント毎に活動プランニングやゴール設定、到達レビュー、振り返り改善をサイクル実施。</a:t>
            </a:r>
            <a:endParaRPr lang="ja-JP" sz="1800">
              <a:latin typeface="Meiryo UI"/>
              <a:ea typeface="Meiryo UI"/>
              <a:cs typeface="Meiryo UI" panose="020B0604030504040204" pitchFamily="50" charset="-128"/>
            </a:endParaRPr>
          </a:p>
        </p:txBody>
      </p:sp>
      <p:sp>
        <p:nvSpPr>
          <p:cNvPr id="4" name="Rectangle 12">
            <a:extLst>
              <a:ext uri="{FF2B5EF4-FFF2-40B4-BE49-F238E27FC236}">
                <a16:creationId xmlns:a16="http://schemas.microsoft.com/office/drawing/2014/main" id="{CD8C4193-0230-A3B7-4C08-58046D1C24D5}"/>
              </a:ext>
            </a:extLst>
          </p:cNvPr>
          <p:cNvSpPr>
            <a:spLocks noGrp="1" noChangeArrowheads="1"/>
          </p:cNvSpPr>
          <p:nvPr>
            <p:ph type="sldNum" sz="quarter" idx="4"/>
          </p:nvPr>
        </p:nvSpPr>
        <p:spPr bwMode="auto">
          <a:xfrm>
            <a:off x="8666286" y="4964907"/>
            <a:ext cx="477715" cy="17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916" tIns="9203" rIns="77916" bIns="9203" numCol="1" anchor="ctr" anchorCtr="0" compatLnSpc="1">
            <a:prstTxWarp prst="textNoShape">
              <a:avLst/>
            </a:prstTxWarp>
          </a:bodyPr>
          <a:lstStyle>
            <a:lvl1pPr algn="r">
              <a:defRPr sz="8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fld id="{5CE835A6-4A53-49E7-9E15-10ED7101D083}" type="slidenum">
              <a:rPr lang="en-US" altLang="ja-JP" smtClean="0">
                <a:solidFill>
                  <a:srgbClr val="FFFFFF"/>
                </a:solidFill>
              </a:rPr>
              <a:pPr/>
              <a:t>10</a:t>
            </a:fld>
            <a:endParaRPr lang="en-US" altLang="ja-JP">
              <a:solidFill>
                <a:srgbClr val="FFFFFF"/>
              </a:solidFill>
            </a:endParaRPr>
          </a:p>
        </p:txBody>
      </p:sp>
      <p:sp>
        <p:nvSpPr>
          <p:cNvPr id="6" name="テキスト ボックス 27">
            <a:extLst>
              <a:ext uri="{FF2B5EF4-FFF2-40B4-BE49-F238E27FC236}">
                <a16:creationId xmlns:a16="http://schemas.microsoft.com/office/drawing/2014/main" id="{606F6E3D-C4E2-CA54-1C1D-93E694D47844}"/>
              </a:ext>
            </a:extLst>
          </p:cNvPr>
          <p:cNvSpPr txBox="1"/>
          <p:nvPr/>
        </p:nvSpPr>
        <p:spPr>
          <a:xfrm>
            <a:off x="8011182" y="1803056"/>
            <a:ext cx="719663" cy="468000"/>
          </a:xfrm>
          <a:prstGeom prst="rect">
            <a:avLst/>
          </a:prstGeom>
          <a:noFill/>
          <a:ln>
            <a:noFill/>
          </a:ln>
        </p:spPr>
        <p:txBody>
          <a:bodyPr wrap="none" lIns="77916" tIns="38958" rIns="77916" bIns="38958" rtlCol="0" anchor="t">
            <a:noAutofit/>
          </a:bodyPr>
          <a:lstStyle/>
          <a:p>
            <a:pPr algn="ctr"/>
            <a:r>
              <a:rPr lang="ja-JP" altLang="en-US" sz="1200" b="1">
                <a:solidFill>
                  <a:srgbClr val="44546A"/>
                </a:solidFill>
                <a:latin typeface="Meiryo UI"/>
                <a:ea typeface="Meiryo UI"/>
                <a:cs typeface="Meiryo UI" panose="020B0604030504040204" pitchFamily="50" charset="-128"/>
              </a:rPr>
              <a:t>最終</a:t>
            </a:r>
            <a:r>
              <a:rPr kumimoji="1" lang="ja-JP" altLang="en-US" sz="1200" b="1">
                <a:solidFill>
                  <a:srgbClr val="44546A"/>
                </a:solidFill>
                <a:latin typeface="Meiryo UI"/>
                <a:ea typeface="Meiryo UI"/>
                <a:cs typeface="Meiryo UI" panose="020B0604030504040204" pitchFamily="50" charset="-128"/>
              </a:rPr>
              <a:t>報告</a:t>
            </a:r>
            <a:endParaRPr lang="en-US" altLang="ja-JP">
              <a:solidFill>
                <a:srgbClr val="44546A"/>
              </a:solidFill>
              <a:latin typeface="Meiryo UI"/>
              <a:ea typeface="Meiryo UI"/>
            </a:endParaRPr>
          </a:p>
        </p:txBody>
      </p:sp>
      <p:sp>
        <p:nvSpPr>
          <p:cNvPr id="16" name="矢印: 五方向 9">
            <a:extLst>
              <a:ext uri="{FF2B5EF4-FFF2-40B4-BE49-F238E27FC236}">
                <a16:creationId xmlns:a16="http://schemas.microsoft.com/office/drawing/2014/main" id="{25D8757A-1BFA-8912-39E9-77918BCD8F92}"/>
              </a:ext>
            </a:extLst>
          </p:cNvPr>
          <p:cNvSpPr/>
          <p:nvPr/>
        </p:nvSpPr>
        <p:spPr>
          <a:xfrm>
            <a:off x="3735491" y="2110615"/>
            <a:ext cx="626681" cy="3669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chemeClr val="tx1"/>
                </a:solidFill>
                <a:latin typeface="Meiryo UI"/>
                <a:ea typeface="Meiryo UI"/>
              </a:rPr>
              <a:t>SP0</a:t>
            </a:r>
            <a:endParaRPr lang="ja-JP" altLang="en-US" sz="1200" b="1" i="0" u="none" strike="noStrike" kern="0" cap="none" spc="100" normalizeH="0" baseline="0" noProof="0">
              <a:ln>
                <a:noFill/>
              </a:ln>
              <a:solidFill>
                <a:schemeClr val="tx1"/>
              </a:solidFill>
              <a:effectLst/>
              <a:uLnTx/>
              <a:uFillTx/>
              <a:latin typeface="Meiryo UI"/>
              <a:ea typeface="Meiryo UI"/>
            </a:endParaRPr>
          </a:p>
        </p:txBody>
      </p:sp>
      <p:sp>
        <p:nvSpPr>
          <p:cNvPr id="18" name="矢印: 五方向 9">
            <a:extLst>
              <a:ext uri="{FF2B5EF4-FFF2-40B4-BE49-F238E27FC236}">
                <a16:creationId xmlns:a16="http://schemas.microsoft.com/office/drawing/2014/main" id="{9A58E431-0C0E-5D05-4118-59B39C8BDE9B}"/>
              </a:ext>
            </a:extLst>
          </p:cNvPr>
          <p:cNvSpPr/>
          <p:nvPr/>
        </p:nvSpPr>
        <p:spPr>
          <a:xfrm>
            <a:off x="4362955" y="2134036"/>
            <a:ext cx="623323" cy="330230"/>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SP1</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0" name="矢印: 五方向 9">
            <a:extLst>
              <a:ext uri="{FF2B5EF4-FFF2-40B4-BE49-F238E27FC236}">
                <a16:creationId xmlns:a16="http://schemas.microsoft.com/office/drawing/2014/main" id="{FEEAA8B3-D0E5-2EA3-C3EA-B95EB45E7C79}"/>
              </a:ext>
            </a:extLst>
          </p:cNvPr>
          <p:cNvSpPr/>
          <p:nvPr/>
        </p:nvSpPr>
        <p:spPr>
          <a:xfrm>
            <a:off x="5126265" y="2134035"/>
            <a:ext cx="542198" cy="33528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SP2</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22" name="矢印: 五方向 9">
            <a:extLst>
              <a:ext uri="{FF2B5EF4-FFF2-40B4-BE49-F238E27FC236}">
                <a16:creationId xmlns:a16="http://schemas.microsoft.com/office/drawing/2014/main" id="{51FEBE46-0A39-6351-6535-293000D325C4}"/>
              </a:ext>
            </a:extLst>
          </p:cNvPr>
          <p:cNvSpPr/>
          <p:nvPr/>
        </p:nvSpPr>
        <p:spPr>
          <a:xfrm>
            <a:off x="5669247" y="2125040"/>
            <a:ext cx="404191" cy="329858"/>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SP3</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39" name="矢印: 五方向 9">
            <a:extLst>
              <a:ext uri="{FF2B5EF4-FFF2-40B4-BE49-F238E27FC236}">
                <a16:creationId xmlns:a16="http://schemas.microsoft.com/office/drawing/2014/main" id="{A48D18FA-DFEB-AB65-0466-EA2C368CB530}"/>
              </a:ext>
            </a:extLst>
          </p:cNvPr>
          <p:cNvSpPr/>
          <p:nvPr/>
        </p:nvSpPr>
        <p:spPr>
          <a:xfrm>
            <a:off x="6603145" y="2119237"/>
            <a:ext cx="571049" cy="350086"/>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kern="0" spc="100">
                <a:solidFill>
                  <a:srgbClr val="000000"/>
                </a:solidFill>
                <a:latin typeface="Meiryo UI"/>
                <a:ea typeface="Meiryo UI"/>
              </a:rPr>
              <a:t>SP5</a:t>
            </a:r>
            <a:endParaRPr lang="ja-JP" altLang="en-US" sz="1200" b="1" i="0" u="none" strike="noStrike" kern="0" cap="none" spc="100" normalizeH="0" baseline="0" noProof="0">
              <a:ln>
                <a:noFill/>
              </a:ln>
              <a:solidFill>
                <a:srgbClr val="000000"/>
              </a:solidFill>
              <a:effectLst/>
              <a:uLnTx/>
              <a:uFillTx/>
              <a:latin typeface="Meiryo UI"/>
              <a:ea typeface="Meiryo UI"/>
            </a:endParaRPr>
          </a:p>
        </p:txBody>
      </p:sp>
      <p:sp>
        <p:nvSpPr>
          <p:cNvPr id="41" name="矢印: 五方向 9">
            <a:extLst>
              <a:ext uri="{FF2B5EF4-FFF2-40B4-BE49-F238E27FC236}">
                <a16:creationId xmlns:a16="http://schemas.microsoft.com/office/drawing/2014/main" id="{BC5BFF2F-05D9-91CF-AA07-054EF80B49C9}"/>
              </a:ext>
            </a:extLst>
          </p:cNvPr>
          <p:cNvSpPr/>
          <p:nvPr/>
        </p:nvSpPr>
        <p:spPr>
          <a:xfrm>
            <a:off x="6087901" y="2115298"/>
            <a:ext cx="514836" cy="345402"/>
          </a:xfrm>
          <a:prstGeom prst="homePlate">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a:lnSpc>
                <a:spcPct val="100000"/>
              </a:lnSpc>
              <a:spcBef>
                <a:spcPts val="0"/>
              </a:spcBef>
              <a:spcAft>
                <a:spcPts val="0"/>
              </a:spcAft>
              <a:buNone/>
              <a:tabLst/>
              <a:defRPr/>
            </a:pPr>
            <a:r>
              <a:rPr lang="ja-JP" altLang="en-US" sz="1200" b="1" kern="0" spc="100">
                <a:solidFill>
                  <a:srgbClr val="000000"/>
                </a:solidFill>
                <a:latin typeface="Meiryo UI"/>
                <a:ea typeface="Meiryo UI"/>
              </a:rPr>
              <a:t>SP4</a:t>
            </a:r>
            <a:endParaRPr lang="en-US" altLang="ja-JP"/>
          </a:p>
        </p:txBody>
      </p:sp>
      <p:sp>
        <p:nvSpPr>
          <p:cNvPr id="14" name="矢印: 五方向 41">
            <a:extLst>
              <a:ext uri="{FF2B5EF4-FFF2-40B4-BE49-F238E27FC236}">
                <a16:creationId xmlns:a16="http://schemas.microsoft.com/office/drawing/2014/main" id="{616E407D-475A-2CB4-4D1A-206C8AD23511}"/>
              </a:ext>
            </a:extLst>
          </p:cNvPr>
          <p:cNvSpPr/>
          <p:nvPr/>
        </p:nvSpPr>
        <p:spPr bwMode="auto">
          <a:xfrm>
            <a:off x="3783614" y="3270984"/>
            <a:ext cx="227439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アンケート準備・設問検討</a:t>
            </a:r>
            <a:endParaRPr lang="ja-JP" altLang="en-US" sz="1400" b="1"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矢印: 五方向 41">
            <a:extLst>
              <a:ext uri="{FF2B5EF4-FFF2-40B4-BE49-F238E27FC236}">
                <a16:creationId xmlns:a16="http://schemas.microsoft.com/office/drawing/2014/main" id="{80C3DEFC-4423-75A2-EA10-75CD380219CE}"/>
              </a:ext>
            </a:extLst>
          </p:cNvPr>
          <p:cNvSpPr/>
          <p:nvPr/>
        </p:nvSpPr>
        <p:spPr bwMode="auto">
          <a:xfrm>
            <a:off x="3788298" y="4011123"/>
            <a:ext cx="1295348"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動向調査</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7" name="矢印: 五方向 41">
            <a:extLst>
              <a:ext uri="{FF2B5EF4-FFF2-40B4-BE49-F238E27FC236}">
                <a16:creationId xmlns:a16="http://schemas.microsoft.com/office/drawing/2014/main" id="{01FB34DB-22EF-6BAB-827D-2E4099E99652}"/>
              </a:ext>
            </a:extLst>
          </p:cNvPr>
          <p:cNvSpPr/>
          <p:nvPr/>
        </p:nvSpPr>
        <p:spPr bwMode="auto">
          <a:xfrm>
            <a:off x="5123360" y="4011123"/>
            <a:ext cx="2124491"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AI導入検証</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19" name="矢印: 五方向 41">
            <a:extLst>
              <a:ext uri="{FF2B5EF4-FFF2-40B4-BE49-F238E27FC236}">
                <a16:creationId xmlns:a16="http://schemas.microsoft.com/office/drawing/2014/main" id="{C4066E69-AD25-24A7-CBAB-2F5A3AB95047}"/>
              </a:ext>
            </a:extLst>
          </p:cNvPr>
          <p:cNvSpPr/>
          <p:nvPr/>
        </p:nvSpPr>
        <p:spPr bwMode="auto">
          <a:xfrm>
            <a:off x="5128044" y="4292188"/>
            <a:ext cx="667635" cy="328932"/>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400">
                <a:latin typeface="Meiryo UI"/>
                <a:ea typeface="Meiryo UI"/>
                <a:cs typeface="Meiryo UI" panose="020B0604030504040204" pitchFamily="50" charset="-128"/>
              </a:rPr>
              <a:t>準備</a:t>
            </a:r>
            <a:endParaRPr lang="ja-JP" altLang="en-US" sz="1400" i="0" u="none" strike="noStrike" cap="none" normalizeH="0" baseline="0">
              <a:ln>
                <a:noFill/>
              </a:ln>
              <a:effectLst/>
              <a:latin typeface="Meiryo UI"/>
              <a:ea typeface="Meiryo UI"/>
              <a:cs typeface="Meiryo UI" panose="020B0604030504040204" pitchFamily="50" charset="-128"/>
            </a:endParaRPr>
          </a:p>
        </p:txBody>
      </p:sp>
      <p:sp>
        <p:nvSpPr>
          <p:cNvPr id="27" name="矢印: 五方向 41">
            <a:extLst>
              <a:ext uri="{FF2B5EF4-FFF2-40B4-BE49-F238E27FC236}">
                <a16:creationId xmlns:a16="http://schemas.microsoft.com/office/drawing/2014/main" id="{BA1414C7-D7A6-7F00-DE1C-AF2DB5E7F91B}"/>
              </a:ext>
            </a:extLst>
          </p:cNvPr>
          <p:cNvSpPr/>
          <p:nvPr/>
        </p:nvSpPr>
        <p:spPr bwMode="auto">
          <a:xfrm>
            <a:off x="5816654"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開発①</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29" name="矢印: 五方向 41">
            <a:extLst>
              <a:ext uri="{FF2B5EF4-FFF2-40B4-BE49-F238E27FC236}">
                <a16:creationId xmlns:a16="http://schemas.microsoft.com/office/drawing/2014/main" id="{52CE3D2D-7D5C-A557-478C-59A2F303E0D5}"/>
              </a:ext>
            </a:extLst>
          </p:cNvPr>
          <p:cNvSpPr/>
          <p:nvPr/>
        </p:nvSpPr>
        <p:spPr bwMode="auto">
          <a:xfrm>
            <a:off x="6547425" y="4273451"/>
            <a:ext cx="723848" cy="347669"/>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ctr" defTabSz="914400">
              <a:lnSpc>
                <a:spcPct val="100000"/>
              </a:lnSpc>
              <a:spcBef>
                <a:spcPct val="0"/>
              </a:spcBef>
              <a:spcAft>
                <a:spcPct val="0"/>
              </a:spcAft>
              <a:buClrTx/>
              <a:buSzTx/>
              <a:buFontTx/>
              <a:buNone/>
              <a:tabLst/>
            </a:pPr>
            <a:r>
              <a:rPr lang="ja-JP" altLang="en-US" sz="1200">
                <a:latin typeface="Meiryo UI"/>
                <a:ea typeface="Meiryo UI"/>
                <a:cs typeface="Meiryo UI" panose="020B0604030504040204" pitchFamily="50" charset="-128"/>
              </a:rPr>
              <a:t>開発②</a:t>
            </a:r>
            <a:endParaRPr lang="ja-JP" altLang="en-US" sz="1200" i="0" u="none" strike="noStrike" cap="none" normalizeH="0" baseline="0">
              <a:ln>
                <a:noFill/>
              </a:ln>
              <a:effectLst/>
              <a:latin typeface="Meiryo UI"/>
              <a:ea typeface="Meiryo UI"/>
              <a:cs typeface="Meiryo UI" panose="020B0604030504040204" pitchFamily="50" charset="-128"/>
            </a:endParaRPr>
          </a:p>
        </p:txBody>
      </p:sp>
      <p:sp>
        <p:nvSpPr>
          <p:cNvPr id="38" name="矢印: 五方向 41">
            <a:extLst>
              <a:ext uri="{FF2B5EF4-FFF2-40B4-BE49-F238E27FC236}">
                <a16:creationId xmlns:a16="http://schemas.microsoft.com/office/drawing/2014/main" id="{3677ACB2-CB9E-EE5D-7C71-683289666B74}"/>
              </a:ext>
            </a:extLst>
          </p:cNvPr>
          <p:cNvSpPr/>
          <p:nvPr/>
        </p:nvSpPr>
        <p:spPr bwMode="auto">
          <a:xfrm>
            <a:off x="5137415" y="2582373"/>
            <a:ext cx="1468669"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企業訪問</a:t>
            </a:r>
          </a:p>
          <a:p>
            <a:pPr algn="ctr" defTabSz="914400">
              <a:spcBef>
                <a:spcPct val="0"/>
              </a:spcBef>
              <a:spcAft>
                <a:spcPct val="0"/>
              </a:spcAft>
            </a:pPr>
            <a:r>
              <a:rPr lang="ja-JP" altLang="en-US" sz="1400" b="1">
                <a:latin typeface="Meiryo UI"/>
                <a:ea typeface="Meiryo UI"/>
              </a:rPr>
              <a:t>ヒアリング</a:t>
            </a:r>
          </a:p>
        </p:txBody>
      </p:sp>
      <p:sp>
        <p:nvSpPr>
          <p:cNvPr id="45" name="矢印: 五方向 41">
            <a:extLst>
              <a:ext uri="{FF2B5EF4-FFF2-40B4-BE49-F238E27FC236}">
                <a16:creationId xmlns:a16="http://schemas.microsoft.com/office/drawing/2014/main" id="{2B712B75-5A64-6709-EA90-2A800CB994C0}"/>
              </a:ext>
            </a:extLst>
          </p:cNvPr>
          <p:cNvSpPr/>
          <p:nvPr/>
        </p:nvSpPr>
        <p:spPr bwMode="auto">
          <a:xfrm>
            <a:off x="6074297" y="3270984"/>
            <a:ext cx="50368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アン</a:t>
            </a:r>
          </a:p>
          <a:p>
            <a:pPr marL="0" marR="0" indent="0" algn="ctr" defTabSz="914400">
              <a:lnSpc>
                <a:spcPct val="100000"/>
              </a:lnSpc>
              <a:spcBef>
                <a:spcPct val="0"/>
              </a:spcBef>
              <a:spcAft>
                <a:spcPct val="0"/>
              </a:spcAft>
              <a:buClrTx/>
              <a:buSzTx/>
              <a:buFontTx/>
              <a:buNone/>
              <a:tabLst/>
            </a:pPr>
            <a:r>
              <a:rPr lang="ja-JP" altLang="en-US" sz="1400" b="1">
                <a:latin typeface="Meiryo UI"/>
                <a:ea typeface="Meiryo UI"/>
                <a:cs typeface="Meiryo UI" panose="020B0604030504040204" pitchFamily="50" charset="-128"/>
              </a:rPr>
              <a:t>ケート</a:t>
            </a:r>
            <a:endParaRPr lang="ja-JP" altLang="en-US" sz="1400" b="1" i="0" u="none" strike="noStrike" cap="none" normalizeH="0" baseline="0">
              <a:ln>
                <a:noFill/>
              </a:ln>
              <a:effectLst/>
              <a:latin typeface="Meiryo UI"/>
              <a:ea typeface="Meiryo UI"/>
              <a:cs typeface="Meiryo UI" panose="020B0604030504040204" pitchFamily="50" charset="-128"/>
            </a:endParaRPr>
          </a:p>
        </p:txBody>
      </p:sp>
      <p:sp>
        <p:nvSpPr>
          <p:cNvPr id="46" name="矢印: 五方向 41">
            <a:extLst>
              <a:ext uri="{FF2B5EF4-FFF2-40B4-BE49-F238E27FC236}">
                <a16:creationId xmlns:a16="http://schemas.microsoft.com/office/drawing/2014/main" id="{89C9F81A-D043-E61F-76A4-467E152C10F1}"/>
              </a:ext>
            </a:extLst>
          </p:cNvPr>
          <p:cNvSpPr/>
          <p:nvPr/>
        </p:nvSpPr>
        <p:spPr bwMode="auto">
          <a:xfrm>
            <a:off x="6622378" y="2582372"/>
            <a:ext cx="616104" cy="53504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pPr>
            <a:r>
              <a:rPr lang="ja-JP" altLang="en-US" sz="1400" b="1">
                <a:latin typeface="Meiryo UI"/>
                <a:ea typeface="Meiryo UI"/>
              </a:rPr>
              <a:t>分析</a:t>
            </a:r>
          </a:p>
          <a:p>
            <a:pPr algn="ctr" defTabSz="914400">
              <a:spcBef>
                <a:spcPct val="0"/>
              </a:spcBef>
              <a:spcAft>
                <a:spcPct val="0"/>
              </a:spcAft>
            </a:pPr>
            <a:r>
              <a:rPr lang="ja-JP" altLang="en-US" sz="1400" b="1">
                <a:latin typeface="Meiryo UI"/>
                <a:ea typeface="Meiryo UI"/>
              </a:rPr>
              <a:t>整理</a:t>
            </a:r>
          </a:p>
        </p:txBody>
      </p:sp>
      <p:sp>
        <p:nvSpPr>
          <p:cNvPr id="48" name="矢印: 五方向 41">
            <a:extLst>
              <a:ext uri="{FF2B5EF4-FFF2-40B4-BE49-F238E27FC236}">
                <a16:creationId xmlns:a16="http://schemas.microsoft.com/office/drawing/2014/main" id="{6CCF2F3A-B8B1-9CC5-AD33-D1189AB2776C}"/>
              </a:ext>
            </a:extLst>
          </p:cNvPr>
          <p:cNvSpPr/>
          <p:nvPr/>
        </p:nvSpPr>
        <p:spPr bwMode="auto">
          <a:xfrm>
            <a:off x="6613005" y="3270984"/>
            <a:ext cx="630162" cy="609996"/>
          </a:xfrm>
          <a:prstGeom prst="homePlate">
            <a:avLst>
              <a:gd name="adj" fmla="val 24052"/>
            </a:avLst>
          </a:prstGeom>
          <a:solidFill>
            <a:srgbClr val="DAE0E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a:spcBef>
                <a:spcPct val="0"/>
              </a:spcBef>
              <a:spcAft>
                <a:spcPct val="0"/>
              </a:spcAft>
            </a:pPr>
            <a:r>
              <a:rPr lang="ja-JP" altLang="en-US" sz="1400" b="1">
                <a:latin typeface="Meiryo UI"/>
                <a:ea typeface="Meiryo UI"/>
                <a:cs typeface="Meiryo UI" panose="020B0604030504040204" pitchFamily="50" charset="-128"/>
              </a:rPr>
              <a:t>結果</a:t>
            </a:r>
            <a:endParaRPr lang="en-US" altLang="ja-JP"/>
          </a:p>
          <a:p>
            <a:pPr algn="ctr" defTabSz="914400">
              <a:spcBef>
                <a:spcPct val="0"/>
              </a:spcBef>
              <a:spcAft>
                <a:spcPct val="0"/>
              </a:spcAft>
            </a:pPr>
            <a:r>
              <a:rPr lang="ja-JP" altLang="en-US" sz="1400" b="1">
                <a:latin typeface="Meiryo UI"/>
                <a:ea typeface="Meiryo UI"/>
                <a:cs typeface="Meiryo UI" panose="020B0604030504040204" pitchFamily="50" charset="-128"/>
              </a:rPr>
              <a:t>分析</a:t>
            </a:r>
            <a:endParaRPr lang="ja-JP"/>
          </a:p>
        </p:txBody>
      </p:sp>
      <p:sp>
        <p:nvSpPr>
          <p:cNvPr id="3" name="矢印: 五方向 4">
            <a:extLst>
              <a:ext uri="{FF2B5EF4-FFF2-40B4-BE49-F238E27FC236}">
                <a16:creationId xmlns:a16="http://schemas.microsoft.com/office/drawing/2014/main" id="{9DB2B4C0-610E-E6A1-6B7B-489441D67C56}"/>
              </a:ext>
            </a:extLst>
          </p:cNvPr>
          <p:cNvSpPr/>
          <p:nvPr/>
        </p:nvSpPr>
        <p:spPr bwMode="auto">
          <a:xfrm>
            <a:off x="3064543" y="2582965"/>
            <a:ext cx="597109" cy="2005936"/>
          </a:xfrm>
          <a:prstGeom prst="homePlate">
            <a:avLst>
              <a:gd name="adj" fmla="val 30249"/>
            </a:avLst>
          </a:prstGeom>
          <a:solidFill>
            <a:srgbClr val="DAE0EF"/>
          </a:solidFill>
          <a:ln w="9525"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defTabSz="914400" fontAlgn="base">
              <a:spcBef>
                <a:spcPct val="0"/>
              </a:spcBef>
              <a:spcAft>
                <a:spcPct val="0"/>
              </a:spcAft>
            </a:pPr>
            <a:r>
              <a:rPr lang="ja-JP" altLang="en-US" sz="1400" b="1">
                <a:latin typeface="Meiryo UI"/>
                <a:ea typeface="Meiryo UI"/>
              </a:rPr>
              <a:t>イン</a:t>
            </a:r>
          </a:p>
          <a:p>
            <a:pPr defTabSz="914400">
              <a:spcBef>
                <a:spcPct val="0"/>
              </a:spcBef>
              <a:spcAft>
                <a:spcPct val="0"/>
              </a:spcAft>
            </a:pPr>
            <a:r>
              <a:rPr lang="ja-JP" altLang="en-US" sz="1400" b="1">
                <a:latin typeface="Meiryo UI"/>
                <a:ea typeface="Meiryo UI"/>
              </a:rPr>
              <a:t>セプ</a:t>
            </a:r>
          </a:p>
          <a:p>
            <a:pPr defTabSz="914400">
              <a:spcBef>
                <a:spcPct val="0"/>
              </a:spcBef>
              <a:spcAft>
                <a:spcPct val="0"/>
              </a:spcAft>
            </a:pPr>
            <a:r>
              <a:rPr lang="ja-JP" altLang="en-US" sz="1400" b="1">
                <a:latin typeface="Meiryo UI"/>
                <a:ea typeface="Meiryo UI"/>
              </a:rPr>
              <a:t>ション</a:t>
            </a:r>
            <a:endParaRPr lang="ja-JP">
              <a:latin typeface="ＭＳ Ｐゴシック"/>
              <a:ea typeface="ＭＳ Ｐゴシック"/>
            </a:endParaRPr>
          </a:p>
          <a:p>
            <a:pPr defTabSz="914400">
              <a:spcBef>
                <a:spcPct val="0"/>
              </a:spcBef>
              <a:spcAft>
                <a:spcPct val="0"/>
              </a:spcAft>
            </a:pPr>
            <a:r>
              <a:rPr lang="ja-JP" altLang="en-US" sz="1400" b="1">
                <a:latin typeface="Meiryo UI"/>
                <a:ea typeface="Meiryo UI"/>
              </a:rPr>
              <a:t>デッキ</a:t>
            </a:r>
            <a:endParaRPr lang="ja-JP"/>
          </a:p>
          <a:p>
            <a:pPr marL="0" marR="0" indent="0" defTabSz="914400">
              <a:lnSpc>
                <a:spcPct val="100000"/>
              </a:lnSpc>
              <a:spcBef>
                <a:spcPct val="0"/>
              </a:spcBef>
              <a:spcAft>
                <a:spcPct val="0"/>
              </a:spcAft>
              <a:buClrTx/>
              <a:buSzTx/>
              <a:buFontTx/>
              <a:buNone/>
              <a:tabLst/>
            </a:pPr>
            <a:r>
              <a:rPr lang="ja-JP" altLang="en-US" sz="1400" b="1">
                <a:latin typeface="Meiryo UI"/>
                <a:ea typeface="Meiryo UI"/>
              </a:rPr>
              <a:t>作成</a:t>
            </a:r>
          </a:p>
        </p:txBody>
      </p:sp>
      <p:sp>
        <p:nvSpPr>
          <p:cNvPr id="7" name="テキスト ボックス 6">
            <a:extLst>
              <a:ext uri="{FF2B5EF4-FFF2-40B4-BE49-F238E27FC236}">
                <a16:creationId xmlns:a16="http://schemas.microsoft.com/office/drawing/2014/main" id="{EFDF8225-CBF9-23B4-2C16-4400524E587F}"/>
              </a:ext>
            </a:extLst>
          </p:cNvPr>
          <p:cNvSpPr txBox="1"/>
          <p:nvPr/>
        </p:nvSpPr>
        <p:spPr>
          <a:xfrm>
            <a:off x="1414826" y="850805"/>
            <a:ext cx="5878896" cy="3094887"/>
          </a:xfrm>
          <a:prstGeom prst="rect">
            <a:avLst/>
          </a:prstGeom>
          <a:ln/>
        </p:spPr>
        <p:style>
          <a:lnRef idx="1">
            <a:schemeClr val="accent4"/>
          </a:lnRef>
          <a:fillRef idx="2">
            <a:schemeClr val="accent4"/>
          </a:fillRef>
          <a:effectRef idx="1">
            <a:schemeClr val="accent4"/>
          </a:effectRef>
          <a:fontRef idx="minor">
            <a:schemeClr val="dk1"/>
          </a:fontRef>
        </p:style>
        <p:txBody>
          <a:bodyPr wrap="square" lIns="77916" tIns="38958" rIns="77916" bIns="38958" rtlCol="0" anchor="ctr">
            <a:spAutoFit/>
          </a:bodyPr>
          <a:lstStyle/>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2800" dirty="0">
                <a:latin typeface="Meiryo UI" panose="020B0604030504040204" pitchFamily="50" charset="-128"/>
                <a:ea typeface="Meiryo UI" panose="020B0604030504040204" pitchFamily="50" charset="-128"/>
                <a:cs typeface="Meiryo UI" panose="020B0604030504040204" pitchFamily="50" charset="-128"/>
              </a:rPr>
              <a:t>副主査にて記載</a:t>
            </a: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１ページ</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2800" dirty="0">
                <a:latin typeface="Meiryo UI" panose="020B0604030504040204" pitchFamily="50" charset="-128"/>
                <a:ea typeface="Meiryo UI" panose="020B0604030504040204" pitchFamily="50" charset="-128"/>
                <a:cs typeface="Meiryo UI" panose="020B0604030504040204" pitchFamily="50" charset="-128"/>
              </a:rPr>
              <a:t>（北迫さん）</a:t>
            </a:r>
            <a:endParaRPr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2800" dirty="0">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ja-JP" altLang="en-US" sz="2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392608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t標準テンプレート(赤)情報化推進部">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標準テンプレート(赤)情報化推進部">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1" sz="160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solidFill>
          <a:schemeClr val="bg1">
            <a:alpha val="20000"/>
          </a:schemeClr>
        </a:solidFill>
        <a:ln>
          <a:solidFill>
            <a:schemeClr val="bg1"/>
          </a:solidFill>
        </a:ln>
      </a:spPr>
      <a:bodyPr wrap="square" lIns="77916" tIns="38958" rIns="77916" bIns="38958" rtlCol="0" anchor="ctr">
        <a:spAutoFit/>
      </a:bodyPr>
      <a:lstStyle>
        <a:defPPr algn="l">
          <a:defRPr kumimoji="1" sz="160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ppt標準テンプレート(赤)情報化推進部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ppt標準テンプレート(赤)情報化推進部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ppt標準テンプレート(赤)情報化推進部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ppt標準テンプレート(赤)情報化推進部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8984ae6-a00c-4d77-a203-a37543749ec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B33251D137B8F419F195796F2169E44" ma:contentTypeVersion="10" ma:contentTypeDescription="新しいドキュメントを作成します。" ma:contentTypeScope="" ma:versionID="22c346b5f827720d3991aa13f62a4429">
  <xsd:schema xmlns:xsd="http://www.w3.org/2001/XMLSchema" xmlns:xs="http://www.w3.org/2001/XMLSchema" xmlns:p="http://schemas.microsoft.com/office/2006/metadata/properties" xmlns:ns2="f8984ae6-a00c-4d77-a203-a37543749ec0" targetNamespace="http://schemas.microsoft.com/office/2006/metadata/properties" ma:root="true" ma:fieldsID="c9f061bc7bc3b3eda9a995b87fff87f8" ns2:_="">
    <xsd:import namespace="f8984ae6-a00c-4d77-a203-a37543749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984ae6-a00c-4d77-a203-a37543749e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89c310a7-7b3b-4ec7-b957-b43db972ab6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7EC411-9E2B-4654-84B3-524A78692C35}">
  <ds:schemaRefs>
    <ds:schemaRef ds:uri="063ff08e-948c-4b60-b8cf-7f645f1a353e"/>
    <ds:schemaRef ds:uri="9bf02389-bf80-4034-8fb0-1c6259038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67F164F-7ED7-486D-BDA2-416210401085}"/>
</file>

<file path=customXml/itemProps3.xml><?xml version="1.0" encoding="utf-8"?>
<ds:datastoreItem xmlns:ds="http://schemas.openxmlformats.org/officeDocument/2006/customXml" ds:itemID="{0D2F67F8-8CF3-4B29-8E32-F0CB57A8AC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85</TotalTime>
  <Words>1281</Words>
  <Application>Microsoft Office PowerPoint</Application>
  <PresentationFormat>画面に合わせる (16:9)</PresentationFormat>
  <Paragraphs>279</Paragraphs>
  <Slides>10</Slides>
  <Notes>10</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10</vt:i4>
      </vt:variant>
    </vt:vector>
  </HeadingPairs>
  <TitlesOfParts>
    <vt:vector size="18" baseType="lpstr">
      <vt:lpstr>Meiryo UI</vt:lpstr>
      <vt:lpstr>ＭＳ Ｐゴシック</vt:lpstr>
      <vt:lpstr>Arial</vt:lpstr>
      <vt:lpstr>Calibri</vt:lpstr>
      <vt:lpstr>Times New Roman</vt:lpstr>
      <vt:lpstr>Wingdings</vt:lpstr>
      <vt:lpstr>ppt標準テンプレート(赤)情報化推進部</vt:lpstr>
      <vt:lpstr>think-cellスライド</vt:lpstr>
      <vt:lpstr>AI時代の「アジャイルとウォーターフォール」の進化に関する研究 　～サブタイトル～</vt:lpstr>
      <vt:lpstr>目次</vt:lpstr>
      <vt:lpstr>目次</vt:lpstr>
      <vt:lpstr>1. 研究の背景 ～外部環境の変化と求められる対応～</vt:lpstr>
      <vt:lpstr>目次</vt:lpstr>
      <vt:lpstr>2. 研究の目的 ～検証する仮説～</vt:lpstr>
      <vt:lpstr>目次</vt:lpstr>
      <vt:lpstr>3. 体制</vt:lpstr>
      <vt:lpstr>目次</vt:lpstr>
      <vt:lpstr>５. 今後の活動計画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（部会テーマ名）</dc:title>
  <dc:creator>横山　真由</dc:creator>
  <cp:lastModifiedBy>SETO AKIRA/瀬戸 亮(ＭＥＤｉｇｉｔａｌ/金融本/ＦＳ一１)</cp:lastModifiedBy>
  <cp:revision>29</cp:revision>
  <cp:lastPrinted>2026-01-29T00:54:29Z</cp:lastPrinted>
  <dcterms:created xsi:type="dcterms:W3CDTF">2017-01-26T05:30:03Z</dcterms:created>
  <dcterms:modified xsi:type="dcterms:W3CDTF">2026-07-31T06:04:08Z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0x0101000B33251D137B8F419F195796F2169E44</vt:lpwstr>
  </property>
  <property fmtid="{D5CDD505-2E9C-101B-9397-08002B2CF9AE}" pid="3" name="_dlc_policyId">
    <vt:lpwstr>0x010100E0910E15E13AF24BA0E7A45A629C9E09|1510891056</vt:lpwstr>
  </property>
  <property fmtid="{D5CDD505-2E9C-101B-9397-08002B2CF9AE}" pid="4" name="ItemRetentionFormula">
    <vt:lpwstr>&lt;formula id="Microsoft.Office.RecordsManagement.PolicyFeatures.Expiration.Formula.BuiltIn"&gt;&lt;number&gt;31&lt;/number&gt;&lt;property&gt;ExpireDate&lt;/property&gt;&lt;propertyId&gt;9bba1231-3713-422f-9a83-61f907924549&lt;/propertyId&gt;&lt;period&gt;days&lt;/period&gt;&lt;/formula&gt;</vt:lpwstr>
  </property>
  <property fmtid="{D5CDD505-2E9C-101B-9397-08002B2CF9AE}" pid="5" name="MediaServiceImageTags">
    <vt:lpwstr/>
  </property>
  <property fmtid="{D5CDD505-2E9C-101B-9397-08002B2CF9AE}" pid="6" name="MSIP_Label_ee4e5477-c4fb-470b-83ce-140d5a4b72e2_SetDate">
    <vt:lpwstr>2025-09-10T06:50:58Z</vt:lpwstr>
  </property>
  <property fmtid="{D5CDD505-2E9C-101B-9397-08002B2CF9AE}" pid="7" name="MSIP_Label_ee4e5477-c4fb-470b-83ce-140d5a4b72e2_ActionId">
    <vt:lpwstr>eb3749d9-dd55-474c-b665-b06eda6d9bc0</vt:lpwstr>
  </property>
  <property fmtid="{D5CDD505-2E9C-101B-9397-08002B2CF9AE}" pid="8" name="MSIP_Label_ee4e5477-c4fb-470b-83ce-140d5a4b72e2_Name">
    <vt:lpwstr>【社内限り】サブラベル</vt:lpwstr>
  </property>
  <property fmtid="{D5CDD505-2E9C-101B-9397-08002B2CF9AE}" pid="9" name="ClassificationContentMarkingHeaderLocations">
    <vt:lpwstr>ppt標準テンプレート(赤)情報化推進部:6</vt:lpwstr>
  </property>
  <property fmtid="{D5CDD505-2E9C-101B-9397-08002B2CF9AE}" pid="10" name="MSIP_Label_ee4e5477-c4fb-470b-83ce-140d5a4b72e2_Tag">
    <vt:lpwstr>10, 3, 0, 1</vt:lpwstr>
  </property>
  <property fmtid="{D5CDD505-2E9C-101B-9397-08002B2CF9AE}" pid="11" name="ClassificationContentMarkingHeaderText">
    <vt:lpwstr>【社内限り】</vt:lpwstr>
  </property>
  <property fmtid="{D5CDD505-2E9C-101B-9397-08002B2CF9AE}" pid="12" name="MSIP_Label_ee4e5477-c4fb-470b-83ce-140d5a4b72e2_SiteId">
    <vt:lpwstr>083b56f6-afc0-41a4-8aa0-de8b7a92e923</vt:lpwstr>
  </property>
  <property fmtid="{D5CDD505-2E9C-101B-9397-08002B2CF9AE}" pid="13" name="MSIP_Label_ee4e5477-c4fb-470b-83ce-140d5a4b72e2_Method">
    <vt:lpwstr>Standard</vt:lpwstr>
  </property>
  <property fmtid="{D5CDD505-2E9C-101B-9397-08002B2CF9AE}" pid="14" name="MSIP_Label_ee4e5477-c4fb-470b-83ce-140d5a4b72e2_Enabled">
    <vt:lpwstr>true</vt:lpwstr>
  </property>
  <property fmtid="{D5CDD505-2E9C-101B-9397-08002B2CF9AE}" pid="15" name="MSIP_Label_ee4e5477-c4fb-470b-83ce-140d5a4b72e2_ContentBits">
    <vt:lpwstr>1</vt:lpwstr>
  </property>
</Properties>
</file>